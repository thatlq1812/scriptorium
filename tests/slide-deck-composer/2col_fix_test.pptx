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6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4"/>
    <p:sldMasterId id="2147483684" r:id="rId5"/>
  </p:sldMasterIdLst>
  <p:notesMasterIdLst>
    <p:notesMasterId r:id="rId6"/>
  </p:notesMasterIdLst>
  <p:sldIdLst>
    <p:sldId id="318" r:id="rId97"/>
  </p:sldIdLst>
  <p:sldSz cy="5143500" cx="9144000"/>
  <p:notesSz cx="6858000" cy="9144000"/>
  <p:embeddedFontLst>
    <p:embeddedFont>
      <p:font typeface="Roboto"/>
      <p:regular r:id="rId69"/>
      <p:bold r:id="rId70"/>
      <p:italic r:id="rId71"/>
      <p:boldItalic r:id="rId72"/>
    </p:embeddedFont>
    <p:embeddedFont>
      <p:font typeface="Proxima Nova"/>
      <p:regular r:id="rId73"/>
      <p:bold r:id="rId74"/>
      <p:italic r:id="rId75"/>
      <p:boldItalic r:id="rId76"/>
    </p:embeddedFont>
    <p:embeddedFont>
      <p:font typeface="Roboto Medium"/>
      <p:regular r:id="rId77"/>
      <p:bold r:id="rId78"/>
      <p:italic r:id="rId79"/>
      <p:boldItalic r:id="rId80"/>
    </p:embeddedFont>
    <p:embeddedFont>
      <p:font typeface="Amatic SC"/>
      <p:regular r:id="rId81"/>
      <p:bold r:id="rId82"/>
    </p:embeddedFont>
    <p:embeddedFont>
      <p:font typeface="Anaheim"/>
      <p:regular r:id="rId83"/>
      <p:bold r:id="rId84"/>
    </p:embeddedFont>
    <p:embeddedFont>
      <p:font typeface="Bebas Neue"/>
      <p:regular r:id="rId85"/>
    </p:embeddedFont>
    <p:embeddedFont>
      <p:font typeface="Libre Baskerville"/>
      <p:regular r:id="rId86"/>
      <p:bold r:id="rId87"/>
      <p:italic r:id="rId88"/>
      <p:boldItalic r:id="rId89"/>
    </p:embeddedFont>
    <p:embeddedFont>
      <p:font typeface="Proxima Nova Semibold"/>
      <p:regular r:id="rId90"/>
      <p:bold r:id="rId91"/>
      <p:boldItalic r:id="rId92"/>
    </p:embeddedFont>
    <p:embeddedFont>
      <p:font typeface="PT Sans"/>
      <p:regular r:id="rId93"/>
      <p:bold r:id="rId94"/>
      <p:italic r:id="rId95"/>
      <p:boldItalic r:id="rId9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2DD2310-2201-47B4-AC21-284FA9EB2B8F}">
  <a:tblStyle styleId="{72DD2310-2201-47B4-AC21-284FA9EB2B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8C195FC0-7CAE-4243-9459-8CD5911699A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69" Type="http://schemas.openxmlformats.org/officeDocument/2006/relationships/font" Target="fonts/Roboto-regular.fntdata"/><Relationship Id="rId70" Type="http://schemas.openxmlformats.org/officeDocument/2006/relationships/font" Target="fonts/Roboto-bold.fntdata"/><Relationship Id="rId71" Type="http://schemas.openxmlformats.org/officeDocument/2006/relationships/font" Target="fonts/Roboto-italic.fntdata"/><Relationship Id="rId72" Type="http://schemas.openxmlformats.org/officeDocument/2006/relationships/font" Target="fonts/Roboto-boldItalic.fntdata"/><Relationship Id="rId73" Type="http://schemas.openxmlformats.org/officeDocument/2006/relationships/font" Target="fonts/ProximaNova-regular.fntdata"/><Relationship Id="rId74" Type="http://schemas.openxmlformats.org/officeDocument/2006/relationships/font" Target="fonts/ProximaNova-bold.fntdata"/><Relationship Id="rId75" Type="http://schemas.openxmlformats.org/officeDocument/2006/relationships/font" Target="fonts/ProximaNova-italic.fntdata"/><Relationship Id="rId76" Type="http://schemas.openxmlformats.org/officeDocument/2006/relationships/font" Target="fonts/ProximaNova-boldItalic.fntdata"/><Relationship Id="rId77" Type="http://schemas.openxmlformats.org/officeDocument/2006/relationships/font" Target="fonts/RobotoMedium-regular.fntdata"/><Relationship Id="rId78" Type="http://schemas.openxmlformats.org/officeDocument/2006/relationships/font" Target="fonts/RobotoMedium-bold.fntdata"/><Relationship Id="rId79" Type="http://schemas.openxmlformats.org/officeDocument/2006/relationships/font" Target="fonts/RobotoMedium-italic.fntdata"/><Relationship Id="rId80" Type="http://schemas.openxmlformats.org/officeDocument/2006/relationships/font" Target="fonts/RobotoMedium-boldItalic.fntdata"/><Relationship Id="rId81" Type="http://schemas.openxmlformats.org/officeDocument/2006/relationships/font" Target="fonts/AmaticSC-regular.fntdata"/><Relationship Id="rId82" Type="http://schemas.openxmlformats.org/officeDocument/2006/relationships/font" Target="fonts/AmaticSC-bold.fntdata"/><Relationship Id="rId83" Type="http://schemas.openxmlformats.org/officeDocument/2006/relationships/font" Target="fonts/Anaheim-regular.fntdata"/><Relationship Id="rId84" Type="http://schemas.openxmlformats.org/officeDocument/2006/relationships/font" Target="fonts/Anaheim-bold.fntdata"/><Relationship Id="rId85" Type="http://schemas.openxmlformats.org/officeDocument/2006/relationships/font" Target="fonts/BebasNeue-regular.fntdata"/><Relationship Id="rId86" Type="http://schemas.openxmlformats.org/officeDocument/2006/relationships/font" Target="fonts/LibreBaskerville-regular.fntdata"/><Relationship Id="rId87" Type="http://schemas.openxmlformats.org/officeDocument/2006/relationships/font" Target="fonts/LibreBaskerville-bold.fntdata"/><Relationship Id="rId88" Type="http://schemas.openxmlformats.org/officeDocument/2006/relationships/font" Target="fonts/LibreBaskerville-italic.fntdata"/><Relationship Id="rId89" Type="http://schemas.openxmlformats.org/officeDocument/2006/relationships/font" Target="fonts/LibreBaskerville-boldItalic.fntdata"/><Relationship Id="rId90" Type="http://schemas.openxmlformats.org/officeDocument/2006/relationships/font" Target="fonts/ProximaNovaSemibold-regular.fntdata"/><Relationship Id="rId91" Type="http://schemas.openxmlformats.org/officeDocument/2006/relationships/font" Target="fonts/ProximaNovaSemibold-bold.fntdata"/><Relationship Id="rId92" Type="http://schemas.openxmlformats.org/officeDocument/2006/relationships/font" Target="fonts/ProximaNovaSemibold-boldItalic.fntdata"/><Relationship Id="rId93" Type="http://schemas.openxmlformats.org/officeDocument/2006/relationships/font" Target="fonts/PTSans-regular.fntdata"/><Relationship Id="rId94" Type="http://schemas.openxmlformats.org/officeDocument/2006/relationships/font" Target="fonts/PTSans-bold.fntdata"/><Relationship Id="rId95" Type="http://schemas.openxmlformats.org/officeDocument/2006/relationships/font" Target="fonts/PTSans-italic.fntdata"/><Relationship Id="rId96" Type="http://schemas.openxmlformats.org/officeDocument/2006/relationships/font" Target="fonts/PTSans-boldItalic.fntdata"/><Relationship Id="rId97" Type="http://schemas.openxmlformats.org/officeDocument/2006/relationships/slide" Target="slides/slide6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14072739ea5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14072739ea5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 rot="-33946">
            <a:off x="208521" y="115071"/>
            <a:ext cx="8728591" cy="4878962"/>
            <a:chOff x="315425" y="364350"/>
            <a:chExt cx="3145625" cy="2299225"/>
          </a:xfrm>
        </p:grpSpPr>
        <p:sp>
          <p:nvSpPr>
            <p:cNvPr id="11" name="Google Shape;11;p2"/>
            <p:cNvSpPr/>
            <p:nvPr/>
          </p:nvSpPr>
          <p:spPr>
            <a:xfrm>
              <a:off x="332275" y="374100"/>
              <a:ext cx="3126050" cy="2279075"/>
            </a:xfrm>
            <a:custGeom>
              <a:rect b="b" l="l" r="r" t="t"/>
              <a:pathLst>
                <a:path extrusionOk="0" h="91163" w="125042">
                  <a:moveTo>
                    <a:pt x="6040" y="0"/>
                  </a:moveTo>
                  <a:cubicBezTo>
                    <a:pt x="5232" y="0"/>
                    <a:pt x="4419" y="21"/>
                    <a:pt x="3596" y="63"/>
                  </a:cubicBezTo>
                  <a:cubicBezTo>
                    <a:pt x="3139" y="63"/>
                    <a:pt x="2626" y="405"/>
                    <a:pt x="2283" y="690"/>
                  </a:cubicBezTo>
                  <a:cubicBezTo>
                    <a:pt x="2112" y="5484"/>
                    <a:pt x="1941" y="10335"/>
                    <a:pt x="1770" y="15129"/>
                  </a:cubicBezTo>
                  <a:cubicBezTo>
                    <a:pt x="1313" y="28712"/>
                    <a:pt x="1142" y="42294"/>
                    <a:pt x="685" y="55877"/>
                  </a:cubicBezTo>
                  <a:cubicBezTo>
                    <a:pt x="514" y="61128"/>
                    <a:pt x="685" y="66378"/>
                    <a:pt x="286" y="71628"/>
                  </a:cubicBezTo>
                  <a:cubicBezTo>
                    <a:pt x="1" y="75224"/>
                    <a:pt x="400" y="78876"/>
                    <a:pt x="115" y="82472"/>
                  </a:cubicBezTo>
                  <a:cubicBezTo>
                    <a:pt x="1" y="83727"/>
                    <a:pt x="58" y="85040"/>
                    <a:pt x="58" y="86295"/>
                  </a:cubicBezTo>
                  <a:cubicBezTo>
                    <a:pt x="58" y="87266"/>
                    <a:pt x="8276" y="87608"/>
                    <a:pt x="9417" y="87665"/>
                  </a:cubicBezTo>
                  <a:cubicBezTo>
                    <a:pt x="12271" y="87836"/>
                    <a:pt x="15124" y="87836"/>
                    <a:pt x="17921" y="88008"/>
                  </a:cubicBezTo>
                  <a:cubicBezTo>
                    <a:pt x="23114" y="88236"/>
                    <a:pt x="28250" y="88521"/>
                    <a:pt x="33444" y="88864"/>
                  </a:cubicBezTo>
                  <a:cubicBezTo>
                    <a:pt x="41262" y="89320"/>
                    <a:pt x="49195" y="89606"/>
                    <a:pt x="57014" y="89891"/>
                  </a:cubicBezTo>
                  <a:cubicBezTo>
                    <a:pt x="58612" y="89948"/>
                    <a:pt x="60210" y="90005"/>
                    <a:pt x="61808" y="90062"/>
                  </a:cubicBezTo>
                  <a:cubicBezTo>
                    <a:pt x="68485" y="90233"/>
                    <a:pt x="75219" y="90405"/>
                    <a:pt x="81896" y="90576"/>
                  </a:cubicBezTo>
                  <a:cubicBezTo>
                    <a:pt x="83897" y="90645"/>
                    <a:pt x="85892" y="90656"/>
                    <a:pt x="87884" y="90656"/>
                  </a:cubicBezTo>
                  <a:cubicBezTo>
                    <a:pt x="88900" y="90656"/>
                    <a:pt x="89916" y="90653"/>
                    <a:pt x="90931" y="90653"/>
                  </a:cubicBezTo>
                  <a:cubicBezTo>
                    <a:pt x="94507" y="90653"/>
                    <a:pt x="98075" y="90691"/>
                    <a:pt x="101642" y="91032"/>
                  </a:cubicBezTo>
                  <a:cubicBezTo>
                    <a:pt x="102773" y="91129"/>
                    <a:pt x="103898" y="91162"/>
                    <a:pt x="105023" y="91162"/>
                  </a:cubicBezTo>
                  <a:cubicBezTo>
                    <a:pt x="107412" y="91162"/>
                    <a:pt x="109799" y="91013"/>
                    <a:pt x="112219" y="91013"/>
                  </a:cubicBezTo>
                  <a:cubicBezTo>
                    <a:pt x="112687" y="91013"/>
                    <a:pt x="113156" y="91019"/>
                    <a:pt x="113627" y="91032"/>
                  </a:cubicBezTo>
                  <a:cubicBezTo>
                    <a:pt x="114693" y="91070"/>
                    <a:pt x="115758" y="91089"/>
                    <a:pt x="116821" y="91089"/>
                  </a:cubicBezTo>
                  <a:cubicBezTo>
                    <a:pt x="118947" y="91089"/>
                    <a:pt x="121065" y="91013"/>
                    <a:pt x="123158" y="90861"/>
                  </a:cubicBezTo>
                  <a:cubicBezTo>
                    <a:pt x="123329" y="90861"/>
                    <a:pt x="123557" y="90861"/>
                    <a:pt x="123672" y="90747"/>
                  </a:cubicBezTo>
                  <a:cubicBezTo>
                    <a:pt x="123786" y="90633"/>
                    <a:pt x="123786" y="90576"/>
                    <a:pt x="123672" y="90519"/>
                  </a:cubicBezTo>
                  <a:cubicBezTo>
                    <a:pt x="124413" y="86067"/>
                    <a:pt x="123957" y="81216"/>
                    <a:pt x="124014" y="76651"/>
                  </a:cubicBezTo>
                  <a:cubicBezTo>
                    <a:pt x="124014" y="73797"/>
                    <a:pt x="124299" y="71115"/>
                    <a:pt x="124299" y="68204"/>
                  </a:cubicBezTo>
                  <a:cubicBezTo>
                    <a:pt x="124242" y="65065"/>
                    <a:pt x="124699" y="61927"/>
                    <a:pt x="124699" y="58788"/>
                  </a:cubicBezTo>
                  <a:cubicBezTo>
                    <a:pt x="124642" y="51939"/>
                    <a:pt x="124699" y="45091"/>
                    <a:pt x="124870" y="38300"/>
                  </a:cubicBezTo>
                  <a:cubicBezTo>
                    <a:pt x="125041" y="31736"/>
                    <a:pt x="124870" y="25230"/>
                    <a:pt x="124927" y="18724"/>
                  </a:cubicBezTo>
                  <a:cubicBezTo>
                    <a:pt x="124984" y="13303"/>
                    <a:pt x="124984" y="7938"/>
                    <a:pt x="125041" y="2517"/>
                  </a:cubicBezTo>
                  <a:cubicBezTo>
                    <a:pt x="123254" y="2342"/>
                    <a:pt x="121466" y="2268"/>
                    <a:pt x="119679" y="2268"/>
                  </a:cubicBezTo>
                  <a:cubicBezTo>
                    <a:pt x="119126" y="2268"/>
                    <a:pt x="118574" y="2275"/>
                    <a:pt x="118022" y="2288"/>
                  </a:cubicBezTo>
                  <a:cubicBezTo>
                    <a:pt x="116709" y="2345"/>
                    <a:pt x="115396" y="2402"/>
                    <a:pt x="114141" y="2460"/>
                  </a:cubicBezTo>
                  <a:cubicBezTo>
                    <a:pt x="114341" y="2574"/>
                    <a:pt x="114498" y="2588"/>
                    <a:pt x="114662" y="2588"/>
                  </a:cubicBezTo>
                  <a:cubicBezTo>
                    <a:pt x="114716" y="2588"/>
                    <a:pt x="114772" y="2586"/>
                    <a:pt x="114830" y="2586"/>
                  </a:cubicBezTo>
                  <a:cubicBezTo>
                    <a:pt x="114946" y="2586"/>
                    <a:pt x="115073" y="2593"/>
                    <a:pt x="115225" y="2631"/>
                  </a:cubicBezTo>
                  <a:cubicBezTo>
                    <a:pt x="115453" y="2688"/>
                    <a:pt x="115739" y="2859"/>
                    <a:pt x="115739" y="3144"/>
                  </a:cubicBezTo>
                  <a:cubicBezTo>
                    <a:pt x="115796" y="3373"/>
                    <a:pt x="115739" y="3601"/>
                    <a:pt x="115739" y="3772"/>
                  </a:cubicBezTo>
                  <a:cubicBezTo>
                    <a:pt x="115739" y="3770"/>
                    <a:pt x="115746" y="3769"/>
                    <a:pt x="115760" y="3769"/>
                  </a:cubicBezTo>
                  <a:cubicBezTo>
                    <a:pt x="116121" y="3769"/>
                    <a:pt x="121004" y="4459"/>
                    <a:pt x="121389" y="4514"/>
                  </a:cubicBezTo>
                  <a:cubicBezTo>
                    <a:pt x="121674" y="4571"/>
                    <a:pt x="121788" y="4742"/>
                    <a:pt x="121902" y="4971"/>
                  </a:cubicBezTo>
                  <a:cubicBezTo>
                    <a:pt x="122074" y="5256"/>
                    <a:pt x="122074" y="5541"/>
                    <a:pt x="122074" y="5827"/>
                  </a:cubicBezTo>
                  <a:cubicBezTo>
                    <a:pt x="122188" y="9879"/>
                    <a:pt x="122245" y="13874"/>
                    <a:pt x="122245" y="17868"/>
                  </a:cubicBezTo>
                  <a:cubicBezTo>
                    <a:pt x="122188" y="30538"/>
                    <a:pt x="121845" y="43150"/>
                    <a:pt x="121446" y="55820"/>
                  </a:cubicBezTo>
                  <a:cubicBezTo>
                    <a:pt x="121103" y="66720"/>
                    <a:pt x="121275" y="77678"/>
                    <a:pt x="121160" y="88578"/>
                  </a:cubicBezTo>
                  <a:cubicBezTo>
                    <a:pt x="121160" y="88864"/>
                    <a:pt x="121046" y="88921"/>
                    <a:pt x="120761" y="89035"/>
                  </a:cubicBezTo>
                  <a:cubicBezTo>
                    <a:pt x="120590" y="89138"/>
                    <a:pt x="120419" y="89158"/>
                    <a:pt x="120235" y="89158"/>
                  </a:cubicBezTo>
                  <a:cubicBezTo>
                    <a:pt x="120113" y="89158"/>
                    <a:pt x="119985" y="89149"/>
                    <a:pt x="119848" y="89149"/>
                  </a:cubicBezTo>
                  <a:cubicBezTo>
                    <a:pt x="119334" y="89149"/>
                    <a:pt x="118821" y="89149"/>
                    <a:pt x="118307" y="89092"/>
                  </a:cubicBezTo>
                  <a:cubicBezTo>
                    <a:pt x="117108" y="89092"/>
                    <a:pt x="115910" y="89035"/>
                    <a:pt x="114826" y="88521"/>
                  </a:cubicBezTo>
                  <a:cubicBezTo>
                    <a:pt x="114792" y="88505"/>
                    <a:pt x="114754" y="88498"/>
                    <a:pt x="114715" y="88498"/>
                  </a:cubicBezTo>
                  <a:cubicBezTo>
                    <a:pt x="114621" y="88498"/>
                    <a:pt x="114524" y="88538"/>
                    <a:pt x="114483" y="88578"/>
                  </a:cubicBezTo>
                  <a:cubicBezTo>
                    <a:pt x="114483" y="88921"/>
                    <a:pt x="114483" y="89206"/>
                    <a:pt x="114426" y="89548"/>
                  </a:cubicBezTo>
                  <a:cubicBezTo>
                    <a:pt x="112714" y="89548"/>
                    <a:pt x="110945" y="89606"/>
                    <a:pt x="109233" y="89663"/>
                  </a:cubicBezTo>
                  <a:cubicBezTo>
                    <a:pt x="108856" y="89674"/>
                    <a:pt x="108473" y="89679"/>
                    <a:pt x="108085" y="89679"/>
                  </a:cubicBezTo>
                  <a:cubicBezTo>
                    <a:pt x="106532" y="89679"/>
                    <a:pt x="104907" y="89606"/>
                    <a:pt x="103355" y="89606"/>
                  </a:cubicBezTo>
                  <a:cubicBezTo>
                    <a:pt x="95479" y="89491"/>
                    <a:pt x="87546" y="89377"/>
                    <a:pt x="79670" y="88864"/>
                  </a:cubicBezTo>
                  <a:cubicBezTo>
                    <a:pt x="74591" y="88578"/>
                    <a:pt x="69512" y="88065"/>
                    <a:pt x="64433" y="87551"/>
                  </a:cubicBezTo>
                  <a:cubicBezTo>
                    <a:pt x="63976" y="87494"/>
                    <a:pt x="63348" y="87209"/>
                    <a:pt x="63577" y="86809"/>
                  </a:cubicBezTo>
                  <a:lnTo>
                    <a:pt x="63577" y="86809"/>
                  </a:lnTo>
                  <a:cubicBezTo>
                    <a:pt x="62243" y="87515"/>
                    <a:pt x="60722" y="87655"/>
                    <a:pt x="59196" y="87655"/>
                  </a:cubicBezTo>
                  <a:cubicBezTo>
                    <a:pt x="58502" y="87655"/>
                    <a:pt x="57806" y="87626"/>
                    <a:pt x="57128" y="87608"/>
                  </a:cubicBezTo>
                  <a:cubicBezTo>
                    <a:pt x="51307" y="87437"/>
                    <a:pt x="45600" y="87037"/>
                    <a:pt x="39778" y="86866"/>
                  </a:cubicBezTo>
                  <a:cubicBezTo>
                    <a:pt x="33786" y="86638"/>
                    <a:pt x="27737" y="86410"/>
                    <a:pt x="21744" y="86124"/>
                  </a:cubicBezTo>
                  <a:cubicBezTo>
                    <a:pt x="20330" y="86070"/>
                    <a:pt x="18902" y="86003"/>
                    <a:pt x="17481" y="86003"/>
                  </a:cubicBezTo>
                  <a:cubicBezTo>
                    <a:pt x="15919" y="86003"/>
                    <a:pt x="14365" y="86084"/>
                    <a:pt x="12841" y="86353"/>
                  </a:cubicBezTo>
                  <a:cubicBezTo>
                    <a:pt x="12841" y="85953"/>
                    <a:pt x="12784" y="85554"/>
                    <a:pt x="12670" y="85211"/>
                  </a:cubicBezTo>
                  <a:cubicBezTo>
                    <a:pt x="11751" y="85458"/>
                    <a:pt x="10788" y="85484"/>
                    <a:pt x="9822" y="85484"/>
                  </a:cubicBezTo>
                  <a:cubicBezTo>
                    <a:pt x="9558" y="85484"/>
                    <a:pt x="9295" y="85482"/>
                    <a:pt x="9032" y="85482"/>
                  </a:cubicBezTo>
                  <a:cubicBezTo>
                    <a:pt x="7805" y="85482"/>
                    <a:pt x="6592" y="85525"/>
                    <a:pt x="5479" y="86010"/>
                  </a:cubicBezTo>
                  <a:cubicBezTo>
                    <a:pt x="5479" y="85839"/>
                    <a:pt x="5422" y="85725"/>
                    <a:pt x="5365" y="85554"/>
                  </a:cubicBezTo>
                  <a:cubicBezTo>
                    <a:pt x="5184" y="85563"/>
                    <a:pt x="5002" y="85568"/>
                    <a:pt x="4819" y="85568"/>
                  </a:cubicBezTo>
                  <a:cubicBezTo>
                    <a:pt x="3902" y="85568"/>
                    <a:pt x="2959" y="85449"/>
                    <a:pt x="2055" y="85211"/>
                  </a:cubicBezTo>
                  <a:cubicBezTo>
                    <a:pt x="2455" y="80588"/>
                    <a:pt x="2740" y="75566"/>
                    <a:pt x="2968" y="70944"/>
                  </a:cubicBezTo>
                  <a:cubicBezTo>
                    <a:pt x="3139" y="67634"/>
                    <a:pt x="3025" y="64209"/>
                    <a:pt x="3082" y="60956"/>
                  </a:cubicBezTo>
                  <a:cubicBezTo>
                    <a:pt x="3082" y="59415"/>
                    <a:pt x="3139" y="57875"/>
                    <a:pt x="3082" y="56334"/>
                  </a:cubicBezTo>
                  <a:cubicBezTo>
                    <a:pt x="2854" y="50855"/>
                    <a:pt x="2797" y="45262"/>
                    <a:pt x="3254" y="39783"/>
                  </a:cubicBezTo>
                  <a:cubicBezTo>
                    <a:pt x="3425" y="37101"/>
                    <a:pt x="3197" y="34248"/>
                    <a:pt x="3139" y="31565"/>
                  </a:cubicBezTo>
                  <a:cubicBezTo>
                    <a:pt x="3139" y="29967"/>
                    <a:pt x="3311" y="28426"/>
                    <a:pt x="3425" y="26886"/>
                  </a:cubicBezTo>
                  <a:cubicBezTo>
                    <a:pt x="3596" y="25002"/>
                    <a:pt x="3425" y="23119"/>
                    <a:pt x="3482" y="21293"/>
                  </a:cubicBezTo>
                  <a:cubicBezTo>
                    <a:pt x="3653" y="15015"/>
                    <a:pt x="3938" y="8908"/>
                    <a:pt x="4224" y="2688"/>
                  </a:cubicBezTo>
                  <a:cubicBezTo>
                    <a:pt x="4224" y="2692"/>
                    <a:pt x="4227" y="2694"/>
                    <a:pt x="4232" y="2694"/>
                  </a:cubicBezTo>
                  <a:cubicBezTo>
                    <a:pt x="4299" y="2694"/>
                    <a:pt x="4737" y="2398"/>
                    <a:pt x="4737" y="2345"/>
                  </a:cubicBezTo>
                  <a:cubicBezTo>
                    <a:pt x="4909" y="2174"/>
                    <a:pt x="5080" y="2117"/>
                    <a:pt x="5308" y="2060"/>
                  </a:cubicBezTo>
                  <a:cubicBezTo>
                    <a:pt x="5651" y="2003"/>
                    <a:pt x="5936" y="2003"/>
                    <a:pt x="6278" y="1889"/>
                  </a:cubicBezTo>
                  <a:cubicBezTo>
                    <a:pt x="6488" y="1847"/>
                    <a:pt x="6760" y="1712"/>
                    <a:pt x="7003" y="1712"/>
                  </a:cubicBezTo>
                  <a:cubicBezTo>
                    <a:pt x="7090" y="1712"/>
                    <a:pt x="7173" y="1729"/>
                    <a:pt x="7249" y="1775"/>
                  </a:cubicBezTo>
                  <a:cubicBezTo>
                    <a:pt x="7306" y="1832"/>
                    <a:pt x="7363" y="1889"/>
                    <a:pt x="7420" y="1946"/>
                  </a:cubicBezTo>
                  <a:cubicBezTo>
                    <a:pt x="7534" y="2022"/>
                    <a:pt x="7692" y="2047"/>
                    <a:pt x="7868" y="2047"/>
                  </a:cubicBezTo>
                  <a:cubicBezTo>
                    <a:pt x="8219" y="2047"/>
                    <a:pt x="8637" y="1946"/>
                    <a:pt x="8904" y="1946"/>
                  </a:cubicBezTo>
                  <a:cubicBezTo>
                    <a:pt x="9417" y="1889"/>
                    <a:pt x="9988" y="1775"/>
                    <a:pt x="10502" y="1603"/>
                  </a:cubicBezTo>
                  <a:cubicBezTo>
                    <a:pt x="11015" y="1432"/>
                    <a:pt x="11529" y="1318"/>
                    <a:pt x="12099" y="1147"/>
                  </a:cubicBezTo>
                  <a:cubicBezTo>
                    <a:pt x="12328" y="1033"/>
                    <a:pt x="12613" y="976"/>
                    <a:pt x="12898" y="919"/>
                  </a:cubicBezTo>
                  <a:cubicBezTo>
                    <a:pt x="13070" y="862"/>
                    <a:pt x="13469" y="690"/>
                    <a:pt x="13640" y="690"/>
                  </a:cubicBezTo>
                  <a:lnTo>
                    <a:pt x="13697" y="690"/>
                  </a:lnTo>
                  <a:cubicBezTo>
                    <a:pt x="11096" y="213"/>
                    <a:pt x="8594" y="0"/>
                    <a:pt x="60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380800" y="371375"/>
              <a:ext cx="3011900" cy="2247175"/>
            </a:xfrm>
            <a:custGeom>
              <a:rect b="b" l="l" r="r" t="t"/>
              <a:pathLst>
                <a:path extrusionOk="0" h="89887" w="120476">
                  <a:moveTo>
                    <a:pt x="13982" y="0"/>
                  </a:moveTo>
                  <a:lnTo>
                    <a:pt x="13982" y="742"/>
                  </a:lnTo>
                  <a:cubicBezTo>
                    <a:pt x="13354" y="742"/>
                    <a:pt x="12613" y="856"/>
                    <a:pt x="11985" y="913"/>
                  </a:cubicBezTo>
                  <a:cubicBezTo>
                    <a:pt x="11471" y="913"/>
                    <a:pt x="10957" y="913"/>
                    <a:pt x="10444" y="1085"/>
                  </a:cubicBezTo>
                  <a:cubicBezTo>
                    <a:pt x="10158" y="1199"/>
                    <a:pt x="9930" y="1370"/>
                    <a:pt x="9588" y="1484"/>
                  </a:cubicBezTo>
                  <a:cubicBezTo>
                    <a:pt x="9017" y="1712"/>
                    <a:pt x="8332" y="1770"/>
                    <a:pt x="7704" y="1884"/>
                  </a:cubicBezTo>
                  <a:cubicBezTo>
                    <a:pt x="7248" y="1998"/>
                    <a:pt x="6848" y="2169"/>
                    <a:pt x="6392" y="2226"/>
                  </a:cubicBezTo>
                  <a:cubicBezTo>
                    <a:pt x="6164" y="2226"/>
                    <a:pt x="5935" y="2226"/>
                    <a:pt x="5764" y="2169"/>
                  </a:cubicBezTo>
                  <a:cubicBezTo>
                    <a:pt x="5536" y="2055"/>
                    <a:pt x="5422" y="1884"/>
                    <a:pt x="5193" y="1827"/>
                  </a:cubicBezTo>
                  <a:lnTo>
                    <a:pt x="4965" y="1827"/>
                  </a:lnTo>
                  <a:cubicBezTo>
                    <a:pt x="4509" y="1884"/>
                    <a:pt x="4052" y="1884"/>
                    <a:pt x="3595" y="2055"/>
                  </a:cubicBezTo>
                  <a:cubicBezTo>
                    <a:pt x="3139" y="2169"/>
                    <a:pt x="2625" y="2340"/>
                    <a:pt x="2340" y="2740"/>
                  </a:cubicBezTo>
                  <a:cubicBezTo>
                    <a:pt x="1769" y="3482"/>
                    <a:pt x="2169" y="5194"/>
                    <a:pt x="2112" y="6107"/>
                  </a:cubicBezTo>
                  <a:cubicBezTo>
                    <a:pt x="1997" y="7477"/>
                    <a:pt x="1883" y="8903"/>
                    <a:pt x="1826" y="10330"/>
                  </a:cubicBezTo>
                  <a:cubicBezTo>
                    <a:pt x="1655" y="13241"/>
                    <a:pt x="1541" y="16094"/>
                    <a:pt x="1427" y="19005"/>
                  </a:cubicBezTo>
                  <a:cubicBezTo>
                    <a:pt x="1256" y="24712"/>
                    <a:pt x="1198" y="30476"/>
                    <a:pt x="1256" y="36183"/>
                  </a:cubicBezTo>
                  <a:cubicBezTo>
                    <a:pt x="1370" y="45942"/>
                    <a:pt x="1141" y="55472"/>
                    <a:pt x="1084" y="65231"/>
                  </a:cubicBezTo>
                  <a:cubicBezTo>
                    <a:pt x="1084" y="68542"/>
                    <a:pt x="1084" y="71852"/>
                    <a:pt x="970" y="75162"/>
                  </a:cubicBezTo>
                  <a:cubicBezTo>
                    <a:pt x="799" y="78358"/>
                    <a:pt x="856" y="81896"/>
                    <a:pt x="57" y="85035"/>
                  </a:cubicBezTo>
                  <a:cubicBezTo>
                    <a:pt x="57" y="85092"/>
                    <a:pt x="0" y="85206"/>
                    <a:pt x="57" y="85263"/>
                  </a:cubicBezTo>
                  <a:cubicBezTo>
                    <a:pt x="114" y="85377"/>
                    <a:pt x="285" y="85434"/>
                    <a:pt x="400" y="85434"/>
                  </a:cubicBezTo>
                  <a:cubicBezTo>
                    <a:pt x="1484" y="85548"/>
                    <a:pt x="2511" y="85720"/>
                    <a:pt x="3595" y="85834"/>
                  </a:cubicBezTo>
                  <a:cubicBezTo>
                    <a:pt x="3652" y="85948"/>
                    <a:pt x="3652" y="86119"/>
                    <a:pt x="3538" y="86233"/>
                  </a:cubicBezTo>
                  <a:cubicBezTo>
                    <a:pt x="4337" y="85891"/>
                    <a:pt x="5250" y="85663"/>
                    <a:pt x="6107" y="85606"/>
                  </a:cubicBezTo>
                  <a:cubicBezTo>
                    <a:pt x="6601" y="85567"/>
                    <a:pt x="7108" y="85561"/>
                    <a:pt x="7618" y="85561"/>
                  </a:cubicBezTo>
                  <a:cubicBezTo>
                    <a:pt x="7873" y="85561"/>
                    <a:pt x="8128" y="85563"/>
                    <a:pt x="8382" y="85563"/>
                  </a:cubicBezTo>
                  <a:cubicBezTo>
                    <a:pt x="9145" y="85563"/>
                    <a:pt x="9902" y="85548"/>
                    <a:pt x="10615" y="85434"/>
                  </a:cubicBezTo>
                  <a:cubicBezTo>
                    <a:pt x="10615" y="85948"/>
                    <a:pt x="10729" y="86290"/>
                    <a:pt x="10843" y="86804"/>
                  </a:cubicBezTo>
                  <a:cubicBezTo>
                    <a:pt x="10847" y="86811"/>
                    <a:pt x="10864" y="86814"/>
                    <a:pt x="10893" y="86814"/>
                  </a:cubicBezTo>
                  <a:cubicBezTo>
                    <a:pt x="11358" y="86814"/>
                    <a:pt x="14919" y="86005"/>
                    <a:pt x="15295" y="86005"/>
                  </a:cubicBezTo>
                  <a:cubicBezTo>
                    <a:pt x="15923" y="86005"/>
                    <a:pt x="16607" y="86347"/>
                    <a:pt x="17235" y="86404"/>
                  </a:cubicBezTo>
                  <a:cubicBezTo>
                    <a:pt x="17482" y="86424"/>
                    <a:pt x="17736" y="86430"/>
                    <a:pt x="17992" y="86430"/>
                  </a:cubicBezTo>
                  <a:cubicBezTo>
                    <a:pt x="18503" y="86430"/>
                    <a:pt x="19023" y="86404"/>
                    <a:pt x="19518" y="86404"/>
                  </a:cubicBezTo>
                  <a:cubicBezTo>
                    <a:pt x="20365" y="86364"/>
                    <a:pt x="21212" y="86347"/>
                    <a:pt x="22059" y="86347"/>
                  </a:cubicBezTo>
                  <a:cubicBezTo>
                    <a:pt x="26006" y="86347"/>
                    <a:pt x="29953" y="86720"/>
                    <a:pt x="33900" y="86861"/>
                  </a:cubicBezTo>
                  <a:cubicBezTo>
                    <a:pt x="39036" y="86975"/>
                    <a:pt x="44172" y="87203"/>
                    <a:pt x="49309" y="87489"/>
                  </a:cubicBezTo>
                  <a:cubicBezTo>
                    <a:pt x="51510" y="87621"/>
                    <a:pt x="53814" y="87923"/>
                    <a:pt x="56062" y="87923"/>
                  </a:cubicBezTo>
                  <a:cubicBezTo>
                    <a:pt x="56728" y="87923"/>
                    <a:pt x="57388" y="87896"/>
                    <a:pt x="58040" y="87831"/>
                  </a:cubicBezTo>
                  <a:cubicBezTo>
                    <a:pt x="59296" y="87660"/>
                    <a:pt x="60494" y="87318"/>
                    <a:pt x="61636" y="86975"/>
                  </a:cubicBezTo>
                  <a:cubicBezTo>
                    <a:pt x="62321" y="87660"/>
                    <a:pt x="63348" y="87774"/>
                    <a:pt x="64318" y="87888"/>
                  </a:cubicBezTo>
                  <a:cubicBezTo>
                    <a:pt x="67799" y="88231"/>
                    <a:pt x="71224" y="88516"/>
                    <a:pt x="74705" y="88859"/>
                  </a:cubicBezTo>
                  <a:cubicBezTo>
                    <a:pt x="82906" y="89638"/>
                    <a:pt x="91204" y="89886"/>
                    <a:pt x="99472" y="89886"/>
                  </a:cubicBezTo>
                  <a:cubicBezTo>
                    <a:pt x="103920" y="89886"/>
                    <a:pt x="108359" y="89814"/>
                    <a:pt x="112771" y="89715"/>
                  </a:cubicBezTo>
                  <a:cubicBezTo>
                    <a:pt x="112656" y="89429"/>
                    <a:pt x="112542" y="88973"/>
                    <a:pt x="112599" y="88687"/>
                  </a:cubicBezTo>
                  <a:lnTo>
                    <a:pt x="112599" y="88687"/>
                  </a:lnTo>
                  <a:cubicBezTo>
                    <a:pt x="113741" y="89030"/>
                    <a:pt x="114996" y="89087"/>
                    <a:pt x="116195" y="89087"/>
                  </a:cubicBezTo>
                  <a:cubicBezTo>
                    <a:pt x="116591" y="89117"/>
                    <a:pt x="117377" y="89245"/>
                    <a:pt x="118076" y="89245"/>
                  </a:cubicBezTo>
                  <a:cubicBezTo>
                    <a:pt x="118686" y="89245"/>
                    <a:pt x="119231" y="89147"/>
                    <a:pt x="119391" y="88801"/>
                  </a:cubicBezTo>
                  <a:cubicBezTo>
                    <a:pt x="119505" y="88630"/>
                    <a:pt x="119219" y="87660"/>
                    <a:pt x="119219" y="87432"/>
                  </a:cubicBezTo>
                  <a:cubicBezTo>
                    <a:pt x="119219" y="86690"/>
                    <a:pt x="119219" y="85948"/>
                    <a:pt x="119219" y="85206"/>
                  </a:cubicBezTo>
                  <a:cubicBezTo>
                    <a:pt x="118877" y="82067"/>
                    <a:pt x="119334" y="78757"/>
                    <a:pt x="119277" y="75675"/>
                  </a:cubicBezTo>
                  <a:cubicBezTo>
                    <a:pt x="119277" y="72251"/>
                    <a:pt x="119277" y="68884"/>
                    <a:pt x="119505" y="65517"/>
                  </a:cubicBezTo>
                  <a:cubicBezTo>
                    <a:pt x="119790" y="61636"/>
                    <a:pt x="119505" y="57984"/>
                    <a:pt x="119676" y="54103"/>
                  </a:cubicBezTo>
                  <a:cubicBezTo>
                    <a:pt x="119904" y="48738"/>
                    <a:pt x="119790" y="43317"/>
                    <a:pt x="119904" y="37895"/>
                  </a:cubicBezTo>
                  <a:cubicBezTo>
                    <a:pt x="120133" y="29277"/>
                    <a:pt x="120418" y="20603"/>
                    <a:pt x="120418" y="11928"/>
                  </a:cubicBezTo>
                  <a:cubicBezTo>
                    <a:pt x="120475" y="9588"/>
                    <a:pt x="120475" y="7248"/>
                    <a:pt x="119961" y="4965"/>
                  </a:cubicBezTo>
                  <a:cubicBezTo>
                    <a:pt x="119505" y="4680"/>
                    <a:pt x="118934" y="4452"/>
                    <a:pt x="118363" y="4395"/>
                  </a:cubicBezTo>
                  <a:cubicBezTo>
                    <a:pt x="116823" y="4224"/>
                    <a:pt x="115282" y="3995"/>
                    <a:pt x="113741" y="3824"/>
                  </a:cubicBezTo>
                  <a:cubicBezTo>
                    <a:pt x="113798" y="3482"/>
                    <a:pt x="113684" y="3196"/>
                    <a:pt x="113684" y="2911"/>
                  </a:cubicBezTo>
                  <a:lnTo>
                    <a:pt x="113684" y="2854"/>
                  </a:lnTo>
                  <a:cubicBezTo>
                    <a:pt x="105922" y="2226"/>
                    <a:pt x="97989" y="2340"/>
                    <a:pt x="90228" y="2112"/>
                  </a:cubicBezTo>
                  <a:cubicBezTo>
                    <a:pt x="87809" y="2018"/>
                    <a:pt x="85390" y="1975"/>
                    <a:pt x="82970" y="1975"/>
                  </a:cubicBezTo>
                  <a:cubicBezTo>
                    <a:pt x="80995" y="1975"/>
                    <a:pt x="79020" y="2004"/>
                    <a:pt x="77045" y="2055"/>
                  </a:cubicBezTo>
                  <a:cubicBezTo>
                    <a:pt x="74876" y="2112"/>
                    <a:pt x="72650" y="2112"/>
                    <a:pt x="70482" y="2283"/>
                  </a:cubicBezTo>
                  <a:cubicBezTo>
                    <a:pt x="68760" y="2431"/>
                    <a:pt x="67081" y="2705"/>
                    <a:pt x="65371" y="2705"/>
                  </a:cubicBezTo>
                  <a:cubicBezTo>
                    <a:pt x="65097" y="2705"/>
                    <a:pt x="64822" y="2698"/>
                    <a:pt x="64546" y="2683"/>
                  </a:cubicBezTo>
                  <a:cubicBezTo>
                    <a:pt x="47654" y="1712"/>
                    <a:pt x="30704" y="2340"/>
                    <a:pt x="13982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64975" y="427025"/>
              <a:ext cx="265400" cy="1995625"/>
            </a:xfrm>
            <a:custGeom>
              <a:rect b="b" l="l" r="r" t="t"/>
              <a:pathLst>
                <a:path extrusionOk="0" h="79825" w="10616">
                  <a:moveTo>
                    <a:pt x="8618" y="0"/>
                  </a:moveTo>
                  <a:cubicBezTo>
                    <a:pt x="8504" y="3938"/>
                    <a:pt x="7933" y="7933"/>
                    <a:pt x="6963" y="11757"/>
                  </a:cubicBezTo>
                  <a:cubicBezTo>
                    <a:pt x="4623" y="9873"/>
                    <a:pt x="6563" y="5365"/>
                    <a:pt x="4337" y="3310"/>
                  </a:cubicBezTo>
                  <a:cubicBezTo>
                    <a:pt x="4109" y="6563"/>
                    <a:pt x="3881" y="9816"/>
                    <a:pt x="3710" y="13069"/>
                  </a:cubicBezTo>
                  <a:cubicBezTo>
                    <a:pt x="2055" y="11129"/>
                    <a:pt x="3367" y="7705"/>
                    <a:pt x="1427" y="6050"/>
                  </a:cubicBezTo>
                  <a:cubicBezTo>
                    <a:pt x="628" y="7134"/>
                    <a:pt x="571" y="8618"/>
                    <a:pt x="571" y="9987"/>
                  </a:cubicBezTo>
                  <a:cubicBezTo>
                    <a:pt x="514" y="29049"/>
                    <a:pt x="2568" y="48224"/>
                    <a:pt x="628" y="67172"/>
                  </a:cubicBezTo>
                  <a:cubicBezTo>
                    <a:pt x="343" y="69911"/>
                    <a:pt x="0" y="72707"/>
                    <a:pt x="685" y="75333"/>
                  </a:cubicBezTo>
                  <a:cubicBezTo>
                    <a:pt x="913" y="74191"/>
                    <a:pt x="1027" y="70596"/>
                    <a:pt x="2226" y="70082"/>
                  </a:cubicBezTo>
                  <a:cubicBezTo>
                    <a:pt x="2340" y="72536"/>
                    <a:pt x="2511" y="75047"/>
                    <a:pt x="2682" y="77558"/>
                  </a:cubicBezTo>
                  <a:cubicBezTo>
                    <a:pt x="2682" y="78015"/>
                    <a:pt x="2797" y="78586"/>
                    <a:pt x="3196" y="78700"/>
                  </a:cubicBezTo>
                  <a:cubicBezTo>
                    <a:pt x="3710" y="77102"/>
                    <a:pt x="4223" y="75504"/>
                    <a:pt x="4680" y="73906"/>
                  </a:cubicBezTo>
                  <a:cubicBezTo>
                    <a:pt x="5277" y="74721"/>
                    <a:pt x="5255" y="79825"/>
                    <a:pt x="6825" y="79825"/>
                  </a:cubicBezTo>
                  <a:cubicBezTo>
                    <a:pt x="6905" y="79825"/>
                    <a:pt x="6989" y="79812"/>
                    <a:pt x="7077" y="79784"/>
                  </a:cubicBezTo>
                  <a:cubicBezTo>
                    <a:pt x="7533" y="79613"/>
                    <a:pt x="7705" y="78985"/>
                    <a:pt x="7705" y="78471"/>
                  </a:cubicBezTo>
                  <a:cubicBezTo>
                    <a:pt x="7876" y="75047"/>
                    <a:pt x="7362" y="71794"/>
                    <a:pt x="7590" y="68427"/>
                  </a:cubicBezTo>
                  <a:cubicBezTo>
                    <a:pt x="7876" y="64261"/>
                    <a:pt x="8104" y="60152"/>
                    <a:pt x="8389" y="55986"/>
                  </a:cubicBezTo>
                  <a:cubicBezTo>
                    <a:pt x="8789" y="47882"/>
                    <a:pt x="9074" y="39664"/>
                    <a:pt x="8846" y="31503"/>
                  </a:cubicBezTo>
                  <a:cubicBezTo>
                    <a:pt x="8732" y="28250"/>
                    <a:pt x="8846" y="24997"/>
                    <a:pt x="9074" y="21687"/>
                  </a:cubicBezTo>
                  <a:cubicBezTo>
                    <a:pt x="9188" y="18434"/>
                    <a:pt x="9417" y="15124"/>
                    <a:pt x="9588" y="11814"/>
                  </a:cubicBezTo>
                  <a:cubicBezTo>
                    <a:pt x="9702" y="8960"/>
                    <a:pt x="10615" y="5707"/>
                    <a:pt x="10387" y="2911"/>
                  </a:cubicBezTo>
                  <a:cubicBezTo>
                    <a:pt x="10273" y="1712"/>
                    <a:pt x="9645" y="514"/>
                    <a:pt x="8618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77400" y="388275"/>
              <a:ext cx="194600" cy="443100"/>
            </a:xfrm>
            <a:custGeom>
              <a:rect b="b" l="l" r="r" t="t"/>
              <a:pathLst>
                <a:path extrusionOk="0" h="17724" w="7784">
                  <a:moveTo>
                    <a:pt x="4110" y="0"/>
                  </a:moveTo>
                  <a:cubicBezTo>
                    <a:pt x="769" y="0"/>
                    <a:pt x="944" y="2686"/>
                    <a:pt x="764" y="4803"/>
                  </a:cubicBezTo>
                  <a:cubicBezTo>
                    <a:pt x="220" y="11324"/>
                    <a:pt x="0" y="17723"/>
                    <a:pt x="236" y="17723"/>
                  </a:cubicBezTo>
                  <a:cubicBezTo>
                    <a:pt x="396" y="17723"/>
                    <a:pt x="768" y="14761"/>
                    <a:pt x="1392" y="6858"/>
                  </a:cubicBezTo>
                  <a:cubicBezTo>
                    <a:pt x="1729" y="2710"/>
                    <a:pt x="1048" y="723"/>
                    <a:pt x="4926" y="723"/>
                  </a:cubicBezTo>
                  <a:cubicBezTo>
                    <a:pt x="5638" y="723"/>
                    <a:pt x="6502" y="790"/>
                    <a:pt x="7555" y="922"/>
                  </a:cubicBezTo>
                  <a:cubicBezTo>
                    <a:pt x="7726" y="922"/>
                    <a:pt x="7783" y="694"/>
                    <a:pt x="7612" y="637"/>
                  </a:cubicBezTo>
                  <a:cubicBezTo>
                    <a:pt x="6145" y="192"/>
                    <a:pt x="5002" y="0"/>
                    <a:pt x="411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39875" y="1342150"/>
              <a:ext cx="48175" cy="889750"/>
            </a:xfrm>
            <a:custGeom>
              <a:rect b="b" l="l" r="r" t="t"/>
              <a:pathLst>
                <a:path extrusionOk="0" h="35590" w="1927">
                  <a:moveTo>
                    <a:pt x="1905" y="1"/>
                  </a:moveTo>
                  <a:cubicBezTo>
                    <a:pt x="1709" y="1"/>
                    <a:pt x="0" y="28005"/>
                    <a:pt x="1009" y="34961"/>
                  </a:cubicBezTo>
                  <a:cubicBezTo>
                    <a:pt x="1067" y="35386"/>
                    <a:pt x="1118" y="35589"/>
                    <a:pt x="1162" y="35589"/>
                  </a:cubicBezTo>
                  <a:cubicBezTo>
                    <a:pt x="1552" y="35589"/>
                    <a:pt x="1461" y="19812"/>
                    <a:pt x="1922" y="491"/>
                  </a:cubicBezTo>
                  <a:cubicBezTo>
                    <a:pt x="1926" y="157"/>
                    <a:pt x="1920" y="1"/>
                    <a:pt x="1905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74400" y="2549525"/>
              <a:ext cx="978375" cy="48975"/>
            </a:xfrm>
            <a:custGeom>
              <a:rect b="b" l="l" r="r" t="t"/>
              <a:pathLst>
                <a:path extrusionOk="0" h="1959" w="39135">
                  <a:moveTo>
                    <a:pt x="659" y="1"/>
                  </a:moveTo>
                  <a:cubicBezTo>
                    <a:pt x="48" y="1"/>
                    <a:pt x="1" y="25"/>
                    <a:pt x="687" y="77"/>
                  </a:cubicBezTo>
                  <a:cubicBezTo>
                    <a:pt x="7029" y="537"/>
                    <a:pt x="32169" y="1959"/>
                    <a:pt x="37639" y="1959"/>
                  </a:cubicBezTo>
                  <a:cubicBezTo>
                    <a:pt x="38962" y="1959"/>
                    <a:pt x="39134" y="1876"/>
                    <a:pt x="37611" y="1675"/>
                  </a:cubicBezTo>
                  <a:cubicBezTo>
                    <a:pt x="33005" y="1032"/>
                    <a:pt x="4671" y="1"/>
                    <a:pt x="659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831700" y="2580325"/>
              <a:ext cx="438125" cy="54225"/>
            </a:xfrm>
            <a:custGeom>
              <a:rect b="b" l="l" r="r" t="t"/>
              <a:pathLst>
                <a:path extrusionOk="0" h="2169" w="17525">
                  <a:moveTo>
                    <a:pt x="1416" y="0"/>
                  </a:moveTo>
                  <a:cubicBezTo>
                    <a:pt x="0" y="0"/>
                    <a:pt x="1463" y="356"/>
                    <a:pt x="9078" y="1299"/>
                  </a:cubicBezTo>
                  <a:cubicBezTo>
                    <a:pt x="14440" y="1988"/>
                    <a:pt x="15604" y="2168"/>
                    <a:pt x="16701" y="2168"/>
                  </a:cubicBezTo>
                  <a:cubicBezTo>
                    <a:pt x="16876" y="2168"/>
                    <a:pt x="17050" y="2163"/>
                    <a:pt x="17239" y="2156"/>
                  </a:cubicBezTo>
                  <a:cubicBezTo>
                    <a:pt x="17411" y="2156"/>
                    <a:pt x="17525" y="1870"/>
                    <a:pt x="17297" y="1813"/>
                  </a:cubicBezTo>
                  <a:lnTo>
                    <a:pt x="17297" y="1813"/>
                  </a:lnTo>
                  <a:lnTo>
                    <a:pt x="17297" y="1870"/>
                  </a:lnTo>
                  <a:cubicBezTo>
                    <a:pt x="14055" y="980"/>
                    <a:pt x="3767" y="0"/>
                    <a:pt x="1416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270350" y="463800"/>
              <a:ext cx="163725" cy="2104450"/>
            </a:xfrm>
            <a:custGeom>
              <a:rect b="b" l="l" r="r" t="t"/>
              <a:pathLst>
                <a:path extrusionOk="0" h="84178" w="6549">
                  <a:moveTo>
                    <a:pt x="1387" y="0"/>
                  </a:moveTo>
                  <a:cubicBezTo>
                    <a:pt x="497" y="0"/>
                    <a:pt x="1" y="143"/>
                    <a:pt x="613" y="184"/>
                  </a:cubicBezTo>
                  <a:cubicBezTo>
                    <a:pt x="6548" y="469"/>
                    <a:pt x="5007" y="1953"/>
                    <a:pt x="4722" y="15022"/>
                  </a:cubicBezTo>
                  <a:cubicBezTo>
                    <a:pt x="4551" y="25181"/>
                    <a:pt x="3466" y="73234"/>
                    <a:pt x="3866" y="83792"/>
                  </a:cubicBezTo>
                  <a:cubicBezTo>
                    <a:pt x="3866" y="84049"/>
                    <a:pt x="4051" y="84177"/>
                    <a:pt x="4237" y="84177"/>
                  </a:cubicBezTo>
                  <a:cubicBezTo>
                    <a:pt x="4422" y="84177"/>
                    <a:pt x="4608" y="84049"/>
                    <a:pt x="4608" y="83792"/>
                  </a:cubicBezTo>
                  <a:cubicBezTo>
                    <a:pt x="4608" y="83735"/>
                    <a:pt x="5863" y="2923"/>
                    <a:pt x="5863" y="2809"/>
                  </a:cubicBezTo>
                  <a:cubicBezTo>
                    <a:pt x="5863" y="462"/>
                    <a:pt x="2988" y="0"/>
                    <a:pt x="13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24075" y="797325"/>
              <a:ext cx="24275" cy="164950"/>
            </a:xfrm>
            <a:custGeom>
              <a:rect b="b" l="l" r="r" t="t"/>
              <a:pathLst>
                <a:path extrusionOk="0" h="6598" w="971">
                  <a:moveTo>
                    <a:pt x="776" y="1"/>
                  </a:moveTo>
                  <a:cubicBezTo>
                    <a:pt x="518" y="1"/>
                    <a:pt x="1" y="5735"/>
                    <a:pt x="266" y="6418"/>
                  </a:cubicBezTo>
                  <a:cubicBezTo>
                    <a:pt x="291" y="6492"/>
                    <a:pt x="401" y="6598"/>
                    <a:pt x="518" y="6598"/>
                  </a:cubicBezTo>
                  <a:cubicBezTo>
                    <a:pt x="671" y="6598"/>
                    <a:pt x="837" y="6414"/>
                    <a:pt x="837" y="5733"/>
                  </a:cubicBezTo>
                  <a:cubicBezTo>
                    <a:pt x="971" y="1453"/>
                    <a:pt x="906" y="1"/>
                    <a:pt x="7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346300" y="1024275"/>
              <a:ext cx="24625" cy="281675"/>
            </a:xfrm>
            <a:custGeom>
              <a:rect b="b" l="l" r="r" t="t"/>
              <a:pathLst>
                <a:path extrusionOk="0" h="11267" w="985">
                  <a:moveTo>
                    <a:pt x="818" y="1"/>
                  </a:moveTo>
                  <a:cubicBezTo>
                    <a:pt x="576" y="1"/>
                    <a:pt x="0" y="9256"/>
                    <a:pt x="257" y="10695"/>
                  </a:cubicBezTo>
                  <a:cubicBezTo>
                    <a:pt x="328" y="11091"/>
                    <a:pt x="392" y="11267"/>
                    <a:pt x="451" y="11267"/>
                  </a:cubicBezTo>
                  <a:cubicBezTo>
                    <a:pt x="866" y="11267"/>
                    <a:pt x="985" y="2465"/>
                    <a:pt x="885" y="365"/>
                  </a:cubicBezTo>
                  <a:cubicBezTo>
                    <a:pt x="868" y="114"/>
                    <a:pt x="845" y="1"/>
                    <a:pt x="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15425" y="364350"/>
              <a:ext cx="3145625" cy="2299225"/>
            </a:xfrm>
            <a:custGeom>
              <a:rect b="b" l="l" r="r" t="t"/>
              <a:pathLst>
                <a:path extrusionOk="0" h="91969" w="125825">
                  <a:moveTo>
                    <a:pt x="5583" y="2850"/>
                  </a:moveTo>
                  <a:cubicBezTo>
                    <a:pt x="3871" y="12494"/>
                    <a:pt x="6382" y="13065"/>
                    <a:pt x="4099" y="35551"/>
                  </a:cubicBezTo>
                  <a:cubicBezTo>
                    <a:pt x="3985" y="36920"/>
                    <a:pt x="3871" y="38119"/>
                    <a:pt x="3813" y="39203"/>
                  </a:cubicBezTo>
                  <a:cubicBezTo>
                    <a:pt x="3985" y="20370"/>
                    <a:pt x="4156" y="3249"/>
                    <a:pt x="5583" y="2850"/>
                  </a:cubicBezTo>
                  <a:close/>
                  <a:moveTo>
                    <a:pt x="15968" y="1147"/>
                  </a:moveTo>
                  <a:lnTo>
                    <a:pt x="15968" y="1147"/>
                  </a:lnTo>
                  <a:cubicBezTo>
                    <a:pt x="14600" y="13755"/>
                    <a:pt x="14485" y="24547"/>
                    <a:pt x="13344" y="67738"/>
                  </a:cubicBezTo>
                  <a:cubicBezTo>
                    <a:pt x="12881" y="84378"/>
                    <a:pt x="13283" y="85697"/>
                    <a:pt x="11922" y="85697"/>
                  </a:cubicBezTo>
                  <a:cubicBezTo>
                    <a:pt x="11665" y="85697"/>
                    <a:pt x="11347" y="85650"/>
                    <a:pt x="10948" y="85650"/>
                  </a:cubicBezTo>
                  <a:cubicBezTo>
                    <a:pt x="10857" y="85650"/>
                    <a:pt x="10761" y="85652"/>
                    <a:pt x="10662" y="85658"/>
                  </a:cubicBezTo>
                  <a:cubicBezTo>
                    <a:pt x="12488" y="69336"/>
                    <a:pt x="11461" y="53014"/>
                    <a:pt x="12146" y="36692"/>
                  </a:cubicBezTo>
                  <a:cubicBezTo>
                    <a:pt x="12659" y="24764"/>
                    <a:pt x="14200" y="12380"/>
                    <a:pt x="13687" y="1651"/>
                  </a:cubicBezTo>
                  <a:cubicBezTo>
                    <a:pt x="15464" y="1429"/>
                    <a:pt x="15944" y="1261"/>
                    <a:pt x="15968" y="1147"/>
                  </a:cubicBezTo>
                  <a:close/>
                  <a:moveTo>
                    <a:pt x="12872" y="1601"/>
                  </a:moveTo>
                  <a:cubicBezTo>
                    <a:pt x="13921" y="1601"/>
                    <a:pt x="13147" y="5802"/>
                    <a:pt x="11689" y="34695"/>
                  </a:cubicBezTo>
                  <a:cubicBezTo>
                    <a:pt x="10947" y="49932"/>
                    <a:pt x="11803" y="85658"/>
                    <a:pt x="9520" y="85658"/>
                  </a:cubicBezTo>
                  <a:cubicBezTo>
                    <a:pt x="9603" y="63452"/>
                    <a:pt x="9656" y="38779"/>
                    <a:pt x="9570" y="38779"/>
                  </a:cubicBezTo>
                  <a:cubicBezTo>
                    <a:pt x="9537" y="38779"/>
                    <a:pt x="9485" y="42296"/>
                    <a:pt x="9406" y="50788"/>
                  </a:cubicBezTo>
                  <a:cubicBezTo>
                    <a:pt x="9067" y="84545"/>
                    <a:pt x="9756" y="85832"/>
                    <a:pt x="8228" y="85832"/>
                  </a:cubicBezTo>
                  <a:cubicBezTo>
                    <a:pt x="8102" y="85832"/>
                    <a:pt x="7961" y="85824"/>
                    <a:pt x="7802" y="85824"/>
                  </a:cubicBezTo>
                  <a:cubicBezTo>
                    <a:pt x="7619" y="85824"/>
                    <a:pt x="7413" y="85835"/>
                    <a:pt x="7181" y="85887"/>
                  </a:cubicBezTo>
                  <a:lnTo>
                    <a:pt x="7181" y="85887"/>
                  </a:lnTo>
                  <a:cubicBezTo>
                    <a:pt x="7593" y="74803"/>
                    <a:pt x="7866" y="61438"/>
                    <a:pt x="7746" y="61438"/>
                  </a:cubicBezTo>
                  <a:cubicBezTo>
                    <a:pt x="7734" y="61438"/>
                    <a:pt x="7716" y="61591"/>
                    <a:pt x="7694" y="61917"/>
                  </a:cubicBezTo>
                  <a:cubicBezTo>
                    <a:pt x="5982" y="88283"/>
                    <a:pt x="7580" y="85658"/>
                    <a:pt x="5982" y="86172"/>
                  </a:cubicBezTo>
                  <a:cubicBezTo>
                    <a:pt x="4898" y="73674"/>
                    <a:pt x="7409" y="60604"/>
                    <a:pt x="7637" y="21283"/>
                  </a:cubicBezTo>
                  <a:cubicBezTo>
                    <a:pt x="7714" y="8046"/>
                    <a:pt x="7995" y="2539"/>
                    <a:pt x="8258" y="2539"/>
                  </a:cubicBezTo>
                  <a:cubicBezTo>
                    <a:pt x="8780" y="2539"/>
                    <a:pt x="9232" y="24304"/>
                    <a:pt x="7865" y="50389"/>
                  </a:cubicBezTo>
                  <a:cubicBezTo>
                    <a:pt x="7633" y="54606"/>
                    <a:pt x="7594" y="56480"/>
                    <a:pt x="7665" y="56480"/>
                  </a:cubicBezTo>
                  <a:cubicBezTo>
                    <a:pt x="7892" y="56480"/>
                    <a:pt x="9238" y="37516"/>
                    <a:pt x="9064" y="14720"/>
                  </a:cubicBezTo>
                  <a:cubicBezTo>
                    <a:pt x="8950" y="224"/>
                    <a:pt x="7923" y="3192"/>
                    <a:pt x="11004" y="2279"/>
                  </a:cubicBezTo>
                  <a:lnTo>
                    <a:pt x="11004" y="2279"/>
                  </a:lnTo>
                  <a:cubicBezTo>
                    <a:pt x="11061" y="9812"/>
                    <a:pt x="10833" y="17288"/>
                    <a:pt x="10719" y="24764"/>
                  </a:cubicBezTo>
                  <a:cubicBezTo>
                    <a:pt x="10581" y="30466"/>
                    <a:pt x="10594" y="32835"/>
                    <a:pt x="10681" y="32835"/>
                  </a:cubicBezTo>
                  <a:cubicBezTo>
                    <a:pt x="10882" y="32835"/>
                    <a:pt x="11478" y="20158"/>
                    <a:pt x="11518" y="6730"/>
                  </a:cubicBezTo>
                  <a:cubicBezTo>
                    <a:pt x="11518" y="6445"/>
                    <a:pt x="11347" y="2222"/>
                    <a:pt x="11461" y="2165"/>
                  </a:cubicBezTo>
                  <a:cubicBezTo>
                    <a:pt x="12105" y="1958"/>
                    <a:pt x="12567" y="1601"/>
                    <a:pt x="12872" y="1601"/>
                  </a:cubicBezTo>
                  <a:close/>
                  <a:moveTo>
                    <a:pt x="30436" y="85943"/>
                  </a:moveTo>
                  <a:cubicBezTo>
                    <a:pt x="42329" y="85943"/>
                    <a:pt x="53215" y="87305"/>
                    <a:pt x="47354" y="87305"/>
                  </a:cubicBezTo>
                  <a:cubicBezTo>
                    <a:pt x="46732" y="87305"/>
                    <a:pt x="45922" y="87290"/>
                    <a:pt x="44904" y="87256"/>
                  </a:cubicBezTo>
                  <a:cubicBezTo>
                    <a:pt x="22932" y="86514"/>
                    <a:pt x="25386" y="86571"/>
                    <a:pt x="19165" y="86457"/>
                  </a:cubicBezTo>
                  <a:cubicBezTo>
                    <a:pt x="22677" y="86084"/>
                    <a:pt x="26609" y="85943"/>
                    <a:pt x="30436" y="85943"/>
                  </a:cubicBezTo>
                  <a:close/>
                  <a:moveTo>
                    <a:pt x="16711" y="681"/>
                  </a:moveTo>
                  <a:cubicBezTo>
                    <a:pt x="31523" y="2389"/>
                    <a:pt x="40091" y="2729"/>
                    <a:pt x="44875" y="2729"/>
                  </a:cubicBezTo>
                  <a:cubicBezTo>
                    <a:pt x="48046" y="2729"/>
                    <a:pt x="49555" y="2580"/>
                    <a:pt x="50118" y="2580"/>
                  </a:cubicBezTo>
                  <a:cubicBezTo>
                    <a:pt x="50352" y="2580"/>
                    <a:pt x="50423" y="2605"/>
                    <a:pt x="50383" y="2678"/>
                  </a:cubicBezTo>
                  <a:cubicBezTo>
                    <a:pt x="50440" y="2678"/>
                    <a:pt x="50440" y="2621"/>
                    <a:pt x="50440" y="2621"/>
                  </a:cubicBezTo>
                  <a:cubicBezTo>
                    <a:pt x="50896" y="2621"/>
                    <a:pt x="51353" y="2621"/>
                    <a:pt x="51752" y="2678"/>
                  </a:cubicBezTo>
                  <a:cubicBezTo>
                    <a:pt x="52095" y="2678"/>
                    <a:pt x="52323" y="2735"/>
                    <a:pt x="52608" y="2792"/>
                  </a:cubicBezTo>
                  <a:cubicBezTo>
                    <a:pt x="52736" y="2786"/>
                    <a:pt x="52866" y="2783"/>
                    <a:pt x="52997" y="2783"/>
                  </a:cubicBezTo>
                  <a:cubicBezTo>
                    <a:pt x="54089" y="2783"/>
                    <a:pt x="55278" y="2982"/>
                    <a:pt x="56603" y="3135"/>
                  </a:cubicBezTo>
                  <a:cubicBezTo>
                    <a:pt x="56660" y="3135"/>
                    <a:pt x="56775" y="3078"/>
                    <a:pt x="56832" y="3078"/>
                  </a:cubicBezTo>
                  <a:cubicBezTo>
                    <a:pt x="57117" y="3021"/>
                    <a:pt x="57345" y="3021"/>
                    <a:pt x="57574" y="3021"/>
                  </a:cubicBezTo>
                  <a:lnTo>
                    <a:pt x="58201" y="3021"/>
                  </a:lnTo>
                  <a:cubicBezTo>
                    <a:pt x="58544" y="2915"/>
                    <a:pt x="59131" y="2874"/>
                    <a:pt x="59841" y="2874"/>
                  </a:cubicBezTo>
                  <a:cubicBezTo>
                    <a:pt x="62199" y="2874"/>
                    <a:pt x="65906" y="3332"/>
                    <a:pt x="66476" y="3420"/>
                  </a:cubicBezTo>
                  <a:cubicBezTo>
                    <a:pt x="62653" y="59121"/>
                    <a:pt x="64308" y="86743"/>
                    <a:pt x="63223" y="87085"/>
                  </a:cubicBezTo>
                  <a:cubicBezTo>
                    <a:pt x="61627" y="87595"/>
                    <a:pt x="60021" y="87792"/>
                    <a:pt x="58352" y="87792"/>
                  </a:cubicBezTo>
                  <a:cubicBezTo>
                    <a:pt x="54234" y="87792"/>
                    <a:pt x="49733" y="86593"/>
                    <a:pt x="44048" y="85944"/>
                  </a:cubicBezTo>
                  <a:cubicBezTo>
                    <a:pt x="39674" y="85423"/>
                    <a:pt x="35378" y="85177"/>
                    <a:pt x="31136" y="85177"/>
                  </a:cubicBezTo>
                  <a:cubicBezTo>
                    <a:pt x="25139" y="85177"/>
                    <a:pt x="19251" y="85669"/>
                    <a:pt x="13401" y="86571"/>
                  </a:cubicBezTo>
                  <a:cubicBezTo>
                    <a:pt x="15113" y="23052"/>
                    <a:pt x="15228" y="13750"/>
                    <a:pt x="16711" y="681"/>
                  </a:cubicBezTo>
                  <a:close/>
                  <a:moveTo>
                    <a:pt x="116617" y="4343"/>
                  </a:moveTo>
                  <a:cubicBezTo>
                    <a:pt x="116780" y="4343"/>
                    <a:pt x="117008" y="4511"/>
                    <a:pt x="117326" y="4562"/>
                  </a:cubicBezTo>
                  <a:lnTo>
                    <a:pt x="117269" y="4562"/>
                  </a:lnTo>
                  <a:cubicBezTo>
                    <a:pt x="118239" y="20770"/>
                    <a:pt x="118125" y="17174"/>
                    <a:pt x="117383" y="40173"/>
                  </a:cubicBezTo>
                  <a:cubicBezTo>
                    <a:pt x="117111" y="48041"/>
                    <a:pt x="117072" y="51204"/>
                    <a:pt x="117151" y="51204"/>
                  </a:cubicBezTo>
                  <a:lnTo>
                    <a:pt x="117151" y="51204"/>
                  </a:lnTo>
                  <a:cubicBezTo>
                    <a:pt x="117401" y="51204"/>
                    <a:pt x="118842" y="18960"/>
                    <a:pt x="117668" y="4619"/>
                  </a:cubicBezTo>
                  <a:lnTo>
                    <a:pt x="117668" y="4619"/>
                  </a:lnTo>
                  <a:cubicBezTo>
                    <a:pt x="120408" y="5075"/>
                    <a:pt x="119723" y="3306"/>
                    <a:pt x="119894" y="13807"/>
                  </a:cubicBezTo>
                  <a:cubicBezTo>
                    <a:pt x="120000" y="19015"/>
                    <a:pt x="120151" y="22596"/>
                    <a:pt x="120249" y="22596"/>
                  </a:cubicBezTo>
                  <a:cubicBezTo>
                    <a:pt x="120310" y="22596"/>
                    <a:pt x="120351" y="21260"/>
                    <a:pt x="120351" y="18144"/>
                  </a:cubicBezTo>
                  <a:cubicBezTo>
                    <a:pt x="120304" y="6309"/>
                    <a:pt x="119759" y="4980"/>
                    <a:pt x="120444" y="4980"/>
                  </a:cubicBezTo>
                  <a:cubicBezTo>
                    <a:pt x="120594" y="4980"/>
                    <a:pt x="120804" y="5044"/>
                    <a:pt x="121093" y="5075"/>
                  </a:cubicBezTo>
                  <a:cubicBezTo>
                    <a:pt x="120783" y="8207"/>
                    <a:pt x="121137" y="12772"/>
                    <a:pt x="121367" y="12772"/>
                  </a:cubicBezTo>
                  <a:cubicBezTo>
                    <a:pt x="121519" y="12772"/>
                    <a:pt x="121616" y="10795"/>
                    <a:pt x="121435" y="5132"/>
                  </a:cubicBezTo>
                  <a:lnTo>
                    <a:pt x="121435" y="5132"/>
                  </a:lnTo>
                  <a:cubicBezTo>
                    <a:pt x="123489" y="5589"/>
                    <a:pt x="121663" y="44625"/>
                    <a:pt x="121378" y="69450"/>
                  </a:cubicBezTo>
                  <a:cubicBezTo>
                    <a:pt x="121101" y="87668"/>
                    <a:pt x="121831" y="89337"/>
                    <a:pt x="120826" y="89337"/>
                  </a:cubicBezTo>
                  <a:cubicBezTo>
                    <a:pt x="120600" y="89337"/>
                    <a:pt x="120288" y="89253"/>
                    <a:pt x="119856" y="89253"/>
                  </a:cubicBezTo>
                  <a:cubicBezTo>
                    <a:pt x="119831" y="89253"/>
                    <a:pt x="119806" y="89253"/>
                    <a:pt x="119780" y="89254"/>
                  </a:cubicBezTo>
                  <a:cubicBezTo>
                    <a:pt x="118810" y="62488"/>
                    <a:pt x="121492" y="55468"/>
                    <a:pt x="120807" y="38233"/>
                  </a:cubicBezTo>
                  <a:cubicBezTo>
                    <a:pt x="120522" y="31327"/>
                    <a:pt x="120522" y="30757"/>
                    <a:pt x="121150" y="23851"/>
                  </a:cubicBezTo>
                  <a:cubicBezTo>
                    <a:pt x="121162" y="23709"/>
                    <a:pt x="121158" y="23639"/>
                    <a:pt x="121142" y="23639"/>
                  </a:cubicBezTo>
                  <a:cubicBezTo>
                    <a:pt x="121011" y="23639"/>
                    <a:pt x="120045" y="28384"/>
                    <a:pt x="120351" y="36578"/>
                  </a:cubicBezTo>
                  <a:cubicBezTo>
                    <a:pt x="121035" y="55582"/>
                    <a:pt x="119152" y="61346"/>
                    <a:pt x="119095" y="74986"/>
                  </a:cubicBezTo>
                  <a:cubicBezTo>
                    <a:pt x="119005" y="87659"/>
                    <a:pt x="119984" y="89390"/>
                    <a:pt x="118793" y="89390"/>
                  </a:cubicBezTo>
                  <a:cubicBezTo>
                    <a:pt x="118477" y="89390"/>
                    <a:pt x="118008" y="89268"/>
                    <a:pt x="117326" y="89197"/>
                  </a:cubicBezTo>
                  <a:cubicBezTo>
                    <a:pt x="117932" y="59100"/>
                    <a:pt x="117662" y="56083"/>
                    <a:pt x="117543" y="56083"/>
                  </a:cubicBezTo>
                  <a:cubicBezTo>
                    <a:pt x="117516" y="56083"/>
                    <a:pt x="117497" y="56236"/>
                    <a:pt x="117497" y="56267"/>
                  </a:cubicBezTo>
                  <a:cubicBezTo>
                    <a:pt x="116847" y="85769"/>
                    <a:pt x="117369" y="89174"/>
                    <a:pt x="116354" y="89174"/>
                  </a:cubicBezTo>
                  <a:cubicBezTo>
                    <a:pt x="116122" y="89174"/>
                    <a:pt x="115810" y="88996"/>
                    <a:pt x="115386" y="88911"/>
                  </a:cubicBezTo>
                  <a:cubicBezTo>
                    <a:pt x="115271" y="88854"/>
                    <a:pt x="115785" y="42114"/>
                    <a:pt x="116070" y="22425"/>
                  </a:cubicBezTo>
                  <a:cubicBezTo>
                    <a:pt x="116248" y="6374"/>
                    <a:pt x="116046" y="4343"/>
                    <a:pt x="116617" y="4343"/>
                  </a:cubicBezTo>
                  <a:close/>
                  <a:moveTo>
                    <a:pt x="84090" y="2710"/>
                  </a:moveTo>
                  <a:cubicBezTo>
                    <a:pt x="85243" y="2710"/>
                    <a:pt x="86484" y="2718"/>
                    <a:pt x="87821" y="2735"/>
                  </a:cubicBezTo>
                  <a:cubicBezTo>
                    <a:pt x="103629" y="2964"/>
                    <a:pt x="115785" y="3363"/>
                    <a:pt x="115785" y="3477"/>
                  </a:cubicBezTo>
                  <a:cubicBezTo>
                    <a:pt x="114929" y="65684"/>
                    <a:pt x="114986" y="57466"/>
                    <a:pt x="114529" y="89596"/>
                  </a:cubicBezTo>
                  <a:cubicBezTo>
                    <a:pt x="111591" y="89664"/>
                    <a:pt x="108676" y="89697"/>
                    <a:pt x="105784" y="89697"/>
                  </a:cubicBezTo>
                  <a:cubicBezTo>
                    <a:pt x="91604" y="89697"/>
                    <a:pt x="77961" y="88897"/>
                    <a:pt x="64593" y="87427"/>
                  </a:cubicBezTo>
                  <a:cubicBezTo>
                    <a:pt x="64650" y="55069"/>
                    <a:pt x="65620" y="30186"/>
                    <a:pt x="67161" y="3420"/>
                  </a:cubicBezTo>
                  <a:cubicBezTo>
                    <a:pt x="67487" y="3500"/>
                    <a:pt x="67781" y="3533"/>
                    <a:pt x="68110" y="3533"/>
                  </a:cubicBezTo>
                  <a:cubicBezTo>
                    <a:pt x="69749" y="3533"/>
                    <a:pt x="72266" y="2710"/>
                    <a:pt x="84090" y="2710"/>
                  </a:cubicBezTo>
                  <a:close/>
                  <a:moveTo>
                    <a:pt x="16530" y="1"/>
                  </a:moveTo>
                  <a:cubicBezTo>
                    <a:pt x="16167" y="1"/>
                    <a:pt x="16107" y="85"/>
                    <a:pt x="16084" y="281"/>
                  </a:cubicBezTo>
                  <a:cubicBezTo>
                    <a:pt x="16026" y="567"/>
                    <a:pt x="16026" y="852"/>
                    <a:pt x="15969" y="1137"/>
                  </a:cubicBezTo>
                  <a:cubicBezTo>
                    <a:pt x="15969" y="1080"/>
                    <a:pt x="15855" y="1080"/>
                    <a:pt x="15798" y="1080"/>
                  </a:cubicBezTo>
                  <a:cubicBezTo>
                    <a:pt x="15635" y="1080"/>
                    <a:pt x="8862" y="207"/>
                    <a:pt x="4985" y="207"/>
                  </a:cubicBezTo>
                  <a:cubicBezTo>
                    <a:pt x="3434" y="207"/>
                    <a:pt x="2346" y="347"/>
                    <a:pt x="2330" y="738"/>
                  </a:cubicBezTo>
                  <a:cubicBezTo>
                    <a:pt x="1474" y="29844"/>
                    <a:pt x="732" y="58436"/>
                    <a:pt x="47" y="87199"/>
                  </a:cubicBezTo>
                  <a:cubicBezTo>
                    <a:pt x="1" y="88724"/>
                    <a:pt x="81376" y="91969"/>
                    <a:pt x="112437" y="91969"/>
                  </a:cubicBezTo>
                  <a:cubicBezTo>
                    <a:pt x="119744" y="91969"/>
                    <a:pt x="124267" y="91789"/>
                    <a:pt x="124288" y="91365"/>
                  </a:cubicBezTo>
                  <a:cubicBezTo>
                    <a:pt x="125316" y="57637"/>
                    <a:pt x="125715" y="24023"/>
                    <a:pt x="125658" y="2850"/>
                  </a:cubicBezTo>
                  <a:cubicBezTo>
                    <a:pt x="125658" y="2622"/>
                    <a:pt x="125824" y="2561"/>
                    <a:pt x="124165" y="2561"/>
                  </a:cubicBezTo>
                  <a:cubicBezTo>
                    <a:pt x="122905" y="2561"/>
                    <a:pt x="120593" y="2597"/>
                    <a:pt x="116356" y="2621"/>
                  </a:cubicBezTo>
                  <a:cubicBezTo>
                    <a:pt x="116070" y="2621"/>
                    <a:pt x="116070" y="2964"/>
                    <a:pt x="116299" y="2964"/>
                  </a:cubicBezTo>
                  <a:cubicBezTo>
                    <a:pt x="119266" y="3021"/>
                    <a:pt x="122234" y="3021"/>
                    <a:pt x="125145" y="3078"/>
                  </a:cubicBezTo>
                  <a:cubicBezTo>
                    <a:pt x="124973" y="43712"/>
                    <a:pt x="124517" y="66996"/>
                    <a:pt x="123775" y="91080"/>
                  </a:cubicBezTo>
                  <a:cubicBezTo>
                    <a:pt x="120679" y="91189"/>
                    <a:pt x="116453" y="91243"/>
                    <a:pt x="111376" y="91243"/>
                  </a:cubicBezTo>
                  <a:cubicBezTo>
                    <a:pt x="84633" y="91243"/>
                    <a:pt x="34249" y="89744"/>
                    <a:pt x="675" y="86914"/>
                  </a:cubicBezTo>
                  <a:cubicBezTo>
                    <a:pt x="1359" y="57922"/>
                    <a:pt x="2101" y="29558"/>
                    <a:pt x="2957" y="1023"/>
                  </a:cubicBezTo>
                  <a:cubicBezTo>
                    <a:pt x="4275" y="912"/>
                    <a:pt x="5592" y="852"/>
                    <a:pt x="6905" y="852"/>
                  </a:cubicBezTo>
                  <a:cubicBezTo>
                    <a:pt x="8950" y="852"/>
                    <a:pt x="10986" y="996"/>
                    <a:pt x="13002" y="1309"/>
                  </a:cubicBezTo>
                  <a:cubicBezTo>
                    <a:pt x="8950" y="2964"/>
                    <a:pt x="7181" y="2108"/>
                    <a:pt x="7181" y="2678"/>
                  </a:cubicBezTo>
                  <a:cubicBezTo>
                    <a:pt x="7808" y="52215"/>
                    <a:pt x="4441" y="72475"/>
                    <a:pt x="5583" y="85887"/>
                  </a:cubicBezTo>
                  <a:lnTo>
                    <a:pt x="5583" y="85887"/>
                  </a:lnTo>
                  <a:cubicBezTo>
                    <a:pt x="5531" y="85868"/>
                    <a:pt x="5481" y="85861"/>
                    <a:pt x="5433" y="85861"/>
                  </a:cubicBezTo>
                  <a:cubicBezTo>
                    <a:pt x="5266" y="85861"/>
                    <a:pt x="5124" y="85950"/>
                    <a:pt x="5008" y="85950"/>
                  </a:cubicBezTo>
                  <a:cubicBezTo>
                    <a:pt x="4253" y="85950"/>
                    <a:pt x="4653" y="82116"/>
                    <a:pt x="6610" y="24137"/>
                  </a:cubicBezTo>
                  <a:cubicBezTo>
                    <a:pt x="6610" y="24065"/>
                    <a:pt x="6560" y="24033"/>
                    <a:pt x="6502" y="24033"/>
                  </a:cubicBezTo>
                  <a:cubicBezTo>
                    <a:pt x="6421" y="24033"/>
                    <a:pt x="6325" y="24094"/>
                    <a:pt x="6325" y="24194"/>
                  </a:cubicBezTo>
                  <a:cubicBezTo>
                    <a:pt x="2283" y="81034"/>
                    <a:pt x="5934" y="85674"/>
                    <a:pt x="3736" y="85674"/>
                  </a:cubicBezTo>
                  <a:cubicBezTo>
                    <a:pt x="3451" y="85674"/>
                    <a:pt x="3069" y="85596"/>
                    <a:pt x="2558" y="85544"/>
                  </a:cubicBezTo>
                  <a:cubicBezTo>
                    <a:pt x="3585" y="78867"/>
                    <a:pt x="3699" y="60604"/>
                    <a:pt x="3813" y="42970"/>
                  </a:cubicBezTo>
                  <a:cubicBezTo>
                    <a:pt x="3939" y="44679"/>
                    <a:pt x="4186" y="45323"/>
                    <a:pt x="4309" y="45323"/>
                  </a:cubicBezTo>
                  <a:cubicBezTo>
                    <a:pt x="4355" y="45323"/>
                    <a:pt x="4384" y="45235"/>
                    <a:pt x="4384" y="45081"/>
                  </a:cubicBezTo>
                  <a:cubicBezTo>
                    <a:pt x="4670" y="28816"/>
                    <a:pt x="4898" y="36692"/>
                    <a:pt x="5526" y="27960"/>
                  </a:cubicBezTo>
                  <a:cubicBezTo>
                    <a:pt x="6210" y="19343"/>
                    <a:pt x="4670" y="12209"/>
                    <a:pt x="5811" y="2792"/>
                  </a:cubicBezTo>
                  <a:cubicBezTo>
                    <a:pt x="7909" y="2302"/>
                    <a:pt x="7926" y="2085"/>
                    <a:pt x="7271" y="2085"/>
                  </a:cubicBezTo>
                  <a:cubicBezTo>
                    <a:pt x="6554" y="2085"/>
                    <a:pt x="5033" y="2345"/>
                    <a:pt x="4555" y="2792"/>
                  </a:cubicBezTo>
                  <a:cubicBezTo>
                    <a:pt x="3928" y="3420"/>
                    <a:pt x="2843" y="31955"/>
                    <a:pt x="3129" y="66996"/>
                  </a:cubicBezTo>
                  <a:cubicBezTo>
                    <a:pt x="3243" y="84060"/>
                    <a:pt x="1531" y="85944"/>
                    <a:pt x="2273" y="86001"/>
                  </a:cubicBezTo>
                  <a:cubicBezTo>
                    <a:pt x="4704" y="86244"/>
                    <a:pt x="5294" y="86314"/>
                    <a:pt x="5472" y="86314"/>
                  </a:cubicBezTo>
                  <a:cubicBezTo>
                    <a:pt x="5545" y="86314"/>
                    <a:pt x="5550" y="86303"/>
                    <a:pt x="5583" y="86286"/>
                  </a:cubicBezTo>
                  <a:cubicBezTo>
                    <a:pt x="5633" y="86386"/>
                    <a:pt x="5595" y="86706"/>
                    <a:pt x="5816" y="86706"/>
                  </a:cubicBezTo>
                  <a:cubicBezTo>
                    <a:pt x="5847" y="86706"/>
                    <a:pt x="5883" y="86700"/>
                    <a:pt x="5925" y="86685"/>
                  </a:cubicBezTo>
                  <a:cubicBezTo>
                    <a:pt x="7211" y="86213"/>
                    <a:pt x="7978" y="86091"/>
                    <a:pt x="8564" y="86091"/>
                  </a:cubicBezTo>
                  <a:cubicBezTo>
                    <a:pt x="9196" y="86091"/>
                    <a:pt x="9618" y="86233"/>
                    <a:pt x="10254" y="86233"/>
                  </a:cubicBezTo>
                  <a:cubicBezTo>
                    <a:pt x="10312" y="86233"/>
                    <a:pt x="10372" y="86232"/>
                    <a:pt x="10434" y="86229"/>
                  </a:cubicBezTo>
                  <a:cubicBezTo>
                    <a:pt x="11575" y="86138"/>
                    <a:pt x="12187" y="86046"/>
                    <a:pt x="12510" y="86046"/>
                  </a:cubicBezTo>
                  <a:cubicBezTo>
                    <a:pt x="12995" y="86046"/>
                    <a:pt x="12831" y="86252"/>
                    <a:pt x="12831" y="86971"/>
                  </a:cubicBezTo>
                  <a:cubicBezTo>
                    <a:pt x="12831" y="87161"/>
                    <a:pt x="12862" y="87242"/>
                    <a:pt x="13113" y="87242"/>
                  </a:cubicBezTo>
                  <a:cubicBezTo>
                    <a:pt x="13540" y="87242"/>
                    <a:pt x="14602" y="87009"/>
                    <a:pt x="17225" y="86685"/>
                  </a:cubicBezTo>
                  <a:cubicBezTo>
                    <a:pt x="19394" y="86914"/>
                    <a:pt x="52437" y="87998"/>
                    <a:pt x="53293" y="87998"/>
                  </a:cubicBezTo>
                  <a:cubicBezTo>
                    <a:pt x="55556" y="88342"/>
                    <a:pt x="57333" y="88466"/>
                    <a:pt x="58726" y="88466"/>
                  </a:cubicBezTo>
                  <a:cubicBezTo>
                    <a:pt x="62392" y="88466"/>
                    <a:pt x="63400" y="87604"/>
                    <a:pt x="63587" y="87604"/>
                  </a:cubicBezTo>
                  <a:cubicBezTo>
                    <a:pt x="63613" y="87604"/>
                    <a:pt x="63623" y="87620"/>
                    <a:pt x="63623" y="87656"/>
                  </a:cubicBezTo>
                  <a:cubicBezTo>
                    <a:pt x="63623" y="89831"/>
                    <a:pt x="94448" y="90450"/>
                    <a:pt x="108946" y="90450"/>
                  </a:cubicBezTo>
                  <a:cubicBezTo>
                    <a:pt x="111567" y="90450"/>
                    <a:pt x="113654" y="90430"/>
                    <a:pt x="114929" y="90395"/>
                  </a:cubicBezTo>
                  <a:cubicBezTo>
                    <a:pt x="115386" y="90395"/>
                    <a:pt x="115328" y="89824"/>
                    <a:pt x="115328" y="89368"/>
                  </a:cubicBezTo>
                  <a:lnTo>
                    <a:pt x="115328" y="89368"/>
                  </a:lnTo>
                  <a:cubicBezTo>
                    <a:pt x="116251" y="89565"/>
                    <a:pt x="118277" y="89763"/>
                    <a:pt x="119825" y="89763"/>
                  </a:cubicBezTo>
                  <a:cubicBezTo>
                    <a:pt x="120958" y="89763"/>
                    <a:pt x="121834" y="89657"/>
                    <a:pt x="121834" y="89368"/>
                  </a:cubicBezTo>
                  <a:cubicBezTo>
                    <a:pt x="121378" y="67567"/>
                    <a:pt x="123547" y="7472"/>
                    <a:pt x="122633" y="5361"/>
                  </a:cubicBezTo>
                  <a:cubicBezTo>
                    <a:pt x="122405" y="4847"/>
                    <a:pt x="121892" y="4904"/>
                    <a:pt x="121435" y="4790"/>
                  </a:cubicBezTo>
                  <a:cubicBezTo>
                    <a:pt x="121406" y="4733"/>
                    <a:pt x="121349" y="4704"/>
                    <a:pt x="121292" y="4704"/>
                  </a:cubicBezTo>
                  <a:cubicBezTo>
                    <a:pt x="121235" y="4704"/>
                    <a:pt x="121178" y="4733"/>
                    <a:pt x="121150" y="4790"/>
                  </a:cubicBezTo>
                  <a:cubicBezTo>
                    <a:pt x="115443" y="3991"/>
                    <a:pt x="116299" y="4447"/>
                    <a:pt x="116299" y="3249"/>
                  </a:cubicBezTo>
                  <a:cubicBezTo>
                    <a:pt x="116299" y="2742"/>
                    <a:pt x="98755" y="2188"/>
                    <a:pt x="84374" y="2188"/>
                  </a:cubicBezTo>
                  <a:cubicBezTo>
                    <a:pt x="76113" y="2188"/>
                    <a:pt x="68896" y="2371"/>
                    <a:pt x="66648" y="2850"/>
                  </a:cubicBezTo>
                  <a:cubicBezTo>
                    <a:pt x="65512" y="2483"/>
                    <a:pt x="62685" y="2376"/>
                    <a:pt x="60473" y="2376"/>
                  </a:cubicBezTo>
                  <a:cubicBezTo>
                    <a:pt x="59238" y="2376"/>
                    <a:pt x="58195" y="2409"/>
                    <a:pt x="57745" y="2450"/>
                  </a:cubicBezTo>
                  <a:cubicBezTo>
                    <a:pt x="54599" y="2170"/>
                    <a:pt x="53251" y="1998"/>
                    <a:pt x="52430" y="1998"/>
                  </a:cubicBezTo>
                  <a:cubicBezTo>
                    <a:pt x="51911" y="1998"/>
                    <a:pt x="51602" y="2067"/>
                    <a:pt x="51182" y="2222"/>
                  </a:cubicBezTo>
                  <a:cubicBezTo>
                    <a:pt x="24091" y="1311"/>
                    <a:pt x="17960" y="1"/>
                    <a:pt x="16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272550" y="1296350"/>
              <a:ext cx="34525" cy="637975"/>
            </a:xfrm>
            <a:custGeom>
              <a:rect b="b" l="l" r="r" t="t"/>
              <a:pathLst>
                <a:path extrusionOk="0" h="25519" w="1381">
                  <a:moveTo>
                    <a:pt x="835" y="1"/>
                  </a:moveTo>
                  <a:cubicBezTo>
                    <a:pt x="819" y="1"/>
                    <a:pt x="810" y="67"/>
                    <a:pt x="810" y="154"/>
                  </a:cubicBezTo>
                  <a:cubicBezTo>
                    <a:pt x="468" y="14079"/>
                    <a:pt x="1381" y="10141"/>
                    <a:pt x="11" y="25322"/>
                  </a:cubicBezTo>
                  <a:cubicBezTo>
                    <a:pt x="0" y="25421"/>
                    <a:pt x="32" y="25519"/>
                    <a:pt x="91" y="25519"/>
                  </a:cubicBezTo>
                  <a:cubicBezTo>
                    <a:pt x="337" y="25519"/>
                    <a:pt x="1060" y="23829"/>
                    <a:pt x="1153" y="13565"/>
                  </a:cubicBezTo>
                  <a:cubicBezTo>
                    <a:pt x="1201" y="2016"/>
                    <a:pt x="922" y="1"/>
                    <a:pt x="835" y="1"/>
                  </a:cubicBezTo>
                  <a:close/>
                </a:path>
              </a:pathLst>
            </a:custGeom>
            <a:solidFill>
              <a:srgbClr val="7258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" name="Google Shape;23;p2"/>
          <p:cNvSpPr txBox="1"/>
          <p:nvPr>
            <p:ph type="ctrTitle"/>
          </p:nvPr>
        </p:nvSpPr>
        <p:spPr>
          <a:xfrm>
            <a:off x="4807434" y="1446527"/>
            <a:ext cx="3348000" cy="140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400"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24" name="Google Shape;24;p2"/>
          <p:cNvSpPr txBox="1"/>
          <p:nvPr>
            <p:ph idx="1" type="subTitle"/>
          </p:nvPr>
        </p:nvSpPr>
        <p:spPr>
          <a:xfrm>
            <a:off x="5454084" y="3559963"/>
            <a:ext cx="2054700" cy="5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" name="Google Shape;25;p2"/>
          <p:cNvSpPr/>
          <p:nvPr>
            <p:ph idx="2" type="pic"/>
          </p:nvPr>
        </p:nvSpPr>
        <p:spPr>
          <a:xfrm>
            <a:off x="1768907" y="779364"/>
            <a:ext cx="2558100" cy="3347400"/>
          </a:xfrm>
          <a:prstGeom prst="ellipse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3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oogle Shape;28;p3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29" name="Google Shape;29;p3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3"/>
          <p:cNvSpPr txBox="1"/>
          <p:nvPr>
            <p:ph type="title"/>
          </p:nvPr>
        </p:nvSpPr>
        <p:spPr>
          <a:xfrm>
            <a:off x="4033260" y="2252993"/>
            <a:ext cx="4082400" cy="841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7" name="Google Shape;37;p3"/>
          <p:cNvSpPr txBox="1"/>
          <p:nvPr>
            <p:ph hasCustomPrompt="1" idx="2" type="title"/>
          </p:nvPr>
        </p:nvSpPr>
        <p:spPr>
          <a:xfrm>
            <a:off x="4033260" y="1391866"/>
            <a:ext cx="17052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" name="Google Shape;38;p3"/>
          <p:cNvSpPr txBox="1"/>
          <p:nvPr>
            <p:ph idx="1" type="subTitle"/>
          </p:nvPr>
        </p:nvSpPr>
        <p:spPr>
          <a:xfrm>
            <a:off x="4033260" y="2914233"/>
            <a:ext cx="4082400" cy="375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"/>
          <p:cNvSpPr/>
          <p:nvPr>
            <p:ph idx="3" type="pic"/>
          </p:nvPr>
        </p:nvSpPr>
        <p:spPr>
          <a:xfrm>
            <a:off x="1412484" y="819050"/>
            <a:ext cx="2216400" cy="2900400"/>
          </a:xfrm>
          <a:prstGeom prst="ellipse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4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" name="Google Shape;42;p4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43" name="Google Shape;43;p4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" name="Google Shape;50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1" name="Google Shape;51;p4"/>
          <p:cNvSpPr txBox="1"/>
          <p:nvPr>
            <p:ph idx="1" type="subTitle"/>
          </p:nvPr>
        </p:nvSpPr>
        <p:spPr>
          <a:xfrm>
            <a:off x="720000" y="1017725"/>
            <a:ext cx="77040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5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" name="Google Shape;54;p5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55" name="Google Shape;55;p5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5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5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" name="Google Shape;62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" type="subTitle"/>
          </p:nvPr>
        </p:nvSpPr>
        <p:spPr>
          <a:xfrm>
            <a:off x="5103720" y="3452004"/>
            <a:ext cx="19665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4" name="Google Shape;64;p5"/>
          <p:cNvSpPr txBox="1"/>
          <p:nvPr>
            <p:ph idx="2" type="subTitle"/>
          </p:nvPr>
        </p:nvSpPr>
        <p:spPr>
          <a:xfrm>
            <a:off x="2073780" y="3452004"/>
            <a:ext cx="19665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5" name="Google Shape;65;p5"/>
          <p:cNvSpPr txBox="1"/>
          <p:nvPr>
            <p:ph idx="3" type="subTitle"/>
          </p:nvPr>
        </p:nvSpPr>
        <p:spPr>
          <a:xfrm>
            <a:off x="5103720" y="3091166"/>
            <a:ext cx="1966500" cy="44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6" name="Google Shape;66;p5"/>
          <p:cNvSpPr txBox="1"/>
          <p:nvPr>
            <p:ph idx="4" type="subTitle"/>
          </p:nvPr>
        </p:nvSpPr>
        <p:spPr>
          <a:xfrm>
            <a:off x="2073780" y="3091166"/>
            <a:ext cx="1966500" cy="44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6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" name="Google Shape;69;p6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70" name="Google Shape;70;p6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6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6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6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6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6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6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7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" name="Google Shape;80;p7"/>
          <p:cNvGrpSpPr/>
          <p:nvPr/>
        </p:nvGrpSpPr>
        <p:grpSpPr>
          <a:xfrm rot="-33946">
            <a:off x="208521" y="115071"/>
            <a:ext cx="8728591" cy="4878962"/>
            <a:chOff x="315425" y="364350"/>
            <a:chExt cx="3145625" cy="2299225"/>
          </a:xfrm>
        </p:grpSpPr>
        <p:sp>
          <p:nvSpPr>
            <p:cNvPr id="81" name="Google Shape;81;p7"/>
            <p:cNvSpPr/>
            <p:nvPr/>
          </p:nvSpPr>
          <p:spPr>
            <a:xfrm>
              <a:off x="332275" y="374100"/>
              <a:ext cx="3126050" cy="2279075"/>
            </a:xfrm>
            <a:custGeom>
              <a:rect b="b" l="l" r="r" t="t"/>
              <a:pathLst>
                <a:path extrusionOk="0" h="91163" w="125042">
                  <a:moveTo>
                    <a:pt x="6040" y="0"/>
                  </a:moveTo>
                  <a:cubicBezTo>
                    <a:pt x="5232" y="0"/>
                    <a:pt x="4419" y="21"/>
                    <a:pt x="3596" y="63"/>
                  </a:cubicBezTo>
                  <a:cubicBezTo>
                    <a:pt x="3139" y="63"/>
                    <a:pt x="2626" y="405"/>
                    <a:pt x="2283" y="690"/>
                  </a:cubicBezTo>
                  <a:cubicBezTo>
                    <a:pt x="2112" y="5484"/>
                    <a:pt x="1941" y="10335"/>
                    <a:pt x="1770" y="15129"/>
                  </a:cubicBezTo>
                  <a:cubicBezTo>
                    <a:pt x="1313" y="28712"/>
                    <a:pt x="1142" y="42294"/>
                    <a:pt x="685" y="55877"/>
                  </a:cubicBezTo>
                  <a:cubicBezTo>
                    <a:pt x="514" y="61128"/>
                    <a:pt x="685" y="66378"/>
                    <a:pt x="286" y="71628"/>
                  </a:cubicBezTo>
                  <a:cubicBezTo>
                    <a:pt x="1" y="75224"/>
                    <a:pt x="400" y="78876"/>
                    <a:pt x="115" y="82472"/>
                  </a:cubicBezTo>
                  <a:cubicBezTo>
                    <a:pt x="1" y="83727"/>
                    <a:pt x="58" y="85040"/>
                    <a:pt x="58" y="86295"/>
                  </a:cubicBezTo>
                  <a:cubicBezTo>
                    <a:pt x="58" y="87266"/>
                    <a:pt x="8276" y="87608"/>
                    <a:pt x="9417" y="87665"/>
                  </a:cubicBezTo>
                  <a:cubicBezTo>
                    <a:pt x="12271" y="87836"/>
                    <a:pt x="15124" y="87836"/>
                    <a:pt x="17921" y="88008"/>
                  </a:cubicBezTo>
                  <a:cubicBezTo>
                    <a:pt x="23114" y="88236"/>
                    <a:pt x="28250" y="88521"/>
                    <a:pt x="33444" y="88864"/>
                  </a:cubicBezTo>
                  <a:cubicBezTo>
                    <a:pt x="41262" y="89320"/>
                    <a:pt x="49195" y="89606"/>
                    <a:pt x="57014" y="89891"/>
                  </a:cubicBezTo>
                  <a:cubicBezTo>
                    <a:pt x="58612" y="89948"/>
                    <a:pt x="60210" y="90005"/>
                    <a:pt x="61808" y="90062"/>
                  </a:cubicBezTo>
                  <a:cubicBezTo>
                    <a:pt x="68485" y="90233"/>
                    <a:pt x="75219" y="90405"/>
                    <a:pt x="81896" y="90576"/>
                  </a:cubicBezTo>
                  <a:cubicBezTo>
                    <a:pt x="83897" y="90645"/>
                    <a:pt x="85892" y="90656"/>
                    <a:pt x="87884" y="90656"/>
                  </a:cubicBezTo>
                  <a:cubicBezTo>
                    <a:pt x="88900" y="90656"/>
                    <a:pt x="89916" y="90653"/>
                    <a:pt x="90931" y="90653"/>
                  </a:cubicBezTo>
                  <a:cubicBezTo>
                    <a:pt x="94507" y="90653"/>
                    <a:pt x="98075" y="90691"/>
                    <a:pt x="101642" y="91032"/>
                  </a:cubicBezTo>
                  <a:cubicBezTo>
                    <a:pt x="102773" y="91129"/>
                    <a:pt x="103898" y="91162"/>
                    <a:pt x="105023" y="91162"/>
                  </a:cubicBezTo>
                  <a:cubicBezTo>
                    <a:pt x="107412" y="91162"/>
                    <a:pt x="109799" y="91013"/>
                    <a:pt x="112219" y="91013"/>
                  </a:cubicBezTo>
                  <a:cubicBezTo>
                    <a:pt x="112687" y="91013"/>
                    <a:pt x="113156" y="91019"/>
                    <a:pt x="113627" y="91032"/>
                  </a:cubicBezTo>
                  <a:cubicBezTo>
                    <a:pt x="114693" y="91070"/>
                    <a:pt x="115758" y="91089"/>
                    <a:pt x="116821" y="91089"/>
                  </a:cubicBezTo>
                  <a:cubicBezTo>
                    <a:pt x="118947" y="91089"/>
                    <a:pt x="121065" y="91013"/>
                    <a:pt x="123158" y="90861"/>
                  </a:cubicBezTo>
                  <a:cubicBezTo>
                    <a:pt x="123329" y="90861"/>
                    <a:pt x="123557" y="90861"/>
                    <a:pt x="123672" y="90747"/>
                  </a:cubicBezTo>
                  <a:cubicBezTo>
                    <a:pt x="123786" y="90633"/>
                    <a:pt x="123786" y="90576"/>
                    <a:pt x="123672" y="90519"/>
                  </a:cubicBezTo>
                  <a:cubicBezTo>
                    <a:pt x="124413" y="86067"/>
                    <a:pt x="123957" y="81216"/>
                    <a:pt x="124014" y="76651"/>
                  </a:cubicBezTo>
                  <a:cubicBezTo>
                    <a:pt x="124014" y="73797"/>
                    <a:pt x="124299" y="71115"/>
                    <a:pt x="124299" y="68204"/>
                  </a:cubicBezTo>
                  <a:cubicBezTo>
                    <a:pt x="124242" y="65065"/>
                    <a:pt x="124699" y="61927"/>
                    <a:pt x="124699" y="58788"/>
                  </a:cubicBezTo>
                  <a:cubicBezTo>
                    <a:pt x="124642" y="51939"/>
                    <a:pt x="124699" y="45091"/>
                    <a:pt x="124870" y="38300"/>
                  </a:cubicBezTo>
                  <a:cubicBezTo>
                    <a:pt x="125041" y="31736"/>
                    <a:pt x="124870" y="25230"/>
                    <a:pt x="124927" y="18724"/>
                  </a:cubicBezTo>
                  <a:cubicBezTo>
                    <a:pt x="124984" y="13303"/>
                    <a:pt x="124984" y="7938"/>
                    <a:pt x="125041" y="2517"/>
                  </a:cubicBezTo>
                  <a:cubicBezTo>
                    <a:pt x="123254" y="2342"/>
                    <a:pt x="121466" y="2268"/>
                    <a:pt x="119679" y="2268"/>
                  </a:cubicBezTo>
                  <a:cubicBezTo>
                    <a:pt x="119126" y="2268"/>
                    <a:pt x="118574" y="2275"/>
                    <a:pt x="118022" y="2288"/>
                  </a:cubicBezTo>
                  <a:cubicBezTo>
                    <a:pt x="116709" y="2345"/>
                    <a:pt x="115396" y="2402"/>
                    <a:pt x="114141" y="2460"/>
                  </a:cubicBezTo>
                  <a:cubicBezTo>
                    <a:pt x="114341" y="2574"/>
                    <a:pt x="114498" y="2588"/>
                    <a:pt x="114662" y="2588"/>
                  </a:cubicBezTo>
                  <a:cubicBezTo>
                    <a:pt x="114716" y="2588"/>
                    <a:pt x="114772" y="2586"/>
                    <a:pt x="114830" y="2586"/>
                  </a:cubicBezTo>
                  <a:cubicBezTo>
                    <a:pt x="114946" y="2586"/>
                    <a:pt x="115073" y="2593"/>
                    <a:pt x="115225" y="2631"/>
                  </a:cubicBezTo>
                  <a:cubicBezTo>
                    <a:pt x="115453" y="2688"/>
                    <a:pt x="115739" y="2859"/>
                    <a:pt x="115739" y="3144"/>
                  </a:cubicBezTo>
                  <a:cubicBezTo>
                    <a:pt x="115796" y="3373"/>
                    <a:pt x="115739" y="3601"/>
                    <a:pt x="115739" y="3772"/>
                  </a:cubicBezTo>
                  <a:cubicBezTo>
                    <a:pt x="115739" y="3770"/>
                    <a:pt x="115746" y="3769"/>
                    <a:pt x="115760" y="3769"/>
                  </a:cubicBezTo>
                  <a:cubicBezTo>
                    <a:pt x="116121" y="3769"/>
                    <a:pt x="121004" y="4459"/>
                    <a:pt x="121389" y="4514"/>
                  </a:cubicBezTo>
                  <a:cubicBezTo>
                    <a:pt x="121674" y="4571"/>
                    <a:pt x="121788" y="4742"/>
                    <a:pt x="121902" y="4971"/>
                  </a:cubicBezTo>
                  <a:cubicBezTo>
                    <a:pt x="122074" y="5256"/>
                    <a:pt x="122074" y="5541"/>
                    <a:pt x="122074" y="5827"/>
                  </a:cubicBezTo>
                  <a:cubicBezTo>
                    <a:pt x="122188" y="9879"/>
                    <a:pt x="122245" y="13874"/>
                    <a:pt x="122245" y="17868"/>
                  </a:cubicBezTo>
                  <a:cubicBezTo>
                    <a:pt x="122188" y="30538"/>
                    <a:pt x="121845" y="43150"/>
                    <a:pt x="121446" y="55820"/>
                  </a:cubicBezTo>
                  <a:cubicBezTo>
                    <a:pt x="121103" y="66720"/>
                    <a:pt x="121275" y="77678"/>
                    <a:pt x="121160" y="88578"/>
                  </a:cubicBezTo>
                  <a:cubicBezTo>
                    <a:pt x="121160" y="88864"/>
                    <a:pt x="121046" y="88921"/>
                    <a:pt x="120761" y="89035"/>
                  </a:cubicBezTo>
                  <a:cubicBezTo>
                    <a:pt x="120590" y="89138"/>
                    <a:pt x="120419" y="89158"/>
                    <a:pt x="120235" y="89158"/>
                  </a:cubicBezTo>
                  <a:cubicBezTo>
                    <a:pt x="120113" y="89158"/>
                    <a:pt x="119985" y="89149"/>
                    <a:pt x="119848" y="89149"/>
                  </a:cubicBezTo>
                  <a:cubicBezTo>
                    <a:pt x="119334" y="89149"/>
                    <a:pt x="118821" y="89149"/>
                    <a:pt x="118307" y="89092"/>
                  </a:cubicBezTo>
                  <a:cubicBezTo>
                    <a:pt x="117108" y="89092"/>
                    <a:pt x="115910" y="89035"/>
                    <a:pt x="114826" y="88521"/>
                  </a:cubicBezTo>
                  <a:cubicBezTo>
                    <a:pt x="114792" y="88505"/>
                    <a:pt x="114754" y="88498"/>
                    <a:pt x="114715" y="88498"/>
                  </a:cubicBezTo>
                  <a:cubicBezTo>
                    <a:pt x="114621" y="88498"/>
                    <a:pt x="114524" y="88538"/>
                    <a:pt x="114483" y="88578"/>
                  </a:cubicBezTo>
                  <a:cubicBezTo>
                    <a:pt x="114483" y="88921"/>
                    <a:pt x="114483" y="89206"/>
                    <a:pt x="114426" y="89548"/>
                  </a:cubicBezTo>
                  <a:cubicBezTo>
                    <a:pt x="112714" y="89548"/>
                    <a:pt x="110945" y="89606"/>
                    <a:pt x="109233" y="89663"/>
                  </a:cubicBezTo>
                  <a:cubicBezTo>
                    <a:pt x="108856" y="89674"/>
                    <a:pt x="108473" y="89679"/>
                    <a:pt x="108085" y="89679"/>
                  </a:cubicBezTo>
                  <a:cubicBezTo>
                    <a:pt x="106532" y="89679"/>
                    <a:pt x="104907" y="89606"/>
                    <a:pt x="103355" y="89606"/>
                  </a:cubicBezTo>
                  <a:cubicBezTo>
                    <a:pt x="95479" y="89491"/>
                    <a:pt x="87546" y="89377"/>
                    <a:pt x="79670" y="88864"/>
                  </a:cubicBezTo>
                  <a:cubicBezTo>
                    <a:pt x="74591" y="88578"/>
                    <a:pt x="69512" y="88065"/>
                    <a:pt x="64433" y="87551"/>
                  </a:cubicBezTo>
                  <a:cubicBezTo>
                    <a:pt x="63976" y="87494"/>
                    <a:pt x="63348" y="87209"/>
                    <a:pt x="63577" y="86809"/>
                  </a:cubicBezTo>
                  <a:lnTo>
                    <a:pt x="63577" y="86809"/>
                  </a:lnTo>
                  <a:cubicBezTo>
                    <a:pt x="62243" y="87515"/>
                    <a:pt x="60722" y="87655"/>
                    <a:pt x="59196" y="87655"/>
                  </a:cubicBezTo>
                  <a:cubicBezTo>
                    <a:pt x="58502" y="87655"/>
                    <a:pt x="57806" y="87626"/>
                    <a:pt x="57128" y="87608"/>
                  </a:cubicBezTo>
                  <a:cubicBezTo>
                    <a:pt x="51307" y="87437"/>
                    <a:pt x="45600" y="87037"/>
                    <a:pt x="39778" y="86866"/>
                  </a:cubicBezTo>
                  <a:cubicBezTo>
                    <a:pt x="33786" y="86638"/>
                    <a:pt x="27737" y="86410"/>
                    <a:pt x="21744" y="86124"/>
                  </a:cubicBezTo>
                  <a:cubicBezTo>
                    <a:pt x="20330" y="86070"/>
                    <a:pt x="18902" y="86003"/>
                    <a:pt x="17481" y="86003"/>
                  </a:cubicBezTo>
                  <a:cubicBezTo>
                    <a:pt x="15919" y="86003"/>
                    <a:pt x="14365" y="86084"/>
                    <a:pt x="12841" y="86353"/>
                  </a:cubicBezTo>
                  <a:cubicBezTo>
                    <a:pt x="12841" y="85953"/>
                    <a:pt x="12784" y="85554"/>
                    <a:pt x="12670" y="85211"/>
                  </a:cubicBezTo>
                  <a:cubicBezTo>
                    <a:pt x="11751" y="85458"/>
                    <a:pt x="10788" y="85484"/>
                    <a:pt x="9822" y="85484"/>
                  </a:cubicBezTo>
                  <a:cubicBezTo>
                    <a:pt x="9558" y="85484"/>
                    <a:pt x="9295" y="85482"/>
                    <a:pt x="9032" y="85482"/>
                  </a:cubicBezTo>
                  <a:cubicBezTo>
                    <a:pt x="7805" y="85482"/>
                    <a:pt x="6592" y="85525"/>
                    <a:pt x="5479" y="86010"/>
                  </a:cubicBezTo>
                  <a:cubicBezTo>
                    <a:pt x="5479" y="85839"/>
                    <a:pt x="5422" y="85725"/>
                    <a:pt x="5365" y="85554"/>
                  </a:cubicBezTo>
                  <a:cubicBezTo>
                    <a:pt x="5184" y="85563"/>
                    <a:pt x="5002" y="85568"/>
                    <a:pt x="4819" y="85568"/>
                  </a:cubicBezTo>
                  <a:cubicBezTo>
                    <a:pt x="3902" y="85568"/>
                    <a:pt x="2959" y="85449"/>
                    <a:pt x="2055" y="85211"/>
                  </a:cubicBezTo>
                  <a:cubicBezTo>
                    <a:pt x="2455" y="80588"/>
                    <a:pt x="2740" y="75566"/>
                    <a:pt x="2968" y="70944"/>
                  </a:cubicBezTo>
                  <a:cubicBezTo>
                    <a:pt x="3139" y="67634"/>
                    <a:pt x="3025" y="64209"/>
                    <a:pt x="3082" y="60956"/>
                  </a:cubicBezTo>
                  <a:cubicBezTo>
                    <a:pt x="3082" y="59415"/>
                    <a:pt x="3139" y="57875"/>
                    <a:pt x="3082" y="56334"/>
                  </a:cubicBezTo>
                  <a:cubicBezTo>
                    <a:pt x="2854" y="50855"/>
                    <a:pt x="2797" y="45262"/>
                    <a:pt x="3254" y="39783"/>
                  </a:cubicBezTo>
                  <a:cubicBezTo>
                    <a:pt x="3425" y="37101"/>
                    <a:pt x="3197" y="34248"/>
                    <a:pt x="3139" y="31565"/>
                  </a:cubicBezTo>
                  <a:cubicBezTo>
                    <a:pt x="3139" y="29967"/>
                    <a:pt x="3311" y="28426"/>
                    <a:pt x="3425" y="26886"/>
                  </a:cubicBezTo>
                  <a:cubicBezTo>
                    <a:pt x="3596" y="25002"/>
                    <a:pt x="3425" y="23119"/>
                    <a:pt x="3482" y="21293"/>
                  </a:cubicBezTo>
                  <a:cubicBezTo>
                    <a:pt x="3653" y="15015"/>
                    <a:pt x="3938" y="8908"/>
                    <a:pt x="4224" y="2688"/>
                  </a:cubicBezTo>
                  <a:cubicBezTo>
                    <a:pt x="4224" y="2692"/>
                    <a:pt x="4227" y="2694"/>
                    <a:pt x="4232" y="2694"/>
                  </a:cubicBezTo>
                  <a:cubicBezTo>
                    <a:pt x="4299" y="2694"/>
                    <a:pt x="4737" y="2398"/>
                    <a:pt x="4737" y="2345"/>
                  </a:cubicBezTo>
                  <a:cubicBezTo>
                    <a:pt x="4909" y="2174"/>
                    <a:pt x="5080" y="2117"/>
                    <a:pt x="5308" y="2060"/>
                  </a:cubicBezTo>
                  <a:cubicBezTo>
                    <a:pt x="5651" y="2003"/>
                    <a:pt x="5936" y="2003"/>
                    <a:pt x="6278" y="1889"/>
                  </a:cubicBezTo>
                  <a:cubicBezTo>
                    <a:pt x="6488" y="1847"/>
                    <a:pt x="6760" y="1712"/>
                    <a:pt x="7003" y="1712"/>
                  </a:cubicBezTo>
                  <a:cubicBezTo>
                    <a:pt x="7090" y="1712"/>
                    <a:pt x="7173" y="1729"/>
                    <a:pt x="7249" y="1775"/>
                  </a:cubicBezTo>
                  <a:cubicBezTo>
                    <a:pt x="7306" y="1832"/>
                    <a:pt x="7363" y="1889"/>
                    <a:pt x="7420" y="1946"/>
                  </a:cubicBezTo>
                  <a:cubicBezTo>
                    <a:pt x="7534" y="2022"/>
                    <a:pt x="7692" y="2047"/>
                    <a:pt x="7868" y="2047"/>
                  </a:cubicBezTo>
                  <a:cubicBezTo>
                    <a:pt x="8219" y="2047"/>
                    <a:pt x="8637" y="1946"/>
                    <a:pt x="8904" y="1946"/>
                  </a:cubicBezTo>
                  <a:cubicBezTo>
                    <a:pt x="9417" y="1889"/>
                    <a:pt x="9988" y="1775"/>
                    <a:pt x="10502" y="1603"/>
                  </a:cubicBezTo>
                  <a:cubicBezTo>
                    <a:pt x="11015" y="1432"/>
                    <a:pt x="11529" y="1318"/>
                    <a:pt x="12099" y="1147"/>
                  </a:cubicBezTo>
                  <a:cubicBezTo>
                    <a:pt x="12328" y="1033"/>
                    <a:pt x="12613" y="976"/>
                    <a:pt x="12898" y="919"/>
                  </a:cubicBezTo>
                  <a:cubicBezTo>
                    <a:pt x="13070" y="862"/>
                    <a:pt x="13469" y="690"/>
                    <a:pt x="13640" y="690"/>
                  </a:cubicBezTo>
                  <a:lnTo>
                    <a:pt x="13697" y="690"/>
                  </a:lnTo>
                  <a:cubicBezTo>
                    <a:pt x="11096" y="213"/>
                    <a:pt x="8594" y="0"/>
                    <a:pt x="604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7"/>
            <p:cNvSpPr/>
            <p:nvPr/>
          </p:nvSpPr>
          <p:spPr>
            <a:xfrm>
              <a:off x="380800" y="371375"/>
              <a:ext cx="3011900" cy="2247175"/>
            </a:xfrm>
            <a:custGeom>
              <a:rect b="b" l="l" r="r" t="t"/>
              <a:pathLst>
                <a:path extrusionOk="0" h="89887" w="120476">
                  <a:moveTo>
                    <a:pt x="13982" y="0"/>
                  </a:moveTo>
                  <a:lnTo>
                    <a:pt x="13982" y="742"/>
                  </a:lnTo>
                  <a:cubicBezTo>
                    <a:pt x="13354" y="742"/>
                    <a:pt x="12613" y="856"/>
                    <a:pt x="11985" y="913"/>
                  </a:cubicBezTo>
                  <a:cubicBezTo>
                    <a:pt x="11471" y="913"/>
                    <a:pt x="10957" y="913"/>
                    <a:pt x="10444" y="1085"/>
                  </a:cubicBezTo>
                  <a:cubicBezTo>
                    <a:pt x="10158" y="1199"/>
                    <a:pt x="9930" y="1370"/>
                    <a:pt x="9588" y="1484"/>
                  </a:cubicBezTo>
                  <a:cubicBezTo>
                    <a:pt x="9017" y="1712"/>
                    <a:pt x="8332" y="1770"/>
                    <a:pt x="7704" y="1884"/>
                  </a:cubicBezTo>
                  <a:cubicBezTo>
                    <a:pt x="7248" y="1998"/>
                    <a:pt x="6848" y="2169"/>
                    <a:pt x="6392" y="2226"/>
                  </a:cubicBezTo>
                  <a:cubicBezTo>
                    <a:pt x="6164" y="2226"/>
                    <a:pt x="5935" y="2226"/>
                    <a:pt x="5764" y="2169"/>
                  </a:cubicBezTo>
                  <a:cubicBezTo>
                    <a:pt x="5536" y="2055"/>
                    <a:pt x="5422" y="1884"/>
                    <a:pt x="5193" y="1827"/>
                  </a:cubicBezTo>
                  <a:lnTo>
                    <a:pt x="4965" y="1827"/>
                  </a:lnTo>
                  <a:cubicBezTo>
                    <a:pt x="4509" y="1884"/>
                    <a:pt x="4052" y="1884"/>
                    <a:pt x="3595" y="2055"/>
                  </a:cubicBezTo>
                  <a:cubicBezTo>
                    <a:pt x="3139" y="2169"/>
                    <a:pt x="2625" y="2340"/>
                    <a:pt x="2340" y="2740"/>
                  </a:cubicBezTo>
                  <a:cubicBezTo>
                    <a:pt x="1769" y="3482"/>
                    <a:pt x="2169" y="5194"/>
                    <a:pt x="2112" y="6107"/>
                  </a:cubicBezTo>
                  <a:cubicBezTo>
                    <a:pt x="1997" y="7477"/>
                    <a:pt x="1883" y="8903"/>
                    <a:pt x="1826" y="10330"/>
                  </a:cubicBezTo>
                  <a:cubicBezTo>
                    <a:pt x="1655" y="13241"/>
                    <a:pt x="1541" y="16094"/>
                    <a:pt x="1427" y="19005"/>
                  </a:cubicBezTo>
                  <a:cubicBezTo>
                    <a:pt x="1256" y="24712"/>
                    <a:pt x="1198" y="30476"/>
                    <a:pt x="1256" y="36183"/>
                  </a:cubicBezTo>
                  <a:cubicBezTo>
                    <a:pt x="1370" y="45942"/>
                    <a:pt x="1141" y="55472"/>
                    <a:pt x="1084" y="65231"/>
                  </a:cubicBezTo>
                  <a:cubicBezTo>
                    <a:pt x="1084" y="68542"/>
                    <a:pt x="1084" y="71852"/>
                    <a:pt x="970" y="75162"/>
                  </a:cubicBezTo>
                  <a:cubicBezTo>
                    <a:pt x="799" y="78358"/>
                    <a:pt x="856" y="81896"/>
                    <a:pt x="57" y="85035"/>
                  </a:cubicBezTo>
                  <a:cubicBezTo>
                    <a:pt x="57" y="85092"/>
                    <a:pt x="0" y="85206"/>
                    <a:pt x="57" y="85263"/>
                  </a:cubicBezTo>
                  <a:cubicBezTo>
                    <a:pt x="114" y="85377"/>
                    <a:pt x="285" y="85434"/>
                    <a:pt x="400" y="85434"/>
                  </a:cubicBezTo>
                  <a:cubicBezTo>
                    <a:pt x="1484" y="85548"/>
                    <a:pt x="2511" y="85720"/>
                    <a:pt x="3595" y="85834"/>
                  </a:cubicBezTo>
                  <a:cubicBezTo>
                    <a:pt x="3652" y="85948"/>
                    <a:pt x="3652" y="86119"/>
                    <a:pt x="3538" y="86233"/>
                  </a:cubicBezTo>
                  <a:cubicBezTo>
                    <a:pt x="4337" y="85891"/>
                    <a:pt x="5250" y="85663"/>
                    <a:pt x="6107" y="85606"/>
                  </a:cubicBezTo>
                  <a:cubicBezTo>
                    <a:pt x="6601" y="85567"/>
                    <a:pt x="7108" y="85561"/>
                    <a:pt x="7618" y="85561"/>
                  </a:cubicBezTo>
                  <a:cubicBezTo>
                    <a:pt x="7873" y="85561"/>
                    <a:pt x="8128" y="85563"/>
                    <a:pt x="8382" y="85563"/>
                  </a:cubicBezTo>
                  <a:cubicBezTo>
                    <a:pt x="9145" y="85563"/>
                    <a:pt x="9902" y="85548"/>
                    <a:pt x="10615" y="85434"/>
                  </a:cubicBezTo>
                  <a:cubicBezTo>
                    <a:pt x="10615" y="85948"/>
                    <a:pt x="10729" y="86290"/>
                    <a:pt x="10843" y="86804"/>
                  </a:cubicBezTo>
                  <a:cubicBezTo>
                    <a:pt x="10847" y="86811"/>
                    <a:pt x="10864" y="86814"/>
                    <a:pt x="10893" y="86814"/>
                  </a:cubicBezTo>
                  <a:cubicBezTo>
                    <a:pt x="11358" y="86814"/>
                    <a:pt x="14919" y="86005"/>
                    <a:pt x="15295" y="86005"/>
                  </a:cubicBezTo>
                  <a:cubicBezTo>
                    <a:pt x="15923" y="86005"/>
                    <a:pt x="16607" y="86347"/>
                    <a:pt x="17235" y="86404"/>
                  </a:cubicBezTo>
                  <a:cubicBezTo>
                    <a:pt x="17482" y="86424"/>
                    <a:pt x="17736" y="86430"/>
                    <a:pt x="17992" y="86430"/>
                  </a:cubicBezTo>
                  <a:cubicBezTo>
                    <a:pt x="18503" y="86430"/>
                    <a:pt x="19023" y="86404"/>
                    <a:pt x="19518" y="86404"/>
                  </a:cubicBezTo>
                  <a:cubicBezTo>
                    <a:pt x="20365" y="86364"/>
                    <a:pt x="21212" y="86347"/>
                    <a:pt x="22059" y="86347"/>
                  </a:cubicBezTo>
                  <a:cubicBezTo>
                    <a:pt x="26006" y="86347"/>
                    <a:pt x="29953" y="86720"/>
                    <a:pt x="33900" y="86861"/>
                  </a:cubicBezTo>
                  <a:cubicBezTo>
                    <a:pt x="39036" y="86975"/>
                    <a:pt x="44172" y="87203"/>
                    <a:pt x="49309" y="87489"/>
                  </a:cubicBezTo>
                  <a:cubicBezTo>
                    <a:pt x="51510" y="87621"/>
                    <a:pt x="53814" y="87923"/>
                    <a:pt x="56062" y="87923"/>
                  </a:cubicBezTo>
                  <a:cubicBezTo>
                    <a:pt x="56728" y="87923"/>
                    <a:pt x="57388" y="87896"/>
                    <a:pt x="58040" y="87831"/>
                  </a:cubicBezTo>
                  <a:cubicBezTo>
                    <a:pt x="59296" y="87660"/>
                    <a:pt x="60494" y="87318"/>
                    <a:pt x="61636" y="86975"/>
                  </a:cubicBezTo>
                  <a:cubicBezTo>
                    <a:pt x="62321" y="87660"/>
                    <a:pt x="63348" y="87774"/>
                    <a:pt x="64318" y="87888"/>
                  </a:cubicBezTo>
                  <a:cubicBezTo>
                    <a:pt x="67799" y="88231"/>
                    <a:pt x="71224" y="88516"/>
                    <a:pt x="74705" y="88859"/>
                  </a:cubicBezTo>
                  <a:cubicBezTo>
                    <a:pt x="82906" y="89638"/>
                    <a:pt x="91204" y="89886"/>
                    <a:pt x="99472" y="89886"/>
                  </a:cubicBezTo>
                  <a:cubicBezTo>
                    <a:pt x="103920" y="89886"/>
                    <a:pt x="108359" y="89814"/>
                    <a:pt x="112771" y="89715"/>
                  </a:cubicBezTo>
                  <a:cubicBezTo>
                    <a:pt x="112656" y="89429"/>
                    <a:pt x="112542" y="88973"/>
                    <a:pt x="112599" y="88687"/>
                  </a:cubicBezTo>
                  <a:lnTo>
                    <a:pt x="112599" y="88687"/>
                  </a:lnTo>
                  <a:cubicBezTo>
                    <a:pt x="113741" y="89030"/>
                    <a:pt x="114996" y="89087"/>
                    <a:pt x="116195" y="89087"/>
                  </a:cubicBezTo>
                  <a:cubicBezTo>
                    <a:pt x="116591" y="89117"/>
                    <a:pt x="117377" y="89245"/>
                    <a:pt x="118076" y="89245"/>
                  </a:cubicBezTo>
                  <a:cubicBezTo>
                    <a:pt x="118686" y="89245"/>
                    <a:pt x="119231" y="89147"/>
                    <a:pt x="119391" y="88801"/>
                  </a:cubicBezTo>
                  <a:cubicBezTo>
                    <a:pt x="119505" y="88630"/>
                    <a:pt x="119219" y="87660"/>
                    <a:pt x="119219" y="87432"/>
                  </a:cubicBezTo>
                  <a:cubicBezTo>
                    <a:pt x="119219" y="86690"/>
                    <a:pt x="119219" y="85948"/>
                    <a:pt x="119219" y="85206"/>
                  </a:cubicBezTo>
                  <a:cubicBezTo>
                    <a:pt x="118877" y="82067"/>
                    <a:pt x="119334" y="78757"/>
                    <a:pt x="119277" y="75675"/>
                  </a:cubicBezTo>
                  <a:cubicBezTo>
                    <a:pt x="119277" y="72251"/>
                    <a:pt x="119277" y="68884"/>
                    <a:pt x="119505" y="65517"/>
                  </a:cubicBezTo>
                  <a:cubicBezTo>
                    <a:pt x="119790" y="61636"/>
                    <a:pt x="119505" y="57984"/>
                    <a:pt x="119676" y="54103"/>
                  </a:cubicBezTo>
                  <a:cubicBezTo>
                    <a:pt x="119904" y="48738"/>
                    <a:pt x="119790" y="43317"/>
                    <a:pt x="119904" y="37895"/>
                  </a:cubicBezTo>
                  <a:cubicBezTo>
                    <a:pt x="120133" y="29277"/>
                    <a:pt x="120418" y="20603"/>
                    <a:pt x="120418" y="11928"/>
                  </a:cubicBezTo>
                  <a:cubicBezTo>
                    <a:pt x="120475" y="9588"/>
                    <a:pt x="120475" y="7248"/>
                    <a:pt x="119961" y="4965"/>
                  </a:cubicBezTo>
                  <a:cubicBezTo>
                    <a:pt x="119505" y="4680"/>
                    <a:pt x="118934" y="4452"/>
                    <a:pt x="118363" y="4395"/>
                  </a:cubicBezTo>
                  <a:cubicBezTo>
                    <a:pt x="116823" y="4224"/>
                    <a:pt x="115282" y="3995"/>
                    <a:pt x="113741" y="3824"/>
                  </a:cubicBezTo>
                  <a:cubicBezTo>
                    <a:pt x="113798" y="3482"/>
                    <a:pt x="113684" y="3196"/>
                    <a:pt x="113684" y="2911"/>
                  </a:cubicBezTo>
                  <a:lnTo>
                    <a:pt x="113684" y="2854"/>
                  </a:lnTo>
                  <a:cubicBezTo>
                    <a:pt x="105922" y="2226"/>
                    <a:pt x="97989" y="2340"/>
                    <a:pt x="90228" y="2112"/>
                  </a:cubicBezTo>
                  <a:cubicBezTo>
                    <a:pt x="87809" y="2018"/>
                    <a:pt x="85390" y="1975"/>
                    <a:pt x="82970" y="1975"/>
                  </a:cubicBezTo>
                  <a:cubicBezTo>
                    <a:pt x="80995" y="1975"/>
                    <a:pt x="79020" y="2004"/>
                    <a:pt x="77045" y="2055"/>
                  </a:cubicBezTo>
                  <a:cubicBezTo>
                    <a:pt x="74876" y="2112"/>
                    <a:pt x="72650" y="2112"/>
                    <a:pt x="70482" y="2283"/>
                  </a:cubicBezTo>
                  <a:cubicBezTo>
                    <a:pt x="68760" y="2431"/>
                    <a:pt x="67081" y="2705"/>
                    <a:pt x="65371" y="2705"/>
                  </a:cubicBezTo>
                  <a:cubicBezTo>
                    <a:pt x="65097" y="2705"/>
                    <a:pt x="64822" y="2698"/>
                    <a:pt x="64546" y="2683"/>
                  </a:cubicBezTo>
                  <a:cubicBezTo>
                    <a:pt x="47654" y="1712"/>
                    <a:pt x="30704" y="2340"/>
                    <a:pt x="13982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7"/>
            <p:cNvSpPr/>
            <p:nvPr/>
          </p:nvSpPr>
          <p:spPr>
            <a:xfrm>
              <a:off x="464975" y="427025"/>
              <a:ext cx="265400" cy="1995625"/>
            </a:xfrm>
            <a:custGeom>
              <a:rect b="b" l="l" r="r" t="t"/>
              <a:pathLst>
                <a:path extrusionOk="0" h="79825" w="10616">
                  <a:moveTo>
                    <a:pt x="8618" y="0"/>
                  </a:moveTo>
                  <a:cubicBezTo>
                    <a:pt x="8504" y="3938"/>
                    <a:pt x="7933" y="7933"/>
                    <a:pt x="6963" y="11757"/>
                  </a:cubicBezTo>
                  <a:cubicBezTo>
                    <a:pt x="4623" y="9873"/>
                    <a:pt x="6563" y="5365"/>
                    <a:pt x="4337" y="3310"/>
                  </a:cubicBezTo>
                  <a:cubicBezTo>
                    <a:pt x="4109" y="6563"/>
                    <a:pt x="3881" y="9816"/>
                    <a:pt x="3710" y="13069"/>
                  </a:cubicBezTo>
                  <a:cubicBezTo>
                    <a:pt x="2055" y="11129"/>
                    <a:pt x="3367" y="7705"/>
                    <a:pt x="1427" y="6050"/>
                  </a:cubicBezTo>
                  <a:cubicBezTo>
                    <a:pt x="628" y="7134"/>
                    <a:pt x="571" y="8618"/>
                    <a:pt x="571" y="9987"/>
                  </a:cubicBezTo>
                  <a:cubicBezTo>
                    <a:pt x="514" y="29049"/>
                    <a:pt x="2568" y="48224"/>
                    <a:pt x="628" y="67172"/>
                  </a:cubicBezTo>
                  <a:cubicBezTo>
                    <a:pt x="343" y="69911"/>
                    <a:pt x="0" y="72707"/>
                    <a:pt x="685" y="75333"/>
                  </a:cubicBezTo>
                  <a:cubicBezTo>
                    <a:pt x="913" y="74191"/>
                    <a:pt x="1027" y="70596"/>
                    <a:pt x="2226" y="70082"/>
                  </a:cubicBezTo>
                  <a:cubicBezTo>
                    <a:pt x="2340" y="72536"/>
                    <a:pt x="2511" y="75047"/>
                    <a:pt x="2682" y="77558"/>
                  </a:cubicBezTo>
                  <a:cubicBezTo>
                    <a:pt x="2682" y="78015"/>
                    <a:pt x="2797" y="78586"/>
                    <a:pt x="3196" y="78700"/>
                  </a:cubicBezTo>
                  <a:cubicBezTo>
                    <a:pt x="3710" y="77102"/>
                    <a:pt x="4223" y="75504"/>
                    <a:pt x="4680" y="73906"/>
                  </a:cubicBezTo>
                  <a:cubicBezTo>
                    <a:pt x="5277" y="74721"/>
                    <a:pt x="5255" y="79825"/>
                    <a:pt x="6825" y="79825"/>
                  </a:cubicBezTo>
                  <a:cubicBezTo>
                    <a:pt x="6905" y="79825"/>
                    <a:pt x="6989" y="79812"/>
                    <a:pt x="7077" y="79784"/>
                  </a:cubicBezTo>
                  <a:cubicBezTo>
                    <a:pt x="7533" y="79613"/>
                    <a:pt x="7705" y="78985"/>
                    <a:pt x="7705" y="78471"/>
                  </a:cubicBezTo>
                  <a:cubicBezTo>
                    <a:pt x="7876" y="75047"/>
                    <a:pt x="7362" y="71794"/>
                    <a:pt x="7590" y="68427"/>
                  </a:cubicBezTo>
                  <a:cubicBezTo>
                    <a:pt x="7876" y="64261"/>
                    <a:pt x="8104" y="60152"/>
                    <a:pt x="8389" y="55986"/>
                  </a:cubicBezTo>
                  <a:cubicBezTo>
                    <a:pt x="8789" y="47882"/>
                    <a:pt x="9074" y="39664"/>
                    <a:pt x="8846" y="31503"/>
                  </a:cubicBezTo>
                  <a:cubicBezTo>
                    <a:pt x="8732" y="28250"/>
                    <a:pt x="8846" y="24997"/>
                    <a:pt x="9074" y="21687"/>
                  </a:cubicBezTo>
                  <a:cubicBezTo>
                    <a:pt x="9188" y="18434"/>
                    <a:pt x="9417" y="15124"/>
                    <a:pt x="9588" y="11814"/>
                  </a:cubicBezTo>
                  <a:cubicBezTo>
                    <a:pt x="9702" y="8960"/>
                    <a:pt x="10615" y="5707"/>
                    <a:pt x="10387" y="2911"/>
                  </a:cubicBezTo>
                  <a:cubicBezTo>
                    <a:pt x="10273" y="1712"/>
                    <a:pt x="9645" y="514"/>
                    <a:pt x="8618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7"/>
            <p:cNvSpPr/>
            <p:nvPr/>
          </p:nvSpPr>
          <p:spPr>
            <a:xfrm>
              <a:off x="377400" y="388275"/>
              <a:ext cx="194600" cy="443100"/>
            </a:xfrm>
            <a:custGeom>
              <a:rect b="b" l="l" r="r" t="t"/>
              <a:pathLst>
                <a:path extrusionOk="0" h="17724" w="7784">
                  <a:moveTo>
                    <a:pt x="4110" y="0"/>
                  </a:moveTo>
                  <a:cubicBezTo>
                    <a:pt x="769" y="0"/>
                    <a:pt x="944" y="2686"/>
                    <a:pt x="764" y="4803"/>
                  </a:cubicBezTo>
                  <a:cubicBezTo>
                    <a:pt x="220" y="11324"/>
                    <a:pt x="0" y="17723"/>
                    <a:pt x="236" y="17723"/>
                  </a:cubicBezTo>
                  <a:cubicBezTo>
                    <a:pt x="396" y="17723"/>
                    <a:pt x="768" y="14761"/>
                    <a:pt x="1392" y="6858"/>
                  </a:cubicBezTo>
                  <a:cubicBezTo>
                    <a:pt x="1729" y="2710"/>
                    <a:pt x="1048" y="723"/>
                    <a:pt x="4926" y="723"/>
                  </a:cubicBezTo>
                  <a:cubicBezTo>
                    <a:pt x="5638" y="723"/>
                    <a:pt x="6502" y="790"/>
                    <a:pt x="7555" y="922"/>
                  </a:cubicBezTo>
                  <a:cubicBezTo>
                    <a:pt x="7726" y="922"/>
                    <a:pt x="7783" y="694"/>
                    <a:pt x="7612" y="637"/>
                  </a:cubicBezTo>
                  <a:cubicBezTo>
                    <a:pt x="6145" y="192"/>
                    <a:pt x="5002" y="0"/>
                    <a:pt x="411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7"/>
            <p:cNvSpPr/>
            <p:nvPr/>
          </p:nvSpPr>
          <p:spPr>
            <a:xfrm>
              <a:off x="339875" y="1342150"/>
              <a:ext cx="48175" cy="889750"/>
            </a:xfrm>
            <a:custGeom>
              <a:rect b="b" l="l" r="r" t="t"/>
              <a:pathLst>
                <a:path extrusionOk="0" h="35590" w="1927">
                  <a:moveTo>
                    <a:pt x="1905" y="1"/>
                  </a:moveTo>
                  <a:cubicBezTo>
                    <a:pt x="1709" y="1"/>
                    <a:pt x="0" y="28005"/>
                    <a:pt x="1009" y="34961"/>
                  </a:cubicBezTo>
                  <a:cubicBezTo>
                    <a:pt x="1067" y="35386"/>
                    <a:pt x="1118" y="35589"/>
                    <a:pt x="1162" y="35589"/>
                  </a:cubicBezTo>
                  <a:cubicBezTo>
                    <a:pt x="1552" y="35589"/>
                    <a:pt x="1461" y="19812"/>
                    <a:pt x="1922" y="491"/>
                  </a:cubicBezTo>
                  <a:cubicBezTo>
                    <a:pt x="1926" y="157"/>
                    <a:pt x="1920" y="1"/>
                    <a:pt x="1905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7"/>
            <p:cNvSpPr/>
            <p:nvPr/>
          </p:nvSpPr>
          <p:spPr>
            <a:xfrm>
              <a:off x="874400" y="2549525"/>
              <a:ext cx="978375" cy="48975"/>
            </a:xfrm>
            <a:custGeom>
              <a:rect b="b" l="l" r="r" t="t"/>
              <a:pathLst>
                <a:path extrusionOk="0" h="1959" w="39135">
                  <a:moveTo>
                    <a:pt x="659" y="1"/>
                  </a:moveTo>
                  <a:cubicBezTo>
                    <a:pt x="48" y="1"/>
                    <a:pt x="1" y="25"/>
                    <a:pt x="687" y="77"/>
                  </a:cubicBezTo>
                  <a:cubicBezTo>
                    <a:pt x="7029" y="537"/>
                    <a:pt x="32169" y="1959"/>
                    <a:pt x="37639" y="1959"/>
                  </a:cubicBezTo>
                  <a:cubicBezTo>
                    <a:pt x="38962" y="1959"/>
                    <a:pt x="39134" y="1876"/>
                    <a:pt x="37611" y="1675"/>
                  </a:cubicBezTo>
                  <a:cubicBezTo>
                    <a:pt x="33005" y="1032"/>
                    <a:pt x="4671" y="1"/>
                    <a:pt x="659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7"/>
            <p:cNvSpPr/>
            <p:nvPr/>
          </p:nvSpPr>
          <p:spPr>
            <a:xfrm>
              <a:off x="1831700" y="2580325"/>
              <a:ext cx="438125" cy="54225"/>
            </a:xfrm>
            <a:custGeom>
              <a:rect b="b" l="l" r="r" t="t"/>
              <a:pathLst>
                <a:path extrusionOk="0" h="2169" w="17525">
                  <a:moveTo>
                    <a:pt x="1416" y="0"/>
                  </a:moveTo>
                  <a:cubicBezTo>
                    <a:pt x="0" y="0"/>
                    <a:pt x="1463" y="356"/>
                    <a:pt x="9078" y="1299"/>
                  </a:cubicBezTo>
                  <a:cubicBezTo>
                    <a:pt x="14440" y="1988"/>
                    <a:pt x="15604" y="2168"/>
                    <a:pt x="16701" y="2168"/>
                  </a:cubicBezTo>
                  <a:cubicBezTo>
                    <a:pt x="16876" y="2168"/>
                    <a:pt x="17050" y="2163"/>
                    <a:pt x="17239" y="2156"/>
                  </a:cubicBezTo>
                  <a:cubicBezTo>
                    <a:pt x="17411" y="2156"/>
                    <a:pt x="17525" y="1870"/>
                    <a:pt x="17297" y="1813"/>
                  </a:cubicBezTo>
                  <a:lnTo>
                    <a:pt x="17297" y="1813"/>
                  </a:lnTo>
                  <a:lnTo>
                    <a:pt x="17297" y="1870"/>
                  </a:lnTo>
                  <a:cubicBezTo>
                    <a:pt x="14055" y="980"/>
                    <a:pt x="3767" y="0"/>
                    <a:pt x="1416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7"/>
            <p:cNvSpPr/>
            <p:nvPr/>
          </p:nvSpPr>
          <p:spPr>
            <a:xfrm>
              <a:off x="3270350" y="463800"/>
              <a:ext cx="163725" cy="2104450"/>
            </a:xfrm>
            <a:custGeom>
              <a:rect b="b" l="l" r="r" t="t"/>
              <a:pathLst>
                <a:path extrusionOk="0" h="84178" w="6549">
                  <a:moveTo>
                    <a:pt x="1387" y="0"/>
                  </a:moveTo>
                  <a:cubicBezTo>
                    <a:pt x="497" y="0"/>
                    <a:pt x="1" y="143"/>
                    <a:pt x="613" y="184"/>
                  </a:cubicBezTo>
                  <a:cubicBezTo>
                    <a:pt x="6548" y="469"/>
                    <a:pt x="5007" y="1953"/>
                    <a:pt x="4722" y="15022"/>
                  </a:cubicBezTo>
                  <a:cubicBezTo>
                    <a:pt x="4551" y="25181"/>
                    <a:pt x="3466" y="73234"/>
                    <a:pt x="3866" y="83792"/>
                  </a:cubicBezTo>
                  <a:cubicBezTo>
                    <a:pt x="3866" y="84049"/>
                    <a:pt x="4051" y="84177"/>
                    <a:pt x="4237" y="84177"/>
                  </a:cubicBezTo>
                  <a:cubicBezTo>
                    <a:pt x="4422" y="84177"/>
                    <a:pt x="4608" y="84049"/>
                    <a:pt x="4608" y="83792"/>
                  </a:cubicBezTo>
                  <a:cubicBezTo>
                    <a:pt x="4608" y="83735"/>
                    <a:pt x="5863" y="2923"/>
                    <a:pt x="5863" y="2809"/>
                  </a:cubicBezTo>
                  <a:cubicBezTo>
                    <a:pt x="5863" y="462"/>
                    <a:pt x="2988" y="0"/>
                    <a:pt x="1387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7"/>
            <p:cNvSpPr/>
            <p:nvPr/>
          </p:nvSpPr>
          <p:spPr>
            <a:xfrm>
              <a:off x="424075" y="797325"/>
              <a:ext cx="24275" cy="164950"/>
            </a:xfrm>
            <a:custGeom>
              <a:rect b="b" l="l" r="r" t="t"/>
              <a:pathLst>
                <a:path extrusionOk="0" h="6598" w="971">
                  <a:moveTo>
                    <a:pt x="776" y="1"/>
                  </a:moveTo>
                  <a:cubicBezTo>
                    <a:pt x="518" y="1"/>
                    <a:pt x="1" y="5735"/>
                    <a:pt x="266" y="6418"/>
                  </a:cubicBezTo>
                  <a:cubicBezTo>
                    <a:pt x="291" y="6492"/>
                    <a:pt x="401" y="6598"/>
                    <a:pt x="518" y="6598"/>
                  </a:cubicBezTo>
                  <a:cubicBezTo>
                    <a:pt x="671" y="6598"/>
                    <a:pt x="837" y="6414"/>
                    <a:pt x="837" y="5733"/>
                  </a:cubicBezTo>
                  <a:cubicBezTo>
                    <a:pt x="971" y="1453"/>
                    <a:pt x="906" y="1"/>
                    <a:pt x="7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7"/>
            <p:cNvSpPr/>
            <p:nvPr/>
          </p:nvSpPr>
          <p:spPr>
            <a:xfrm>
              <a:off x="3346300" y="1024275"/>
              <a:ext cx="24625" cy="281675"/>
            </a:xfrm>
            <a:custGeom>
              <a:rect b="b" l="l" r="r" t="t"/>
              <a:pathLst>
                <a:path extrusionOk="0" h="11267" w="985">
                  <a:moveTo>
                    <a:pt x="818" y="1"/>
                  </a:moveTo>
                  <a:cubicBezTo>
                    <a:pt x="576" y="1"/>
                    <a:pt x="0" y="9256"/>
                    <a:pt x="257" y="10695"/>
                  </a:cubicBezTo>
                  <a:cubicBezTo>
                    <a:pt x="328" y="11091"/>
                    <a:pt x="392" y="11267"/>
                    <a:pt x="451" y="11267"/>
                  </a:cubicBezTo>
                  <a:cubicBezTo>
                    <a:pt x="866" y="11267"/>
                    <a:pt x="985" y="2465"/>
                    <a:pt x="885" y="365"/>
                  </a:cubicBezTo>
                  <a:cubicBezTo>
                    <a:pt x="868" y="114"/>
                    <a:pt x="845" y="1"/>
                    <a:pt x="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7"/>
            <p:cNvSpPr/>
            <p:nvPr/>
          </p:nvSpPr>
          <p:spPr>
            <a:xfrm>
              <a:off x="315425" y="364350"/>
              <a:ext cx="3145625" cy="2299225"/>
            </a:xfrm>
            <a:custGeom>
              <a:rect b="b" l="l" r="r" t="t"/>
              <a:pathLst>
                <a:path extrusionOk="0" h="91969" w="125825">
                  <a:moveTo>
                    <a:pt x="5583" y="2850"/>
                  </a:moveTo>
                  <a:cubicBezTo>
                    <a:pt x="3871" y="12494"/>
                    <a:pt x="6382" y="13065"/>
                    <a:pt x="4099" y="35551"/>
                  </a:cubicBezTo>
                  <a:cubicBezTo>
                    <a:pt x="3985" y="36920"/>
                    <a:pt x="3871" y="38119"/>
                    <a:pt x="3813" y="39203"/>
                  </a:cubicBezTo>
                  <a:cubicBezTo>
                    <a:pt x="3985" y="20370"/>
                    <a:pt x="4156" y="3249"/>
                    <a:pt x="5583" y="2850"/>
                  </a:cubicBezTo>
                  <a:close/>
                  <a:moveTo>
                    <a:pt x="15968" y="1147"/>
                  </a:moveTo>
                  <a:lnTo>
                    <a:pt x="15968" y="1147"/>
                  </a:lnTo>
                  <a:cubicBezTo>
                    <a:pt x="14600" y="13755"/>
                    <a:pt x="14485" y="24547"/>
                    <a:pt x="13344" y="67738"/>
                  </a:cubicBezTo>
                  <a:cubicBezTo>
                    <a:pt x="12881" y="84378"/>
                    <a:pt x="13283" y="85697"/>
                    <a:pt x="11922" y="85697"/>
                  </a:cubicBezTo>
                  <a:cubicBezTo>
                    <a:pt x="11665" y="85697"/>
                    <a:pt x="11347" y="85650"/>
                    <a:pt x="10948" y="85650"/>
                  </a:cubicBezTo>
                  <a:cubicBezTo>
                    <a:pt x="10857" y="85650"/>
                    <a:pt x="10761" y="85652"/>
                    <a:pt x="10662" y="85658"/>
                  </a:cubicBezTo>
                  <a:cubicBezTo>
                    <a:pt x="12488" y="69336"/>
                    <a:pt x="11461" y="53014"/>
                    <a:pt x="12146" y="36692"/>
                  </a:cubicBezTo>
                  <a:cubicBezTo>
                    <a:pt x="12659" y="24764"/>
                    <a:pt x="14200" y="12380"/>
                    <a:pt x="13687" y="1651"/>
                  </a:cubicBezTo>
                  <a:cubicBezTo>
                    <a:pt x="15464" y="1429"/>
                    <a:pt x="15944" y="1261"/>
                    <a:pt x="15968" y="1147"/>
                  </a:cubicBezTo>
                  <a:close/>
                  <a:moveTo>
                    <a:pt x="12872" y="1601"/>
                  </a:moveTo>
                  <a:cubicBezTo>
                    <a:pt x="13921" y="1601"/>
                    <a:pt x="13147" y="5802"/>
                    <a:pt x="11689" y="34695"/>
                  </a:cubicBezTo>
                  <a:cubicBezTo>
                    <a:pt x="10947" y="49932"/>
                    <a:pt x="11803" y="85658"/>
                    <a:pt x="9520" y="85658"/>
                  </a:cubicBezTo>
                  <a:cubicBezTo>
                    <a:pt x="9603" y="63452"/>
                    <a:pt x="9656" y="38779"/>
                    <a:pt x="9570" y="38779"/>
                  </a:cubicBezTo>
                  <a:cubicBezTo>
                    <a:pt x="9537" y="38779"/>
                    <a:pt x="9485" y="42296"/>
                    <a:pt x="9406" y="50788"/>
                  </a:cubicBezTo>
                  <a:cubicBezTo>
                    <a:pt x="9067" y="84545"/>
                    <a:pt x="9756" y="85832"/>
                    <a:pt x="8228" y="85832"/>
                  </a:cubicBezTo>
                  <a:cubicBezTo>
                    <a:pt x="8102" y="85832"/>
                    <a:pt x="7961" y="85824"/>
                    <a:pt x="7802" y="85824"/>
                  </a:cubicBezTo>
                  <a:cubicBezTo>
                    <a:pt x="7619" y="85824"/>
                    <a:pt x="7413" y="85835"/>
                    <a:pt x="7181" y="85887"/>
                  </a:cubicBezTo>
                  <a:lnTo>
                    <a:pt x="7181" y="85887"/>
                  </a:lnTo>
                  <a:cubicBezTo>
                    <a:pt x="7593" y="74803"/>
                    <a:pt x="7866" y="61438"/>
                    <a:pt x="7746" y="61438"/>
                  </a:cubicBezTo>
                  <a:cubicBezTo>
                    <a:pt x="7734" y="61438"/>
                    <a:pt x="7716" y="61591"/>
                    <a:pt x="7694" y="61917"/>
                  </a:cubicBezTo>
                  <a:cubicBezTo>
                    <a:pt x="5982" y="88283"/>
                    <a:pt x="7580" y="85658"/>
                    <a:pt x="5982" y="86172"/>
                  </a:cubicBezTo>
                  <a:cubicBezTo>
                    <a:pt x="4898" y="73674"/>
                    <a:pt x="7409" y="60604"/>
                    <a:pt x="7637" y="21283"/>
                  </a:cubicBezTo>
                  <a:cubicBezTo>
                    <a:pt x="7714" y="8046"/>
                    <a:pt x="7995" y="2539"/>
                    <a:pt x="8258" y="2539"/>
                  </a:cubicBezTo>
                  <a:cubicBezTo>
                    <a:pt x="8780" y="2539"/>
                    <a:pt x="9232" y="24304"/>
                    <a:pt x="7865" y="50389"/>
                  </a:cubicBezTo>
                  <a:cubicBezTo>
                    <a:pt x="7633" y="54606"/>
                    <a:pt x="7594" y="56480"/>
                    <a:pt x="7665" y="56480"/>
                  </a:cubicBezTo>
                  <a:cubicBezTo>
                    <a:pt x="7892" y="56480"/>
                    <a:pt x="9238" y="37516"/>
                    <a:pt x="9064" y="14720"/>
                  </a:cubicBezTo>
                  <a:cubicBezTo>
                    <a:pt x="8950" y="224"/>
                    <a:pt x="7923" y="3192"/>
                    <a:pt x="11004" y="2279"/>
                  </a:cubicBezTo>
                  <a:lnTo>
                    <a:pt x="11004" y="2279"/>
                  </a:lnTo>
                  <a:cubicBezTo>
                    <a:pt x="11061" y="9812"/>
                    <a:pt x="10833" y="17288"/>
                    <a:pt x="10719" y="24764"/>
                  </a:cubicBezTo>
                  <a:cubicBezTo>
                    <a:pt x="10581" y="30466"/>
                    <a:pt x="10594" y="32835"/>
                    <a:pt x="10681" y="32835"/>
                  </a:cubicBezTo>
                  <a:cubicBezTo>
                    <a:pt x="10882" y="32835"/>
                    <a:pt x="11478" y="20158"/>
                    <a:pt x="11518" y="6730"/>
                  </a:cubicBezTo>
                  <a:cubicBezTo>
                    <a:pt x="11518" y="6445"/>
                    <a:pt x="11347" y="2222"/>
                    <a:pt x="11461" y="2165"/>
                  </a:cubicBezTo>
                  <a:cubicBezTo>
                    <a:pt x="12105" y="1958"/>
                    <a:pt x="12567" y="1601"/>
                    <a:pt x="12872" y="1601"/>
                  </a:cubicBezTo>
                  <a:close/>
                  <a:moveTo>
                    <a:pt x="30436" y="85943"/>
                  </a:moveTo>
                  <a:cubicBezTo>
                    <a:pt x="42329" y="85943"/>
                    <a:pt x="53215" y="87305"/>
                    <a:pt x="47354" y="87305"/>
                  </a:cubicBezTo>
                  <a:cubicBezTo>
                    <a:pt x="46732" y="87305"/>
                    <a:pt x="45922" y="87290"/>
                    <a:pt x="44904" y="87256"/>
                  </a:cubicBezTo>
                  <a:cubicBezTo>
                    <a:pt x="22932" y="86514"/>
                    <a:pt x="25386" y="86571"/>
                    <a:pt x="19165" y="86457"/>
                  </a:cubicBezTo>
                  <a:cubicBezTo>
                    <a:pt x="22677" y="86084"/>
                    <a:pt x="26609" y="85943"/>
                    <a:pt x="30436" y="85943"/>
                  </a:cubicBezTo>
                  <a:close/>
                  <a:moveTo>
                    <a:pt x="16711" y="681"/>
                  </a:moveTo>
                  <a:cubicBezTo>
                    <a:pt x="31523" y="2389"/>
                    <a:pt x="40091" y="2729"/>
                    <a:pt x="44875" y="2729"/>
                  </a:cubicBezTo>
                  <a:cubicBezTo>
                    <a:pt x="48046" y="2729"/>
                    <a:pt x="49555" y="2580"/>
                    <a:pt x="50118" y="2580"/>
                  </a:cubicBezTo>
                  <a:cubicBezTo>
                    <a:pt x="50352" y="2580"/>
                    <a:pt x="50423" y="2605"/>
                    <a:pt x="50383" y="2678"/>
                  </a:cubicBezTo>
                  <a:cubicBezTo>
                    <a:pt x="50440" y="2678"/>
                    <a:pt x="50440" y="2621"/>
                    <a:pt x="50440" y="2621"/>
                  </a:cubicBezTo>
                  <a:cubicBezTo>
                    <a:pt x="50896" y="2621"/>
                    <a:pt x="51353" y="2621"/>
                    <a:pt x="51752" y="2678"/>
                  </a:cubicBezTo>
                  <a:cubicBezTo>
                    <a:pt x="52095" y="2678"/>
                    <a:pt x="52323" y="2735"/>
                    <a:pt x="52608" y="2792"/>
                  </a:cubicBezTo>
                  <a:cubicBezTo>
                    <a:pt x="52736" y="2786"/>
                    <a:pt x="52866" y="2783"/>
                    <a:pt x="52997" y="2783"/>
                  </a:cubicBezTo>
                  <a:cubicBezTo>
                    <a:pt x="54089" y="2783"/>
                    <a:pt x="55278" y="2982"/>
                    <a:pt x="56603" y="3135"/>
                  </a:cubicBezTo>
                  <a:cubicBezTo>
                    <a:pt x="56660" y="3135"/>
                    <a:pt x="56775" y="3078"/>
                    <a:pt x="56832" y="3078"/>
                  </a:cubicBezTo>
                  <a:cubicBezTo>
                    <a:pt x="57117" y="3021"/>
                    <a:pt x="57345" y="3021"/>
                    <a:pt x="57574" y="3021"/>
                  </a:cubicBezTo>
                  <a:lnTo>
                    <a:pt x="58201" y="3021"/>
                  </a:lnTo>
                  <a:cubicBezTo>
                    <a:pt x="58544" y="2915"/>
                    <a:pt x="59131" y="2874"/>
                    <a:pt x="59841" y="2874"/>
                  </a:cubicBezTo>
                  <a:cubicBezTo>
                    <a:pt x="62199" y="2874"/>
                    <a:pt x="65906" y="3332"/>
                    <a:pt x="66476" y="3420"/>
                  </a:cubicBezTo>
                  <a:cubicBezTo>
                    <a:pt x="62653" y="59121"/>
                    <a:pt x="64308" y="86743"/>
                    <a:pt x="63223" y="87085"/>
                  </a:cubicBezTo>
                  <a:cubicBezTo>
                    <a:pt x="61627" y="87595"/>
                    <a:pt x="60021" y="87792"/>
                    <a:pt x="58352" y="87792"/>
                  </a:cubicBezTo>
                  <a:cubicBezTo>
                    <a:pt x="54234" y="87792"/>
                    <a:pt x="49733" y="86593"/>
                    <a:pt x="44048" y="85944"/>
                  </a:cubicBezTo>
                  <a:cubicBezTo>
                    <a:pt x="39674" y="85423"/>
                    <a:pt x="35378" y="85177"/>
                    <a:pt x="31136" y="85177"/>
                  </a:cubicBezTo>
                  <a:cubicBezTo>
                    <a:pt x="25139" y="85177"/>
                    <a:pt x="19251" y="85669"/>
                    <a:pt x="13401" y="86571"/>
                  </a:cubicBezTo>
                  <a:cubicBezTo>
                    <a:pt x="15113" y="23052"/>
                    <a:pt x="15228" y="13750"/>
                    <a:pt x="16711" y="681"/>
                  </a:cubicBezTo>
                  <a:close/>
                  <a:moveTo>
                    <a:pt x="116617" y="4343"/>
                  </a:moveTo>
                  <a:cubicBezTo>
                    <a:pt x="116780" y="4343"/>
                    <a:pt x="117008" y="4511"/>
                    <a:pt x="117326" y="4562"/>
                  </a:cubicBezTo>
                  <a:lnTo>
                    <a:pt x="117269" y="4562"/>
                  </a:lnTo>
                  <a:cubicBezTo>
                    <a:pt x="118239" y="20770"/>
                    <a:pt x="118125" y="17174"/>
                    <a:pt x="117383" y="40173"/>
                  </a:cubicBezTo>
                  <a:cubicBezTo>
                    <a:pt x="117111" y="48041"/>
                    <a:pt x="117072" y="51204"/>
                    <a:pt x="117151" y="51204"/>
                  </a:cubicBezTo>
                  <a:lnTo>
                    <a:pt x="117151" y="51204"/>
                  </a:lnTo>
                  <a:cubicBezTo>
                    <a:pt x="117401" y="51204"/>
                    <a:pt x="118842" y="18960"/>
                    <a:pt x="117668" y="4619"/>
                  </a:cubicBezTo>
                  <a:lnTo>
                    <a:pt x="117668" y="4619"/>
                  </a:lnTo>
                  <a:cubicBezTo>
                    <a:pt x="120408" y="5075"/>
                    <a:pt x="119723" y="3306"/>
                    <a:pt x="119894" y="13807"/>
                  </a:cubicBezTo>
                  <a:cubicBezTo>
                    <a:pt x="120000" y="19015"/>
                    <a:pt x="120151" y="22596"/>
                    <a:pt x="120249" y="22596"/>
                  </a:cubicBezTo>
                  <a:cubicBezTo>
                    <a:pt x="120310" y="22596"/>
                    <a:pt x="120351" y="21260"/>
                    <a:pt x="120351" y="18144"/>
                  </a:cubicBezTo>
                  <a:cubicBezTo>
                    <a:pt x="120304" y="6309"/>
                    <a:pt x="119759" y="4980"/>
                    <a:pt x="120444" y="4980"/>
                  </a:cubicBezTo>
                  <a:cubicBezTo>
                    <a:pt x="120594" y="4980"/>
                    <a:pt x="120804" y="5044"/>
                    <a:pt x="121093" y="5075"/>
                  </a:cubicBezTo>
                  <a:cubicBezTo>
                    <a:pt x="120783" y="8207"/>
                    <a:pt x="121137" y="12772"/>
                    <a:pt x="121367" y="12772"/>
                  </a:cubicBezTo>
                  <a:cubicBezTo>
                    <a:pt x="121519" y="12772"/>
                    <a:pt x="121616" y="10795"/>
                    <a:pt x="121435" y="5132"/>
                  </a:cubicBezTo>
                  <a:lnTo>
                    <a:pt x="121435" y="5132"/>
                  </a:lnTo>
                  <a:cubicBezTo>
                    <a:pt x="123489" y="5589"/>
                    <a:pt x="121663" y="44625"/>
                    <a:pt x="121378" y="69450"/>
                  </a:cubicBezTo>
                  <a:cubicBezTo>
                    <a:pt x="121101" y="87668"/>
                    <a:pt x="121831" y="89337"/>
                    <a:pt x="120826" y="89337"/>
                  </a:cubicBezTo>
                  <a:cubicBezTo>
                    <a:pt x="120600" y="89337"/>
                    <a:pt x="120288" y="89253"/>
                    <a:pt x="119856" y="89253"/>
                  </a:cubicBezTo>
                  <a:cubicBezTo>
                    <a:pt x="119831" y="89253"/>
                    <a:pt x="119806" y="89253"/>
                    <a:pt x="119780" y="89254"/>
                  </a:cubicBezTo>
                  <a:cubicBezTo>
                    <a:pt x="118810" y="62488"/>
                    <a:pt x="121492" y="55468"/>
                    <a:pt x="120807" y="38233"/>
                  </a:cubicBezTo>
                  <a:cubicBezTo>
                    <a:pt x="120522" y="31327"/>
                    <a:pt x="120522" y="30757"/>
                    <a:pt x="121150" y="23851"/>
                  </a:cubicBezTo>
                  <a:cubicBezTo>
                    <a:pt x="121162" y="23709"/>
                    <a:pt x="121158" y="23639"/>
                    <a:pt x="121142" y="23639"/>
                  </a:cubicBezTo>
                  <a:cubicBezTo>
                    <a:pt x="121011" y="23639"/>
                    <a:pt x="120045" y="28384"/>
                    <a:pt x="120351" y="36578"/>
                  </a:cubicBezTo>
                  <a:cubicBezTo>
                    <a:pt x="121035" y="55582"/>
                    <a:pt x="119152" y="61346"/>
                    <a:pt x="119095" y="74986"/>
                  </a:cubicBezTo>
                  <a:cubicBezTo>
                    <a:pt x="119005" y="87659"/>
                    <a:pt x="119984" y="89390"/>
                    <a:pt x="118793" y="89390"/>
                  </a:cubicBezTo>
                  <a:cubicBezTo>
                    <a:pt x="118477" y="89390"/>
                    <a:pt x="118008" y="89268"/>
                    <a:pt x="117326" y="89197"/>
                  </a:cubicBezTo>
                  <a:cubicBezTo>
                    <a:pt x="117932" y="59100"/>
                    <a:pt x="117662" y="56083"/>
                    <a:pt x="117543" y="56083"/>
                  </a:cubicBezTo>
                  <a:cubicBezTo>
                    <a:pt x="117516" y="56083"/>
                    <a:pt x="117497" y="56236"/>
                    <a:pt x="117497" y="56267"/>
                  </a:cubicBezTo>
                  <a:cubicBezTo>
                    <a:pt x="116847" y="85769"/>
                    <a:pt x="117369" y="89174"/>
                    <a:pt x="116354" y="89174"/>
                  </a:cubicBezTo>
                  <a:cubicBezTo>
                    <a:pt x="116122" y="89174"/>
                    <a:pt x="115810" y="88996"/>
                    <a:pt x="115386" y="88911"/>
                  </a:cubicBezTo>
                  <a:cubicBezTo>
                    <a:pt x="115271" y="88854"/>
                    <a:pt x="115785" y="42114"/>
                    <a:pt x="116070" y="22425"/>
                  </a:cubicBezTo>
                  <a:cubicBezTo>
                    <a:pt x="116248" y="6374"/>
                    <a:pt x="116046" y="4343"/>
                    <a:pt x="116617" y="4343"/>
                  </a:cubicBezTo>
                  <a:close/>
                  <a:moveTo>
                    <a:pt x="84090" y="2710"/>
                  </a:moveTo>
                  <a:cubicBezTo>
                    <a:pt x="85243" y="2710"/>
                    <a:pt x="86484" y="2718"/>
                    <a:pt x="87821" y="2735"/>
                  </a:cubicBezTo>
                  <a:cubicBezTo>
                    <a:pt x="103629" y="2964"/>
                    <a:pt x="115785" y="3363"/>
                    <a:pt x="115785" y="3477"/>
                  </a:cubicBezTo>
                  <a:cubicBezTo>
                    <a:pt x="114929" y="65684"/>
                    <a:pt x="114986" y="57466"/>
                    <a:pt x="114529" y="89596"/>
                  </a:cubicBezTo>
                  <a:cubicBezTo>
                    <a:pt x="111591" y="89664"/>
                    <a:pt x="108676" y="89697"/>
                    <a:pt x="105784" y="89697"/>
                  </a:cubicBezTo>
                  <a:cubicBezTo>
                    <a:pt x="91604" y="89697"/>
                    <a:pt x="77961" y="88897"/>
                    <a:pt x="64593" y="87427"/>
                  </a:cubicBezTo>
                  <a:cubicBezTo>
                    <a:pt x="64650" y="55069"/>
                    <a:pt x="65620" y="30186"/>
                    <a:pt x="67161" y="3420"/>
                  </a:cubicBezTo>
                  <a:cubicBezTo>
                    <a:pt x="67487" y="3500"/>
                    <a:pt x="67781" y="3533"/>
                    <a:pt x="68110" y="3533"/>
                  </a:cubicBezTo>
                  <a:cubicBezTo>
                    <a:pt x="69749" y="3533"/>
                    <a:pt x="72266" y="2710"/>
                    <a:pt x="84090" y="2710"/>
                  </a:cubicBezTo>
                  <a:close/>
                  <a:moveTo>
                    <a:pt x="16530" y="1"/>
                  </a:moveTo>
                  <a:cubicBezTo>
                    <a:pt x="16167" y="1"/>
                    <a:pt x="16107" y="85"/>
                    <a:pt x="16084" y="281"/>
                  </a:cubicBezTo>
                  <a:cubicBezTo>
                    <a:pt x="16026" y="567"/>
                    <a:pt x="16026" y="852"/>
                    <a:pt x="15969" y="1137"/>
                  </a:cubicBezTo>
                  <a:cubicBezTo>
                    <a:pt x="15969" y="1080"/>
                    <a:pt x="15855" y="1080"/>
                    <a:pt x="15798" y="1080"/>
                  </a:cubicBezTo>
                  <a:cubicBezTo>
                    <a:pt x="15635" y="1080"/>
                    <a:pt x="8862" y="207"/>
                    <a:pt x="4985" y="207"/>
                  </a:cubicBezTo>
                  <a:cubicBezTo>
                    <a:pt x="3434" y="207"/>
                    <a:pt x="2346" y="347"/>
                    <a:pt x="2330" y="738"/>
                  </a:cubicBezTo>
                  <a:cubicBezTo>
                    <a:pt x="1474" y="29844"/>
                    <a:pt x="732" y="58436"/>
                    <a:pt x="47" y="87199"/>
                  </a:cubicBezTo>
                  <a:cubicBezTo>
                    <a:pt x="1" y="88724"/>
                    <a:pt x="81376" y="91969"/>
                    <a:pt x="112437" y="91969"/>
                  </a:cubicBezTo>
                  <a:cubicBezTo>
                    <a:pt x="119744" y="91969"/>
                    <a:pt x="124267" y="91789"/>
                    <a:pt x="124288" y="91365"/>
                  </a:cubicBezTo>
                  <a:cubicBezTo>
                    <a:pt x="125316" y="57637"/>
                    <a:pt x="125715" y="24023"/>
                    <a:pt x="125658" y="2850"/>
                  </a:cubicBezTo>
                  <a:cubicBezTo>
                    <a:pt x="125658" y="2622"/>
                    <a:pt x="125824" y="2561"/>
                    <a:pt x="124165" y="2561"/>
                  </a:cubicBezTo>
                  <a:cubicBezTo>
                    <a:pt x="122905" y="2561"/>
                    <a:pt x="120593" y="2597"/>
                    <a:pt x="116356" y="2621"/>
                  </a:cubicBezTo>
                  <a:cubicBezTo>
                    <a:pt x="116070" y="2621"/>
                    <a:pt x="116070" y="2964"/>
                    <a:pt x="116299" y="2964"/>
                  </a:cubicBezTo>
                  <a:cubicBezTo>
                    <a:pt x="119266" y="3021"/>
                    <a:pt x="122234" y="3021"/>
                    <a:pt x="125145" y="3078"/>
                  </a:cubicBezTo>
                  <a:cubicBezTo>
                    <a:pt x="124973" y="43712"/>
                    <a:pt x="124517" y="66996"/>
                    <a:pt x="123775" y="91080"/>
                  </a:cubicBezTo>
                  <a:cubicBezTo>
                    <a:pt x="120679" y="91189"/>
                    <a:pt x="116453" y="91243"/>
                    <a:pt x="111376" y="91243"/>
                  </a:cubicBezTo>
                  <a:cubicBezTo>
                    <a:pt x="84633" y="91243"/>
                    <a:pt x="34249" y="89744"/>
                    <a:pt x="675" y="86914"/>
                  </a:cubicBezTo>
                  <a:cubicBezTo>
                    <a:pt x="1359" y="57922"/>
                    <a:pt x="2101" y="29558"/>
                    <a:pt x="2957" y="1023"/>
                  </a:cubicBezTo>
                  <a:cubicBezTo>
                    <a:pt x="4275" y="912"/>
                    <a:pt x="5592" y="852"/>
                    <a:pt x="6905" y="852"/>
                  </a:cubicBezTo>
                  <a:cubicBezTo>
                    <a:pt x="8950" y="852"/>
                    <a:pt x="10986" y="996"/>
                    <a:pt x="13002" y="1309"/>
                  </a:cubicBezTo>
                  <a:cubicBezTo>
                    <a:pt x="8950" y="2964"/>
                    <a:pt x="7181" y="2108"/>
                    <a:pt x="7181" y="2678"/>
                  </a:cubicBezTo>
                  <a:cubicBezTo>
                    <a:pt x="7808" y="52215"/>
                    <a:pt x="4441" y="72475"/>
                    <a:pt x="5583" y="85887"/>
                  </a:cubicBezTo>
                  <a:lnTo>
                    <a:pt x="5583" y="85887"/>
                  </a:lnTo>
                  <a:cubicBezTo>
                    <a:pt x="5531" y="85868"/>
                    <a:pt x="5481" y="85861"/>
                    <a:pt x="5433" y="85861"/>
                  </a:cubicBezTo>
                  <a:cubicBezTo>
                    <a:pt x="5266" y="85861"/>
                    <a:pt x="5124" y="85950"/>
                    <a:pt x="5008" y="85950"/>
                  </a:cubicBezTo>
                  <a:cubicBezTo>
                    <a:pt x="4253" y="85950"/>
                    <a:pt x="4653" y="82116"/>
                    <a:pt x="6610" y="24137"/>
                  </a:cubicBezTo>
                  <a:cubicBezTo>
                    <a:pt x="6610" y="24065"/>
                    <a:pt x="6560" y="24033"/>
                    <a:pt x="6502" y="24033"/>
                  </a:cubicBezTo>
                  <a:cubicBezTo>
                    <a:pt x="6421" y="24033"/>
                    <a:pt x="6325" y="24094"/>
                    <a:pt x="6325" y="24194"/>
                  </a:cubicBezTo>
                  <a:cubicBezTo>
                    <a:pt x="2283" y="81034"/>
                    <a:pt x="5934" y="85674"/>
                    <a:pt x="3736" y="85674"/>
                  </a:cubicBezTo>
                  <a:cubicBezTo>
                    <a:pt x="3451" y="85674"/>
                    <a:pt x="3069" y="85596"/>
                    <a:pt x="2558" y="85544"/>
                  </a:cubicBezTo>
                  <a:cubicBezTo>
                    <a:pt x="3585" y="78867"/>
                    <a:pt x="3699" y="60604"/>
                    <a:pt x="3813" y="42970"/>
                  </a:cubicBezTo>
                  <a:cubicBezTo>
                    <a:pt x="3939" y="44679"/>
                    <a:pt x="4186" y="45323"/>
                    <a:pt x="4309" y="45323"/>
                  </a:cubicBezTo>
                  <a:cubicBezTo>
                    <a:pt x="4355" y="45323"/>
                    <a:pt x="4384" y="45235"/>
                    <a:pt x="4384" y="45081"/>
                  </a:cubicBezTo>
                  <a:cubicBezTo>
                    <a:pt x="4670" y="28816"/>
                    <a:pt x="4898" y="36692"/>
                    <a:pt x="5526" y="27960"/>
                  </a:cubicBezTo>
                  <a:cubicBezTo>
                    <a:pt x="6210" y="19343"/>
                    <a:pt x="4670" y="12209"/>
                    <a:pt x="5811" y="2792"/>
                  </a:cubicBezTo>
                  <a:cubicBezTo>
                    <a:pt x="7909" y="2302"/>
                    <a:pt x="7926" y="2085"/>
                    <a:pt x="7271" y="2085"/>
                  </a:cubicBezTo>
                  <a:cubicBezTo>
                    <a:pt x="6554" y="2085"/>
                    <a:pt x="5033" y="2345"/>
                    <a:pt x="4555" y="2792"/>
                  </a:cubicBezTo>
                  <a:cubicBezTo>
                    <a:pt x="3928" y="3420"/>
                    <a:pt x="2843" y="31955"/>
                    <a:pt x="3129" y="66996"/>
                  </a:cubicBezTo>
                  <a:cubicBezTo>
                    <a:pt x="3243" y="84060"/>
                    <a:pt x="1531" y="85944"/>
                    <a:pt x="2273" y="86001"/>
                  </a:cubicBezTo>
                  <a:cubicBezTo>
                    <a:pt x="4704" y="86244"/>
                    <a:pt x="5294" y="86314"/>
                    <a:pt x="5472" y="86314"/>
                  </a:cubicBezTo>
                  <a:cubicBezTo>
                    <a:pt x="5545" y="86314"/>
                    <a:pt x="5550" y="86303"/>
                    <a:pt x="5583" y="86286"/>
                  </a:cubicBezTo>
                  <a:cubicBezTo>
                    <a:pt x="5633" y="86386"/>
                    <a:pt x="5595" y="86706"/>
                    <a:pt x="5816" y="86706"/>
                  </a:cubicBezTo>
                  <a:cubicBezTo>
                    <a:pt x="5847" y="86706"/>
                    <a:pt x="5883" y="86700"/>
                    <a:pt x="5925" y="86685"/>
                  </a:cubicBezTo>
                  <a:cubicBezTo>
                    <a:pt x="7211" y="86213"/>
                    <a:pt x="7978" y="86091"/>
                    <a:pt x="8564" y="86091"/>
                  </a:cubicBezTo>
                  <a:cubicBezTo>
                    <a:pt x="9196" y="86091"/>
                    <a:pt x="9618" y="86233"/>
                    <a:pt x="10254" y="86233"/>
                  </a:cubicBezTo>
                  <a:cubicBezTo>
                    <a:pt x="10312" y="86233"/>
                    <a:pt x="10372" y="86232"/>
                    <a:pt x="10434" y="86229"/>
                  </a:cubicBezTo>
                  <a:cubicBezTo>
                    <a:pt x="11575" y="86138"/>
                    <a:pt x="12187" y="86046"/>
                    <a:pt x="12510" y="86046"/>
                  </a:cubicBezTo>
                  <a:cubicBezTo>
                    <a:pt x="12995" y="86046"/>
                    <a:pt x="12831" y="86252"/>
                    <a:pt x="12831" y="86971"/>
                  </a:cubicBezTo>
                  <a:cubicBezTo>
                    <a:pt x="12831" y="87161"/>
                    <a:pt x="12862" y="87242"/>
                    <a:pt x="13113" y="87242"/>
                  </a:cubicBezTo>
                  <a:cubicBezTo>
                    <a:pt x="13540" y="87242"/>
                    <a:pt x="14602" y="87009"/>
                    <a:pt x="17225" y="86685"/>
                  </a:cubicBezTo>
                  <a:cubicBezTo>
                    <a:pt x="19394" y="86914"/>
                    <a:pt x="52437" y="87998"/>
                    <a:pt x="53293" y="87998"/>
                  </a:cubicBezTo>
                  <a:cubicBezTo>
                    <a:pt x="55556" y="88342"/>
                    <a:pt x="57333" y="88466"/>
                    <a:pt x="58726" y="88466"/>
                  </a:cubicBezTo>
                  <a:cubicBezTo>
                    <a:pt x="62392" y="88466"/>
                    <a:pt x="63400" y="87604"/>
                    <a:pt x="63587" y="87604"/>
                  </a:cubicBezTo>
                  <a:cubicBezTo>
                    <a:pt x="63613" y="87604"/>
                    <a:pt x="63623" y="87620"/>
                    <a:pt x="63623" y="87656"/>
                  </a:cubicBezTo>
                  <a:cubicBezTo>
                    <a:pt x="63623" y="89831"/>
                    <a:pt x="94448" y="90450"/>
                    <a:pt x="108946" y="90450"/>
                  </a:cubicBezTo>
                  <a:cubicBezTo>
                    <a:pt x="111567" y="90450"/>
                    <a:pt x="113654" y="90430"/>
                    <a:pt x="114929" y="90395"/>
                  </a:cubicBezTo>
                  <a:cubicBezTo>
                    <a:pt x="115386" y="90395"/>
                    <a:pt x="115328" y="89824"/>
                    <a:pt x="115328" y="89368"/>
                  </a:cubicBezTo>
                  <a:lnTo>
                    <a:pt x="115328" y="89368"/>
                  </a:lnTo>
                  <a:cubicBezTo>
                    <a:pt x="116251" y="89565"/>
                    <a:pt x="118277" y="89763"/>
                    <a:pt x="119825" y="89763"/>
                  </a:cubicBezTo>
                  <a:cubicBezTo>
                    <a:pt x="120958" y="89763"/>
                    <a:pt x="121834" y="89657"/>
                    <a:pt x="121834" y="89368"/>
                  </a:cubicBezTo>
                  <a:cubicBezTo>
                    <a:pt x="121378" y="67567"/>
                    <a:pt x="123547" y="7472"/>
                    <a:pt x="122633" y="5361"/>
                  </a:cubicBezTo>
                  <a:cubicBezTo>
                    <a:pt x="122405" y="4847"/>
                    <a:pt x="121892" y="4904"/>
                    <a:pt x="121435" y="4790"/>
                  </a:cubicBezTo>
                  <a:cubicBezTo>
                    <a:pt x="121406" y="4733"/>
                    <a:pt x="121349" y="4704"/>
                    <a:pt x="121292" y="4704"/>
                  </a:cubicBezTo>
                  <a:cubicBezTo>
                    <a:pt x="121235" y="4704"/>
                    <a:pt x="121178" y="4733"/>
                    <a:pt x="121150" y="4790"/>
                  </a:cubicBezTo>
                  <a:cubicBezTo>
                    <a:pt x="115443" y="3991"/>
                    <a:pt x="116299" y="4447"/>
                    <a:pt x="116299" y="3249"/>
                  </a:cubicBezTo>
                  <a:cubicBezTo>
                    <a:pt x="116299" y="2742"/>
                    <a:pt x="98755" y="2188"/>
                    <a:pt x="84374" y="2188"/>
                  </a:cubicBezTo>
                  <a:cubicBezTo>
                    <a:pt x="76113" y="2188"/>
                    <a:pt x="68896" y="2371"/>
                    <a:pt x="66648" y="2850"/>
                  </a:cubicBezTo>
                  <a:cubicBezTo>
                    <a:pt x="65512" y="2483"/>
                    <a:pt x="62685" y="2376"/>
                    <a:pt x="60473" y="2376"/>
                  </a:cubicBezTo>
                  <a:cubicBezTo>
                    <a:pt x="59238" y="2376"/>
                    <a:pt x="58195" y="2409"/>
                    <a:pt x="57745" y="2450"/>
                  </a:cubicBezTo>
                  <a:cubicBezTo>
                    <a:pt x="54599" y="2170"/>
                    <a:pt x="53251" y="1998"/>
                    <a:pt x="52430" y="1998"/>
                  </a:cubicBezTo>
                  <a:cubicBezTo>
                    <a:pt x="51911" y="1998"/>
                    <a:pt x="51602" y="2067"/>
                    <a:pt x="51182" y="2222"/>
                  </a:cubicBezTo>
                  <a:cubicBezTo>
                    <a:pt x="24091" y="1311"/>
                    <a:pt x="17960" y="1"/>
                    <a:pt x="16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7"/>
            <p:cNvSpPr/>
            <p:nvPr/>
          </p:nvSpPr>
          <p:spPr>
            <a:xfrm>
              <a:off x="3272550" y="1296350"/>
              <a:ext cx="34525" cy="637975"/>
            </a:xfrm>
            <a:custGeom>
              <a:rect b="b" l="l" r="r" t="t"/>
              <a:pathLst>
                <a:path extrusionOk="0" h="25519" w="1381">
                  <a:moveTo>
                    <a:pt x="835" y="1"/>
                  </a:moveTo>
                  <a:cubicBezTo>
                    <a:pt x="819" y="1"/>
                    <a:pt x="810" y="67"/>
                    <a:pt x="810" y="154"/>
                  </a:cubicBezTo>
                  <a:cubicBezTo>
                    <a:pt x="468" y="14079"/>
                    <a:pt x="1381" y="10141"/>
                    <a:pt x="11" y="25322"/>
                  </a:cubicBezTo>
                  <a:cubicBezTo>
                    <a:pt x="0" y="25421"/>
                    <a:pt x="32" y="25519"/>
                    <a:pt x="91" y="25519"/>
                  </a:cubicBezTo>
                  <a:cubicBezTo>
                    <a:pt x="337" y="25519"/>
                    <a:pt x="1060" y="23829"/>
                    <a:pt x="1153" y="13565"/>
                  </a:cubicBezTo>
                  <a:cubicBezTo>
                    <a:pt x="1201" y="2016"/>
                    <a:pt x="922" y="1"/>
                    <a:pt x="835" y="1"/>
                  </a:cubicBezTo>
                  <a:close/>
                </a:path>
              </a:pathLst>
            </a:custGeom>
            <a:solidFill>
              <a:srgbClr val="7258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7"/>
          <p:cNvSpPr txBox="1"/>
          <p:nvPr>
            <p:ph type="title"/>
          </p:nvPr>
        </p:nvSpPr>
        <p:spPr>
          <a:xfrm>
            <a:off x="1478550" y="1790175"/>
            <a:ext cx="2844300" cy="123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7"/>
          <p:cNvSpPr txBox="1"/>
          <p:nvPr>
            <p:ph idx="1" type="subTitle"/>
          </p:nvPr>
        </p:nvSpPr>
        <p:spPr>
          <a:xfrm>
            <a:off x="5325700" y="1269825"/>
            <a:ext cx="2495400" cy="29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95" name="Google Shape;95;p7"/>
          <p:cNvGrpSpPr/>
          <p:nvPr/>
        </p:nvGrpSpPr>
        <p:grpSpPr>
          <a:xfrm>
            <a:off x="4202061" y="226477"/>
            <a:ext cx="998792" cy="4211136"/>
            <a:chOff x="4817850" y="671100"/>
            <a:chExt cx="455300" cy="1919650"/>
          </a:xfrm>
        </p:grpSpPr>
        <p:sp>
          <p:nvSpPr>
            <p:cNvPr id="96" name="Google Shape;96;p7"/>
            <p:cNvSpPr/>
            <p:nvPr/>
          </p:nvSpPr>
          <p:spPr>
            <a:xfrm>
              <a:off x="4827975" y="678125"/>
              <a:ext cx="432325" cy="1900450"/>
            </a:xfrm>
            <a:custGeom>
              <a:rect b="b" l="l" r="r" t="t"/>
              <a:pathLst>
                <a:path extrusionOk="0" h="76018" w="17293">
                  <a:moveTo>
                    <a:pt x="11529" y="0"/>
                  </a:moveTo>
                  <a:cubicBezTo>
                    <a:pt x="9474" y="1313"/>
                    <a:pt x="8047" y="3425"/>
                    <a:pt x="7191" y="5707"/>
                  </a:cubicBezTo>
                  <a:cubicBezTo>
                    <a:pt x="6335" y="7990"/>
                    <a:pt x="5993" y="10444"/>
                    <a:pt x="5765" y="12898"/>
                  </a:cubicBezTo>
                  <a:cubicBezTo>
                    <a:pt x="4794" y="23342"/>
                    <a:pt x="5365" y="33843"/>
                    <a:pt x="5194" y="44344"/>
                  </a:cubicBezTo>
                  <a:cubicBezTo>
                    <a:pt x="5023" y="54845"/>
                    <a:pt x="3995" y="65517"/>
                    <a:pt x="1" y="75219"/>
                  </a:cubicBezTo>
                  <a:cubicBezTo>
                    <a:pt x="2283" y="73678"/>
                    <a:pt x="4224" y="71452"/>
                    <a:pt x="5422" y="68941"/>
                  </a:cubicBezTo>
                  <a:cubicBezTo>
                    <a:pt x="6963" y="70996"/>
                    <a:pt x="7762" y="73507"/>
                    <a:pt x="7477" y="76018"/>
                  </a:cubicBezTo>
                  <a:cubicBezTo>
                    <a:pt x="9702" y="70653"/>
                    <a:pt x="10501" y="64775"/>
                    <a:pt x="10787" y="59011"/>
                  </a:cubicBezTo>
                  <a:cubicBezTo>
                    <a:pt x="11529" y="42518"/>
                    <a:pt x="9760" y="25796"/>
                    <a:pt x="12841" y="9588"/>
                  </a:cubicBezTo>
                  <a:cubicBezTo>
                    <a:pt x="13469" y="6278"/>
                    <a:pt x="14496" y="2683"/>
                    <a:pt x="17293" y="799"/>
                  </a:cubicBezTo>
                  <a:lnTo>
                    <a:pt x="17293" y="742"/>
                  </a:lnTo>
                  <a:cubicBezTo>
                    <a:pt x="15409" y="571"/>
                    <a:pt x="13412" y="57"/>
                    <a:pt x="115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7"/>
            <p:cNvSpPr/>
            <p:nvPr/>
          </p:nvSpPr>
          <p:spPr>
            <a:xfrm>
              <a:off x="4887950" y="712275"/>
              <a:ext cx="262650" cy="1724050"/>
            </a:xfrm>
            <a:custGeom>
              <a:rect b="b" l="l" r="r" t="t"/>
              <a:pathLst>
                <a:path extrusionOk="0" h="68962" w="10506">
                  <a:moveTo>
                    <a:pt x="9734" y="1"/>
                  </a:moveTo>
                  <a:cubicBezTo>
                    <a:pt x="8048" y="1"/>
                    <a:pt x="3310" y="4250"/>
                    <a:pt x="3137" y="25001"/>
                  </a:cubicBezTo>
                  <a:cubicBezTo>
                    <a:pt x="3080" y="37727"/>
                    <a:pt x="5021" y="57702"/>
                    <a:pt x="56" y="68774"/>
                  </a:cubicBezTo>
                  <a:cubicBezTo>
                    <a:pt x="0" y="68895"/>
                    <a:pt x="2" y="68961"/>
                    <a:pt x="49" y="68961"/>
                  </a:cubicBezTo>
                  <a:cubicBezTo>
                    <a:pt x="492" y="68961"/>
                    <a:pt x="4953" y="63156"/>
                    <a:pt x="4849" y="42122"/>
                  </a:cubicBezTo>
                  <a:cubicBezTo>
                    <a:pt x="4735" y="23460"/>
                    <a:pt x="3594" y="9763"/>
                    <a:pt x="10157" y="917"/>
                  </a:cubicBezTo>
                  <a:cubicBezTo>
                    <a:pt x="10505" y="444"/>
                    <a:pt x="10279" y="1"/>
                    <a:pt x="9734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7"/>
            <p:cNvSpPr/>
            <p:nvPr/>
          </p:nvSpPr>
          <p:spPr>
            <a:xfrm>
              <a:off x="5022675" y="1532650"/>
              <a:ext cx="68650" cy="909625"/>
            </a:xfrm>
            <a:custGeom>
              <a:rect b="b" l="l" r="r" t="t"/>
              <a:pathLst>
                <a:path extrusionOk="0" h="36385" w="2746">
                  <a:moveTo>
                    <a:pt x="1543" y="1"/>
                  </a:moveTo>
                  <a:cubicBezTo>
                    <a:pt x="1425" y="1"/>
                    <a:pt x="1283" y="270"/>
                    <a:pt x="1115" y="860"/>
                  </a:cubicBezTo>
                  <a:cubicBezTo>
                    <a:pt x="316" y="3657"/>
                    <a:pt x="1058" y="32477"/>
                    <a:pt x="31" y="36130"/>
                  </a:cubicBezTo>
                  <a:cubicBezTo>
                    <a:pt x="0" y="36222"/>
                    <a:pt x="52" y="36385"/>
                    <a:pt x="156" y="36385"/>
                  </a:cubicBezTo>
                  <a:cubicBezTo>
                    <a:pt x="437" y="36385"/>
                    <a:pt x="1098" y="35188"/>
                    <a:pt x="1515" y="28140"/>
                  </a:cubicBezTo>
                  <a:cubicBezTo>
                    <a:pt x="1515" y="28036"/>
                    <a:pt x="2746" y="1"/>
                    <a:pt x="1543" y="1"/>
                  </a:cubicBezTo>
                  <a:close/>
                </a:path>
              </a:pathLst>
            </a:custGeom>
            <a:solidFill>
              <a:srgbClr val="FFFFFF">
                <a:alpha val="56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4817850" y="671100"/>
              <a:ext cx="455300" cy="1919650"/>
            </a:xfrm>
            <a:custGeom>
              <a:rect b="b" l="l" r="r" t="t"/>
              <a:pathLst>
                <a:path extrusionOk="0" h="76786" w="18212">
                  <a:moveTo>
                    <a:pt x="13081" y="772"/>
                  </a:moveTo>
                  <a:cubicBezTo>
                    <a:pt x="14235" y="772"/>
                    <a:pt x="15510" y="1033"/>
                    <a:pt x="16899" y="1137"/>
                  </a:cubicBezTo>
                  <a:cubicBezTo>
                    <a:pt x="5998" y="12266"/>
                    <a:pt x="14502" y="61632"/>
                    <a:pt x="8167" y="74986"/>
                  </a:cubicBezTo>
                  <a:cubicBezTo>
                    <a:pt x="8053" y="72760"/>
                    <a:pt x="7425" y="70649"/>
                    <a:pt x="6284" y="68766"/>
                  </a:cubicBezTo>
                  <a:cubicBezTo>
                    <a:pt x="6185" y="68601"/>
                    <a:pt x="6097" y="68524"/>
                    <a:pt x="6006" y="68524"/>
                  </a:cubicBezTo>
                  <a:cubicBezTo>
                    <a:pt x="5465" y="68524"/>
                    <a:pt x="4818" y="71225"/>
                    <a:pt x="1205" y="74301"/>
                  </a:cubicBezTo>
                  <a:cubicBezTo>
                    <a:pt x="8567" y="55240"/>
                    <a:pt x="4800" y="35836"/>
                    <a:pt x="6398" y="16375"/>
                  </a:cubicBezTo>
                  <a:cubicBezTo>
                    <a:pt x="7536" y="2849"/>
                    <a:pt x="9824" y="772"/>
                    <a:pt x="13081" y="772"/>
                  </a:cubicBezTo>
                  <a:close/>
                  <a:moveTo>
                    <a:pt x="12497" y="0"/>
                  </a:moveTo>
                  <a:cubicBezTo>
                    <a:pt x="11978" y="0"/>
                    <a:pt x="11669" y="70"/>
                    <a:pt x="11249" y="224"/>
                  </a:cubicBezTo>
                  <a:lnTo>
                    <a:pt x="10735" y="224"/>
                  </a:lnTo>
                  <a:cubicBezTo>
                    <a:pt x="10621" y="338"/>
                    <a:pt x="10564" y="510"/>
                    <a:pt x="10450" y="624"/>
                  </a:cubicBezTo>
                  <a:cubicBezTo>
                    <a:pt x="10621" y="681"/>
                    <a:pt x="10165" y="909"/>
                    <a:pt x="9594" y="1537"/>
                  </a:cubicBezTo>
                  <a:cubicBezTo>
                    <a:pt x="9480" y="1651"/>
                    <a:pt x="9423" y="1765"/>
                    <a:pt x="9308" y="1879"/>
                  </a:cubicBezTo>
                  <a:cubicBezTo>
                    <a:pt x="634" y="12780"/>
                    <a:pt x="9879" y="51645"/>
                    <a:pt x="120" y="75272"/>
                  </a:cubicBezTo>
                  <a:cubicBezTo>
                    <a:pt x="0" y="75566"/>
                    <a:pt x="47" y="75704"/>
                    <a:pt x="218" y="75704"/>
                  </a:cubicBezTo>
                  <a:cubicBezTo>
                    <a:pt x="944" y="75704"/>
                    <a:pt x="3910" y="73223"/>
                    <a:pt x="5941" y="69622"/>
                  </a:cubicBezTo>
                  <a:cubicBezTo>
                    <a:pt x="7083" y="71676"/>
                    <a:pt x="7596" y="74016"/>
                    <a:pt x="7425" y="76356"/>
                  </a:cubicBezTo>
                  <a:cubicBezTo>
                    <a:pt x="7416" y="76634"/>
                    <a:pt x="7496" y="76785"/>
                    <a:pt x="7641" y="76785"/>
                  </a:cubicBezTo>
                  <a:cubicBezTo>
                    <a:pt x="8355" y="76785"/>
                    <a:pt x="10622" y="73102"/>
                    <a:pt x="11192" y="62944"/>
                  </a:cubicBezTo>
                  <a:cubicBezTo>
                    <a:pt x="12447" y="40288"/>
                    <a:pt x="9251" y="8614"/>
                    <a:pt x="18040" y="1137"/>
                  </a:cubicBezTo>
                  <a:cubicBezTo>
                    <a:pt x="18097" y="1137"/>
                    <a:pt x="18097" y="1080"/>
                    <a:pt x="18154" y="1080"/>
                  </a:cubicBezTo>
                  <a:cubicBezTo>
                    <a:pt x="18154" y="852"/>
                    <a:pt x="18154" y="624"/>
                    <a:pt x="18211" y="396"/>
                  </a:cubicBezTo>
                  <a:cubicBezTo>
                    <a:pt x="18040" y="396"/>
                    <a:pt x="17926" y="453"/>
                    <a:pt x="17812" y="453"/>
                  </a:cubicBezTo>
                  <a:cubicBezTo>
                    <a:pt x="14666" y="173"/>
                    <a:pt x="13319" y="0"/>
                    <a:pt x="124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8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" name="Google Shape;102;p8"/>
          <p:cNvGrpSpPr/>
          <p:nvPr/>
        </p:nvGrpSpPr>
        <p:grpSpPr>
          <a:xfrm>
            <a:off x="198360" y="132065"/>
            <a:ext cx="8747277" cy="4879363"/>
            <a:chOff x="236125" y="765625"/>
            <a:chExt cx="7143550" cy="4181475"/>
          </a:xfrm>
        </p:grpSpPr>
        <p:sp>
          <p:nvSpPr>
            <p:cNvPr id="103" name="Google Shape;103;p8"/>
            <p:cNvSpPr/>
            <p:nvPr/>
          </p:nvSpPr>
          <p:spPr>
            <a:xfrm>
              <a:off x="252925" y="779275"/>
              <a:ext cx="7098400" cy="4145900"/>
            </a:xfrm>
            <a:custGeom>
              <a:rect b="b" l="l" r="r" t="t"/>
              <a:pathLst>
                <a:path extrusionOk="0" h="165836" w="283936">
                  <a:moveTo>
                    <a:pt x="262815" y="6929"/>
                  </a:moveTo>
                  <a:lnTo>
                    <a:pt x="262815" y="6929"/>
                  </a:lnTo>
                  <a:cubicBezTo>
                    <a:pt x="262815" y="6929"/>
                    <a:pt x="262815" y="6929"/>
                    <a:pt x="262815" y="6929"/>
                  </a:cubicBezTo>
                  <a:cubicBezTo>
                    <a:pt x="262815" y="6929"/>
                    <a:pt x="262815" y="6929"/>
                    <a:pt x="262815" y="6929"/>
                  </a:cubicBezTo>
                  <a:close/>
                  <a:moveTo>
                    <a:pt x="13325" y="0"/>
                  </a:moveTo>
                  <a:cubicBezTo>
                    <a:pt x="11615" y="0"/>
                    <a:pt x="9895" y="34"/>
                    <a:pt x="8160" y="103"/>
                  </a:cubicBezTo>
                  <a:cubicBezTo>
                    <a:pt x="7197" y="140"/>
                    <a:pt x="5950" y="733"/>
                    <a:pt x="5222" y="1251"/>
                  </a:cubicBezTo>
                  <a:cubicBezTo>
                    <a:pt x="4852" y="10028"/>
                    <a:pt x="4481" y="18804"/>
                    <a:pt x="4099" y="27581"/>
                  </a:cubicBezTo>
                  <a:cubicBezTo>
                    <a:pt x="3037" y="52256"/>
                    <a:pt x="2605" y="76981"/>
                    <a:pt x="1618" y="101669"/>
                  </a:cubicBezTo>
                  <a:cubicBezTo>
                    <a:pt x="1235" y="111211"/>
                    <a:pt x="1642" y="120802"/>
                    <a:pt x="667" y="130319"/>
                  </a:cubicBezTo>
                  <a:cubicBezTo>
                    <a:pt x="1" y="136874"/>
                    <a:pt x="951" y="143527"/>
                    <a:pt x="272" y="150094"/>
                  </a:cubicBezTo>
                  <a:cubicBezTo>
                    <a:pt x="50" y="152378"/>
                    <a:pt x="235" y="154723"/>
                    <a:pt x="223" y="157019"/>
                  </a:cubicBezTo>
                  <a:cubicBezTo>
                    <a:pt x="210" y="158797"/>
                    <a:pt x="18837" y="159426"/>
                    <a:pt x="21442" y="159537"/>
                  </a:cubicBezTo>
                  <a:cubicBezTo>
                    <a:pt x="27898" y="159821"/>
                    <a:pt x="34366" y="159809"/>
                    <a:pt x="40810" y="160081"/>
                  </a:cubicBezTo>
                  <a:cubicBezTo>
                    <a:pt x="52536" y="160562"/>
                    <a:pt x="64275" y="161080"/>
                    <a:pt x="75990" y="161636"/>
                  </a:cubicBezTo>
                  <a:cubicBezTo>
                    <a:pt x="93777" y="162488"/>
                    <a:pt x="111763" y="163006"/>
                    <a:pt x="129563" y="163525"/>
                  </a:cubicBezTo>
                  <a:cubicBezTo>
                    <a:pt x="133142" y="163623"/>
                    <a:pt x="136734" y="163722"/>
                    <a:pt x="140326" y="163821"/>
                  </a:cubicBezTo>
                  <a:cubicBezTo>
                    <a:pt x="155559" y="164216"/>
                    <a:pt x="170816" y="164438"/>
                    <a:pt x="186036" y="164845"/>
                  </a:cubicBezTo>
                  <a:cubicBezTo>
                    <a:pt x="190205" y="164955"/>
                    <a:pt x="194377" y="164979"/>
                    <a:pt x="198550" y="164979"/>
                  </a:cubicBezTo>
                  <a:cubicBezTo>
                    <a:pt x="201713" y="164979"/>
                    <a:pt x="204876" y="164966"/>
                    <a:pt x="208039" y="164966"/>
                  </a:cubicBezTo>
                  <a:cubicBezTo>
                    <a:pt x="215663" y="164966"/>
                    <a:pt x="223282" y="165045"/>
                    <a:pt x="230882" y="165586"/>
                  </a:cubicBezTo>
                  <a:cubicBezTo>
                    <a:pt x="233530" y="165773"/>
                    <a:pt x="236169" y="165836"/>
                    <a:pt x="238806" y="165836"/>
                  </a:cubicBezTo>
                  <a:cubicBezTo>
                    <a:pt x="244022" y="165836"/>
                    <a:pt x="249227" y="165592"/>
                    <a:pt x="254468" y="165592"/>
                  </a:cubicBezTo>
                  <a:cubicBezTo>
                    <a:pt x="255656" y="165592"/>
                    <a:pt x="256846" y="165605"/>
                    <a:pt x="258038" y="165635"/>
                  </a:cubicBezTo>
                  <a:cubicBezTo>
                    <a:pt x="260450" y="165701"/>
                    <a:pt x="262862" y="165734"/>
                    <a:pt x="265275" y="165734"/>
                  </a:cubicBezTo>
                  <a:cubicBezTo>
                    <a:pt x="270100" y="165734"/>
                    <a:pt x="274925" y="165602"/>
                    <a:pt x="279739" y="165339"/>
                  </a:cubicBezTo>
                  <a:cubicBezTo>
                    <a:pt x="280134" y="165327"/>
                    <a:pt x="280566" y="165290"/>
                    <a:pt x="280862" y="165068"/>
                  </a:cubicBezTo>
                  <a:cubicBezTo>
                    <a:pt x="281159" y="164858"/>
                    <a:pt x="281208" y="164833"/>
                    <a:pt x="280838" y="164722"/>
                  </a:cubicBezTo>
                  <a:cubicBezTo>
                    <a:pt x="282615" y="156587"/>
                    <a:pt x="281541" y="147724"/>
                    <a:pt x="281628" y="139491"/>
                  </a:cubicBezTo>
                  <a:cubicBezTo>
                    <a:pt x="281689" y="134269"/>
                    <a:pt x="282282" y="129357"/>
                    <a:pt x="282245" y="124135"/>
                  </a:cubicBezTo>
                  <a:cubicBezTo>
                    <a:pt x="282220" y="118346"/>
                    <a:pt x="283269" y="112729"/>
                    <a:pt x="283195" y="106940"/>
                  </a:cubicBezTo>
                  <a:cubicBezTo>
                    <a:pt x="283035" y="94510"/>
                    <a:pt x="283158" y="82079"/>
                    <a:pt x="283553" y="69661"/>
                  </a:cubicBezTo>
                  <a:cubicBezTo>
                    <a:pt x="283936" y="57811"/>
                    <a:pt x="283664" y="45973"/>
                    <a:pt x="283788" y="34123"/>
                  </a:cubicBezTo>
                  <a:cubicBezTo>
                    <a:pt x="283899" y="24273"/>
                    <a:pt x="283825" y="14447"/>
                    <a:pt x="283936" y="4596"/>
                  </a:cubicBezTo>
                  <a:cubicBezTo>
                    <a:pt x="280052" y="4270"/>
                    <a:pt x="276155" y="4143"/>
                    <a:pt x="272260" y="4143"/>
                  </a:cubicBezTo>
                  <a:cubicBezTo>
                    <a:pt x="270856" y="4143"/>
                    <a:pt x="269452" y="4160"/>
                    <a:pt x="268049" y="4189"/>
                  </a:cubicBezTo>
                  <a:cubicBezTo>
                    <a:pt x="265099" y="4251"/>
                    <a:pt x="262137" y="4350"/>
                    <a:pt x="259199" y="4547"/>
                  </a:cubicBezTo>
                  <a:cubicBezTo>
                    <a:pt x="259589" y="4728"/>
                    <a:pt x="259934" y="4768"/>
                    <a:pt x="260281" y="4768"/>
                  </a:cubicBezTo>
                  <a:cubicBezTo>
                    <a:pt x="260549" y="4768"/>
                    <a:pt x="260818" y="4744"/>
                    <a:pt x="261107" y="4744"/>
                  </a:cubicBezTo>
                  <a:cubicBezTo>
                    <a:pt x="261285" y="4744"/>
                    <a:pt x="261470" y="4753"/>
                    <a:pt x="261667" y="4782"/>
                  </a:cubicBezTo>
                  <a:cubicBezTo>
                    <a:pt x="262272" y="4868"/>
                    <a:pt x="262853" y="5238"/>
                    <a:pt x="262914" y="5732"/>
                  </a:cubicBezTo>
                  <a:cubicBezTo>
                    <a:pt x="262951" y="6115"/>
                    <a:pt x="262840" y="6547"/>
                    <a:pt x="262815" y="6929"/>
                  </a:cubicBezTo>
                  <a:lnTo>
                    <a:pt x="262815" y="6929"/>
                  </a:lnTo>
                  <a:cubicBezTo>
                    <a:pt x="262816" y="6926"/>
                    <a:pt x="262832" y="6924"/>
                    <a:pt x="262863" y="6924"/>
                  </a:cubicBezTo>
                  <a:cubicBezTo>
                    <a:pt x="263681" y="6924"/>
                    <a:pt x="274870" y="8131"/>
                    <a:pt x="275690" y="8250"/>
                  </a:cubicBezTo>
                  <a:cubicBezTo>
                    <a:pt x="276344" y="8337"/>
                    <a:pt x="276616" y="8645"/>
                    <a:pt x="276900" y="9114"/>
                  </a:cubicBezTo>
                  <a:cubicBezTo>
                    <a:pt x="277196" y="9583"/>
                    <a:pt x="277221" y="10139"/>
                    <a:pt x="277246" y="10657"/>
                  </a:cubicBezTo>
                  <a:cubicBezTo>
                    <a:pt x="277542" y="17965"/>
                    <a:pt x="277678" y="25273"/>
                    <a:pt x="277641" y="32580"/>
                  </a:cubicBezTo>
                  <a:cubicBezTo>
                    <a:pt x="277529" y="55577"/>
                    <a:pt x="276764" y="78574"/>
                    <a:pt x="275814" y="101558"/>
                  </a:cubicBezTo>
                  <a:cubicBezTo>
                    <a:pt x="274999" y="121358"/>
                    <a:pt x="275369" y="141318"/>
                    <a:pt x="275196" y="161130"/>
                  </a:cubicBezTo>
                  <a:cubicBezTo>
                    <a:pt x="275184" y="161685"/>
                    <a:pt x="274876" y="161772"/>
                    <a:pt x="274246" y="162019"/>
                  </a:cubicBezTo>
                  <a:cubicBezTo>
                    <a:pt x="273763" y="162212"/>
                    <a:pt x="273213" y="162246"/>
                    <a:pt x="272666" y="162246"/>
                  </a:cubicBezTo>
                  <a:cubicBezTo>
                    <a:pt x="272513" y="162246"/>
                    <a:pt x="272360" y="162243"/>
                    <a:pt x="272209" y="162241"/>
                  </a:cubicBezTo>
                  <a:cubicBezTo>
                    <a:pt x="271024" y="162204"/>
                    <a:pt x="269827" y="162179"/>
                    <a:pt x="268642" y="162154"/>
                  </a:cubicBezTo>
                  <a:cubicBezTo>
                    <a:pt x="265988" y="162093"/>
                    <a:pt x="263235" y="162006"/>
                    <a:pt x="260853" y="161068"/>
                  </a:cubicBezTo>
                  <a:cubicBezTo>
                    <a:pt x="260752" y="161032"/>
                    <a:pt x="260640" y="161014"/>
                    <a:pt x="260527" y="161014"/>
                  </a:cubicBezTo>
                  <a:cubicBezTo>
                    <a:pt x="260335" y="161014"/>
                    <a:pt x="260141" y="161066"/>
                    <a:pt x="260001" y="161167"/>
                  </a:cubicBezTo>
                  <a:cubicBezTo>
                    <a:pt x="260013" y="161747"/>
                    <a:pt x="259964" y="162315"/>
                    <a:pt x="259878" y="162883"/>
                  </a:cubicBezTo>
                  <a:cubicBezTo>
                    <a:pt x="255977" y="162969"/>
                    <a:pt x="252064" y="163043"/>
                    <a:pt x="248163" y="163117"/>
                  </a:cubicBezTo>
                  <a:cubicBezTo>
                    <a:pt x="247226" y="163138"/>
                    <a:pt x="246276" y="163147"/>
                    <a:pt x="245317" y="163147"/>
                  </a:cubicBezTo>
                  <a:cubicBezTo>
                    <a:pt x="241830" y="163147"/>
                    <a:pt x="238240" y="163032"/>
                    <a:pt x="234832" y="162994"/>
                  </a:cubicBezTo>
                  <a:cubicBezTo>
                    <a:pt x="216859" y="162821"/>
                    <a:pt x="198874" y="162648"/>
                    <a:pt x="180938" y="161722"/>
                  </a:cubicBezTo>
                  <a:cubicBezTo>
                    <a:pt x="169396" y="161117"/>
                    <a:pt x="157880" y="160204"/>
                    <a:pt x="146363" y="159291"/>
                  </a:cubicBezTo>
                  <a:cubicBezTo>
                    <a:pt x="145350" y="159204"/>
                    <a:pt x="143993" y="158661"/>
                    <a:pt x="144437" y="157933"/>
                  </a:cubicBezTo>
                  <a:lnTo>
                    <a:pt x="144437" y="157933"/>
                  </a:lnTo>
                  <a:cubicBezTo>
                    <a:pt x="141376" y="159215"/>
                    <a:pt x="137912" y="159479"/>
                    <a:pt x="134414" y="159479"/>
                  </a:cubicBezTo>
                  <a:cubicBezTo>
                    <a:pt x="132863" y="159479"/>
                    <a:pt x="131305" y="159427"/>
                    <a:pt x="129772" y="159389"/>
                  </a:cubicBezTo>
                  <a:cubicBezTo>
                    <a:pt x="116626" y="159056"/>
                    <a:pt x="103554" y="158328"/>
                    <a:pt x="90408" y="158007"/>
                  </a:cubicBezTo>
                  <a:cubicBezTo>
                    <a:pt x="76743" y="157673"/>
                    <a:pt x="63078" y="157241"/>
                    <a:pt x="49413" y="156711"/>
                  </a:cubicBezTo>
                  <a:cubicBezTo>
                    <a:pt x="46198" y="156587"/>
                    <a:pt x="42966" y="156458"/>
                    <a:pt x="39743" y="156458"/>
                  </a:cubicBezTo>
                  <a:cubicBezTo>
                    <a:pt x="36199" y="156458"/>
                    <a:pt x="32667" y="156614"/>
                    <a:pt x="29182" y="157106"/>
                  </a:cubicBezTo>
                  <a:cubicBezTo>
                    <a:pt x="29293" y="156402"/>
                    <a:pt x="29058" y="155686"/>
                    <a:pt x="28811" y="154995"/>
                  </a:cubicBezTo>
                  <a:cubicBezTo>
                    <a:pt x="26661" y="155460"/>
                    <a:pt x="24406" y="155498"/>
                    <a:pt x="22151" y="155498"/>
                  </a:cubicBezTo>
                  <a:cubicBezTo>
                    <a:pt x="21715" y="155498"/>
                    <a:pt x="21279" y="155496"/>
                    <a:pt x="20844" y="155496"/>
                  </a:cubicBezTo>
                  <a:cubicBezTo>
                    <a:pt x="17974" y="155496"/>
                    <a:pt x="15137" y="155557"/>
                    <a:pt x="12554" y="156488"/>
                  </a:cubicBezTo>
                  <a:lnTo>
                    <a:pt x="12283" y="155674"/>
                  </a:lnTo>
                  <a:cubicBezTo>
                    <a:pt x="11966" y="155683"/>
                    <a:pt x="11648" y="155688"/>
                    <a:pt x="11331" y="155688"/>
                  </a:cubicBezTo>
                  <a:cubicBezTo>
                    <a:pt x="9116" y="155688"/>
                    <a:pt x="6903" y="155462"/>
                    <a:pt x="4765" y="155020"/>
                  </a:cubicBezTo>
                  <a:cubicBezTo>
                    <a:pt x="5691" y="146601"/>
                    <a:pt x="6247" y="137466"/>
                    <a:pt x="6790" y="129036"/>
                  </a:cubicBezTo>
                  <a:cubicBezTo>
                    <a:pt x="7172" y="123073"/>
                    <a:pt x="6888" y="116852"/>
                    <a:pt x="7037" y="110890"/>
                  </a:cubicBezTo>
                  <a:cubicBezTo>
                    <a:pt x="7111" y="108088"/>
                    <a:pt x="7185" y="105286"/>
                    <a:pt x="7037" y="102496"/>
                  </a:cubicBezTo>
                  <a:cubicBezTo>
                    <a:pt x="6506" y="92485"/>
                    <a:pt x="6469" y="82351"/>
                    <a:pt x="7407" y="72340"/>
                  </a:cubicBezTo>
                  <a:cubicBezTo>
                    <a:pt x="7864" y="67476"/>
                    <a:pt x="7283" y="62354"/>
                    <a:pt x="7234" y="57453"/>
                  </a:cubicBezTo>
                  <a:cubicBezTo>
                    <a:pt x="7209" y="54540"/>
                    <a:pt x="7654" y="51738"/>
                    <a:pt x="7888" y="48886"/>
                  </a:cubicBezTo>
                  <a:cubicBezTo>
                    <a:pt x="8172" y="45529"/>
                    <a:pt x="7876" y="42097"/>
                    <a:pt x="7999" y="38727"/>
                  </a:cubicBezTo>
                  <a:cubicBezTo>
                    <a:pt x="8419" y="27347"/>
                    <a:pt x="8987" y="16262"/>
                    <a:pt x="9690" y="4882"/>
                  </a:cubicBezTo>
                  <a:lnTo>
                    <a:pt x="9690" y="4882"/>
                  </a:lnTo>
                  <a:cubicBezTo>
                    <a:pt x="9690" y="4893"/>
                    <a:pt x="9698" y="4899"/>
                    <a:pt x="9714" y="4899"/>
                  </a:cubicBezTo>
                  <a:cubicBezTo>
                    <a:pt x="9874" y="4899"/>
                    <a:pt x="10795" y="4346"/>
                    <a:pt x="10851" y="4313"/>
                  </a:cubicBezTo>
                  <a:cubicBezTo>
                    <a:pt x="11221" y="4029"/>
                    <a:pt x="11616" y="3918"/>
                    <a:pt x="12135" y="3819"/>
                  </a:cubicBezTo>
                  <a:cubicBezTo>
                    <a:pt x="12863" y="3683"/>
                    <a:pt x="13604" y="3634"/>
                    <a:pt x="14332" y="3485"/>
                  </a:cubicBezTo>
                  <a:cubicBezTo>
                    <a:pt x="14812" y="3389"/>
                    <a:pt x="15360" y="3151"/>
                    <a:pt x="15880" y="3151"/>
                  </a:cubicBezTo>
                  <a:cubicBezTo>
                    <a:pt x="16096" y="3151"/>
                    <a:pt x="16306" y="3192"/>
                    <a:pt x="16504" y="3300"/>
                  </a:cubicBezTo>
                  <a:cubicBezTo>
                    <a:pt x="16628" y="3362"/>
                    <a:pt x="16739" y="3461"/>
                    <a:pt x="16862" y="3535"/>
                  </a:cubicBezTo>
                  <a:cubicBezTo>
                    <a:pt x="17155" y="3703"/>
                    <a:pt x="17557" y="3760"/>
                    <a:pt x="17995" y="3760"/>
                  </a:cubicBezTo>
                  <a:cubicBezTo>
                    <a:pt x="18777" y="3760"/>
                    <a:pt x="19676" y="3578"/>
                    <a:pt x="20269" y="3522"/>
                  </a:cubicBezTo>
                  <a:cubicBezTo>
                    <a:pt x="21491" y="3411"/>
                    <a:pt x="22701" y="3189"/>
                    <a:pt x="23886" y="2930"/>
                  </a:cubicBezTo>
                  <a:cubicBezTo>
                    <a:pt x="25083" y="2671"/>
                    <a:pt x="26268" y="2362"/>
                    <a:pt x="27466" y="2066"/>
                  </a:cubicBezTo>
                  <a:cubicBezTo>
                    <a:pt x="28071" y="1918"/>
                    <a:pt x="28675" y="1770"/>
                    <a:pt x="29293" y="1634"/>
                  </a:cubicBezTo>
                  <a:cubicBezTo>
                    <a:pt x="29710" y="1544"/>
                    <a:pt x="30467" y="1268"/>
                    <a:pt x="30952" y="1268"/>
                  </a:cubicBezTo>
                  <a:cubicBezTo>
                    <a:pt x="30998" y="1268"/>
                    <a:pt x="31042" y="1271"/>
                    <a:pt x="31083" y="1276"/>
                  </a:cubicBezTo>
                  <a:lnTo>
                    <a:pt x="31095" y="1264"/>
                  </a:lnTo>
                  <a:cubicBezTo>
                    <a:pt x="25137" y="419"/>
                    <a:pt x="19291" y="0"/>
                    <a:pt x="133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8"/>
            <p:cNvSpPr/>
            <p:nvPr/>
          </p:nvSpPr>
          <p:spPr>
            <a:xfrm>
              <a:off x="365250" y="775050"/>
              <a:ext cx="6837025" cy="4087575"/>
            </a:xfrm>
            <a:custGeom>
              <a:rect b="b" l="l" r="r" t="t"/>
              <a:pathLst>
                <a:path extrusionOk="0" h="163503" w="273481">
                  <a:moveTo>
                    <a:pt x="31725" y="1"/>
                  </a:moveTo>
                  <a:cubicBezTo>
                    <a:pt x="31725" y="445"/>
                    <a:pt x="31737" y="889"/>
                    <a:pt x="31737" y="1334"/>
                  </a:cubicBezTo>
                  <a:cubicBezTo>
                    <a:pt x="30330" y="1383"/>
                    <a:pt x="28614" y="1581"/>
                    <a:pt x="27207" y="1630"/>
                  </a:cubicBezTo>
                  <a:cubicBezTo>
                    <a:pt x="26046" y="1679"/>
                    <a:pt x="24861" y="1716"/>
                    <a:pt x="23763" y="2025"/>
                  </a:cubicBezTo>
                  <a:cubicBezTo>
                    <a:pt x="23096" y="2223"/>
                    <a:pt x="22479" y="2506"/>
                    <a:pt x="21825" y="2704"/>
                  </a:cubicBezTo>
                  <a:cubicBezTo>
                    <a:pt x="20442" y="3136"/>
                    <a:pt x="18936" y="3198"/>
                    <a:pt x="17504" y="3482"/>
                  </a:cubicBezTo>
                  <a:cubicBezTo>
                    <a:pt x="16505" y="3679"/>
                    <a:pt x="15517" y="3975"/>
                    <a:pt x="14492" y="4037"/>
                  </a:cubicBezTo>
                  <a:cubicBezTo>
                    <a:pt x="14375" y="4043"/>
                    <a:pt x="14253" y="4047"/>
                    <a:pt x="14130" y="4047"/>
                  </a:cubicBezTo>
                  <a:cubicBezTo>
                    <a:pt x="13759" y="4047"/>
                    <a:pt x="13372" y="4012"/>
                    <a:pt x="13048" y="3901"/>
                  </a:cubicBezTo>
                  <a:cubicBezTo>
                    <a:pt x="12604" y="3766"/>
                    <a:pt x="12308" y="3420"/>
                    <a:pt x="11814" y="3358"/>
                  </a:cubicBezTo>
                  <a:cubicBezTo>
                    <a:pt x="11741" y="3348"/>
                    <a:pt x="11666" y="3344"/>
                    <a:pt x="11590" y="3344"/>
                  </a:cubicBezTo>
                  <a:cubicBezTo>
                    <a:pt x="11487" y="3344"/>
                    <a:pt x="11383" y="3351"/>
                    <a:pt x="11283" y="3358"/>
                  </a:cubicBezTo>
                  <a:cubicBezTo>
                    <a:pt x="10234" y="3432"/>
                    <a:pt x="9148" y="3445"/>
                    <a:pt x="8148" y="3704"/>
                  </a:cubicBezTo>
                  <a:cubicBezTo>
                    <a:pt x="7098" y="3975"/>
                    <a:pt x="5988" y="4284"/>
                    <a:pt x="5321" y="5000"/>
                  </a:cubicBezTo>
                  <a:cubicBezTo>
                    <a:pt x="4062" y="6358"/>
                    <a:pt x="4889" y="9444"/>
                    <a:pt x="4753" y="11086"/>
                  </a:cubicBezTo>
                  <a:cubicBezTo>
                    <a:pt x="4531" y="13653"/>
                    <a:pt x="4333" y="16221"/>
                    <a:pt x="4148" y="18788"/>
                  </a:cubicBezTo>
                  <a:cubicBezTo>
                    <a:pt x="3778" y="24047"/>
                    <a:pt x="3482" y="29305"/>
                    <a:pt x="3260" y="34576"/>
                  </a:cubicBezTo>
                  <a:cubicBezTo>
                    <a:pt x="2827" y="44982"/>
                    <a:pt x="2679" y="55400"/>
                    <a:pt x="2827" y="65806"/>
                  </a:cubicBezTo>
                  <a:cubicBezTo>
                    <a:pt x="3087" y="83569"/>
                    <a:pt x="2642" y="100949"/>
                    <a:pt x="2507" y="118700"/>
                  </a:cubicBezTo>
                  <a:cubicBezTo>
                    <a:pt x="2457" y="124711"/>
                    <a:pt x="2408" y="130711"/>
                    <a:pt x="2124" y="136710"/>
                  </a:cubicBezTo>
                  <a:cubicBezTo>
                    <a:pt x="1840" y="142573"/>
                    <a:pt x="1926" y="148955"/>
                    <a:pt x="99" y="154633"/>
                  </a:cubicBezTo>
                  <a:cubicBezTo>
                    <a:pt x="50" y="154806"/>
                    <a:pt x="1" y="154979"/>
                    <a:pt x="87" y="155127"/>
                  </a:cubicBezTo>
                  <a:cubicBezTo>
                    <a:pt x="223" y="155349"/>
                    <a:pt x="556" y="155398"/>
                    <a:pt x="852" y="155423"/>
                  </a:cubicBezTo>
                  <a:cubicBezTo>
                    <a:pt x="3297" y="155658"/>
                    <a:pt x="5741" y="155892"/>
                    <a:pt x="8185" y="156127"/>
                  </a:cubicBezTo>
                  <a:cubicBezTo>
                    <a:pt x="8296" y="156361"/>
                    <a:pt x="8234" y="156645"/>
                    <a:pt x="8024" y="156843"/>
                  </a:cubicBezTo>
                  <a:cubicBezTo>
                    <a:pt x="9888" y="156225"/>
                    <a:pt x="11876" y="155855"/>
                    <a:pt x="13875" y="155719"/>
                  </a:cubicBezTo>
                  <a:cubicBezTo>
                    <a:pt x="14946" y="155644"/>
                    <a:pt x="16043" y="155627"/>
                    <a:pt x="17148" y="155627"/>
                  </a:cubicBezTo>
                  <a:cubicBezTo>
                    <a:pt x="18051" y="155627"/>
                    <a:pt x="18959" y="155639"/>
                    <a:pt x="19865" y="155639"/>
                  </a:cubicBezTo>
                  <a:cubicBezTo>
                    <a:pt x="21312" y="155639"/>
                    <a:pt x="22752" y="155610"/>
                    <a:pt x="24145" y="155460"/>
                  </a:cubicBezTo>
                  <a:lnTo>
                    <a:pt x="24145" y="155460"/>
                  </a:lnTo>
                  <a:cubicBezTo>
                    <a:pt x="24133" y="156398"/>
                    <a:pt x="24294" y="156966"/>
                    <a:pt x="24627" y="157867"/>
                  </a:cubicBezTo>
                  <a:cubicBezTo>
                    <a:pt x="24634" y="157886"/>
                    <a:pt x="24687" y="157894"/>
                    <a:pt x="24778" y="157894"/>
                  </a:cubicBezTo>
                  <a:cubicBezTo>
                    <a:pt x="25973" y="157894"/>
                    <a:pt x="33813" y="156448"/>
                    <a:pt x="34702" y="156448"/>
                  </a:cubicBezTo>
                  <a:cubicBezTo>
                    <a:pt x="34705" y="156448"/>
                    <a:pt x="34709" y="156448"/>
                    <a:pt x="34712" y="156448"/>
                  </a:cubicBezTo>
                  <a:cubicBezTo>
                    <a:pt x="36156" y="156485"/>
                    <a:pt x="37637" y="157077"/>
                    <a:pt x="39156" y="157188"/>
                  </a:cubicBezTo>
                  <a:cubicBezTo>
                    <a:pt x="39830" y="157241"/>
                    <a:pt x="40506" y="157260"/>
                    <a:pt x="41182" y="157260"/>
                  </a:cubicBezTo>
                  <a:cubicBezTo>
                    <a:pt x="42240" y="157260"/>
                    <a:pt x="43299" y="157214"/>
                    <a:pt x="44353" y="157176"/>
                  </a:cubicBezTo>
                  <a:cubicBezTo>
                    <a:pt x="46165" y="157110"/>
                    <a:pt x="47978" y="157082"/>
                    <a:pt x="49791" y="157082"/>
                  </a:cubicBezTo>
                  <a:cubicBezTo>
                    <a:pt x="58868" y="157082"/>
                    <a:pt x="67946" y="157787"/>
                    <a:pt x="76990" y="158003"/>
                  </a:cubicBezTo>
                  <a:cubicBezTo>
                    <a:pt x="88667" y="158275"/>
                    <a:pt x="100332" y="158682"/>
                    <a:pt x="111997" y="159200"/>
                  </a:cubicBezTo>
                  <a:cubicBezTo>
                    <a:pt x="116941" y="159416"/>
                    <a:pt x="122083" y="159943"/>
                    <a:pt x="127107" y="159943"/>
                  </a:cubicBezTo>
                  <a:cubicBezTo>
                    <a:pt x="128706" y="159943"/>
                    <a:pt x="130294" y="159890"/>
                    <a:pt x="131859" y="159756"/>
                  </a:cubicBezTo>
                  <a:cubicBezTo>
                    <a:pt x="134636" y="159521"/>
                    <a:pt x="137327" y="158855"/>
                    <a:pt x="139993" y="158188"/>
                  </a:cubicBezTo>
                  <a:cubicBezTo>
                    <a:pt x="141512" y="159521"/>
                    <a:pt x="143832" y="159731"/>
                    <a:pt x="146079" y="159904"/>
                  </a:cubicBezTo>
                  <a:cubicBezTo>
                    <a:pt x="153930" y="160484"/>
                    <a:pt x="161780" y="161077"/>
                    <a:pt x="169631" y="161669"/>
                  </a:cubicBezTo>
                  <a:cubicBezTo>
                    <a:pt x="188158" y="163059"/>
                    <a:pt x="206887" y="163503"/>
                    <a:pt x="225586" y="163503"/>
                  </a:cubicBezTo>
                  <a:cubicBezTo>
                    <a:pt x="235791" y="163503"/>
                    <a:pt x="245987" y="163370"/>
                    <a:pt x="256138" y="163187"/>
                  </a:cubicBezTo>
                  <a:cubicBezTo>
                    <a:pt x="255878" y="162657"/>
                    <a:pt x="255545" y="161867"/>
                    <a:pt x="255730" y="161323"/>
                  </a:cubicBezTo>
                  <a:lnTo>
                    <a:pt x="255730" y="161323"/>
                  </a:lnTo>
                  <a:cubicBezTo>
                    <a:pt x="258347" y="162002"/>
                    <a:pt x="261137" y="162064"/>
                    <a:pt x="263890" y="162126"/>
                  </a:cubicBezTo>
                  <a:cubicBezTo>
                    <a:pt x="264801" y="162146"/>
                    <a:pt x="266624" y="162388"/>
                    <a:pt x="268236" y="162388"/>
                  </a:cubicBezTo>
                  <a:cubicBezTo>
                    <a:pt x="269594" y="162388"/>
                    <a:pt x="270801" y="162216"/>
                    <a:pt x="271185" y="161595"/>
                  </a:cubicBezTo>
                  <a:cubicBezTo>
                    <a:pt x="271370" y="161286"/>
                    <a:pt x="270802" y="159484"/>
                    <a:pt x="270790" y="159077"/>
                  </a:cubicBezTo>
                  <a:cubicBezTo>
                    <a:pt x="270740" y="157707"/>
                    <a:pt x="270778" y="156337"/>
                    <a:pt x="270778" y="154966"/>
                  </a:cubicBezTo>
                  <a:cubicBezTo>
                    <a:pt x="269864" y="149350"/>
                    <a:pt x="270950" y="143289"/>
                    <a:pt x="270901" y="137660"/>
                  </a:cubicBezTo>
                  <a:cubicBezTo>
                    <a:pt x="270852" y="131488"/>
                    <a:pt x="270815" y="125316"/>
                    <a:pt x="271395" y="119157"/>
                  </a:cubicBezTo>
                  <a:cubicBezTo>
                    <a:pt x="272049" y="112121"/>
                    <a:pt x="271345" y="105504"/>
                    <a:pt x="271716" y="98456"/>
                  </a:cubicBezTo>
                  <a:cubicBezTo>
                    <a:pt x="272222" y="88630"/>
                    <a:pt x="272037" y="78792"/>
                    <a:pt x="272308" y="68979"/>
                  </a:cubicBezTo>
                  <a:cubicBezTo>
                    <a:pt x="272728" y="53228"/>
                    <a:pt x="273345" y="37489"/>
                    <a:pt x="273444" y="21738"/>
                  </a:cubicBezTo>
                  <a:cubicBezTo>
                    <a:pt x="273481" y="17492"/>
                    <a:pt x="273481" y="13196"/>
                    <a:pt x="272419" y="9024"/>
                  </a:cubicBezTo>
                  <a:cubicBezTo>
                    <a:pt x="271308" y="8493"/>
                    <a:pt x="270012" y="8111"/>
                    <a:pt x="268716" y="7975"/>
                  </a:cubicBezTo>
                  <a:cubicBezTo>
                    <a:pt x="265235" y="7629"/>
                    <a:pt x="261766" y="7271"/>
                    <a:pt x="258285" y="6926"/>
                  </a:cubicBezTo>
                  <a:cubicBezTo>
                    <a:pt x="258372" y="6358"/>
                    <a:pt x="258076" y="5815"/>
                    <a:pt x="258162" y="5259"/>
                  </a:cubicBezTo>
                  <a:cubicBezTo>
                    <a:pt x="240560" y="4049"/>
                    <a:pt x="222476" y="4321"/>
                    <a:pt x="204811" y="3840"/>
                  </a:cubicBezTo>
                  <a:cubicBezTo>
                    <a:pt x="198961" y="3680"/>
                    <a:pt x="193110" y="3601"/>
                    <a:pt x="187260" y="3601"/>
                  </a:cubicBezTo>
                  <a:cubicBezTo>
                    <a:pt x="183161" y="3601"/>
                    <a:pt x="179062" y="3640"/>
                    <a:pt x="174964" y="3716"/>
                  </a:cubicBezTo>
                  <a:cubicBezTo>
                    <a:pt x="169977" y="3815"/>
                    <a:pt x="164965" y="3877"/>
                    <a:pt x="159991" y="4173"/>
                  </a:cubicBezTo>
                  <a:cubicBezTo>
                    <a:pt x="156091" y="4408"/>
                    <a:pt x="152247" y="4930"/>
                    <a:pt x="148330" y="4930"/>
                  </a:cubicBezTo>
                  <a:cubicBezTo>
                    <a:pt x="147721" y="4930"/>
                    <a:pt x="147111" y="4917"/>
                    <a:pt x="146499" y="4889"/>
                  </a:cubicBezTo>
                  <a:cubicBezTo>
                    <a:pt x="108232" y="3124"/>
                    <a:pt x="69682" y="4259"/>
                    <a:pt x="31725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8"/>
            <p:cNvSpPr/>
            <p:nvPr/>
          </p:nvSpPr>
          <p:spPr>
            <a:xfrm>
              <a:off x="556275" y="875050"/>
              <a:ext cx="600875" cy="3631325"/>
            </a:xfrm>
            <a:custGeom>
              <a:rect b="b" l="l" r="r" t="t"/>
              <a:pathLst>
                <a:path extrusionOk="0" h="145253" w="24035">
                  <a:moveTo>
                    <a:pt x="19516" y="0"/>
                  </a:moveTo>
                  <a:cubicBezTo>
                    <a:pt x="19270" y="7234"/>
                    <a:pt x="18023" y="14430"/>
                    <a:pt x="15801" y="21442"/>
                  </a:cubicBezTo>
                  <a:cubicBezTo>
                    <a:pt x="10431" y="17948"/>
                    <a:pt x="14875" y="9826"/>
                    <a:pt x="9814" y="6049"/>
                  </a:cubicBezTo>
                  <a:cubicBezTo>
                    <a:pt x="9333" y="11961"/>
                    <a:pt x="8864" y="17886"/>
                    <a:pt x="8382" y="23799"/>
                  </a:cubicBezTo>
                  <a:cubicBezTo>
                    <a:pt x="4691" y="20294"/>
                    <a:pt x="7592" y="13998"/>
                    <a:pt x="3259" y="10986"/>
                  </a:cubicBezTo>
                  <a:cubicBezTo>
                    <a:pt x="1445" y="13011"/>
                    <a:pt x="1346" y="15677"/>
                    <a:pt x="1334" y="18170"/>
                  </a:cubicBezTo>
                  <a:cubicBezTo>
                    <a:pt x="1161" y="52894"/>
                    <a:pt x="5864" y="87716"/>
                    <a:pt x="1445" y="122254"/>
                  </a:cubicBezTo>
                  <a:cubicBezTo>
                    <a:pt x="803" y="127204"/>
                    <a:pt x="1" y="132278"/>
                    <a:pt x="1556" y="137092"/>
                  </a:cubicBezTo>
                  <a:cubicBezTo>
                    <a:pt x="2050" y="134981"/>
                    <a:pt x="2247" y="128500"/>
                    <a:pt x="4963" y="127476"/>
                  </a:cubicBezTo>
                  <a:lnTo>
                    <a:pt x="6000" y="141116"/>
                  </a:lnTo>
                  <a:cubicBezTo>
                    <a:pt x="6061" y="141943"/>
                    <a:pt x="6284" y="142930"/>
                    <a:pt x="7247" y="143227"/>
                  </a:cubicBezTo>
                  <a:cubicBezTo>
                    <a:pt x="8370" y="140314"/>
                    <a:pt x="9493" y="137400"/>
                    <a:pt x="10629" y="134487"/>
                  </a:cubicBezTo>
                  <a:cubicBezTo>
                    <a:pt x="11979" y="135955"/>
                    <a:pt x="11877" y="145253"/>
                    <a:pt x="15392" y="145253"/>
                  </a:cubicBezTo>
                  <a:cubicBezTo>
                    <a:pt x="15572" y="145253"/>
                    <a:pt x="15762" y="145228"/>
                    <a:pt x="15961" y="145177"/>
                  </a:cubicBezTo>
                  <a:cubicBezTo>
                    <a:pt x="17109" y="144881"/>
                    <a:pt x="17381" y="143696"/>
                    <a:pt x="17443" y="142733"/>
                  </a:cubicBezTo>
                  <a:cubicBezTo>
                    <a:pt x="17838" y="136524"/>
                    <a:pt x="16714" y="130685"/>
                    <a:pt x="17196" y="124489"/>
                  </a:cubicBezTo>
                  <a:cubicBezTo>
                    <a:pt x="17788" y="116971"/>
                    <a:pt x="18405" y="109441"/>
                    <a:pt x="18924" y="101912"/>
                  </a:cubicBezTo>
                  <a:cubicBezTo>
                    <a:pt x="19948" y="87087"/>
                    <a:pt x="20615" y="72237"/>
                    <a:pt x="19961" y="57387"/>
                  </a:cubicBezTo>
                  <a:cubicBezTo>
                    <a:pt x="19714" y="51437"/>
                    <a:pt x="20097" y="45475"/>
                    <a:pt x="20492" y="39525"/>
                  </a:cubicBezTo>
                  <a:cubicBezTo>
                    <a:pt x="20887" y="33514"/>
                    <a:pt x="21282" y="27502"/>
                    <a:pt x="21677" y="21491"/>
                  </a:cubicBezTo>
                  <a:cubicBezTo>
                    <a:pt x="22010" y="16356"/>
                    <a:pt x="24034" y="10381"/>
                    <a:pt x="23491" y="5333"/>
                  </a:cubicBezTo>
                  <a:cubicBezTo>
                    <a:pt x="23257" y="3185"/>
                    <a:pt x="21936" y="975"/>
                    <a:pt x="19516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8"/>
            <p:cNvSpPr/>
            <p:nvPr/>
          </p:nvSpPr>
          <p:spPr>
            <a:xfrm>
              <a:off x="356275" y="805775"/>
              <a:ext cx="440975" cy="805400"/>
            </a:xfrm>
            <a:custGeom>
              <a:rect b="b" l="l" r="r" t="t"/>
              <a:pathLst>
                <a:path extrusionOk="0" h="32216" w="17639">
                  <a:moveTo>
                    <a:pt x="9291" y="1"/>
                  </a:moveTo>
                  <a:cubicBezTo>
                    <a:pt x="1720" y="1"/>
                    <a:pt x="2104" y="4839"/>
                    <a:pt x="1705" y="8733"/>
                  </a:cubicBezTo>
                  <a:cubicBezTo>
                    <a:pt x="464" y="20575"/>
                    <a:pt x="0" y="32216"/>
                    <a:pt x="560" y="32216"/>
                  </a:cubicBezTo>
                  <a:cubicBezTo>
                    <a:pt x="940" y="32216"/>
                    <a:pt x="1794" y="26828"/>
                    <a:pt x="3199" y="12449"/>
                  </a:cubicBezTo>
                  <a:cubicBezTo>
                    <a:pt x="3947" y="4891"/>
                    <a:pt x="2411" y="1282"/>
                    <a:pt x="11094" y="1282"/>
                  </a:cubicBezTo>
                  <a:cubicBezTo>
                    <a:pt x="12721" y="1282"/>
                    <a:pt x="14707" y="1409"/>
                    <a:pt x="17135" y="1660"/>
                  </a:cubicBezTo>
                  <a:cubicBezTo>
                    <a:pt x="17151" y="1662"/>
                    <a:pt x="17167" y="1662"/>
                    <a:pt x="17183" y="1662"/>
                  </a:cubicBezTo>
                  <a:cubicBezTo>
                    <a:pt x="17562" y="1662"/>
                    <a:pt x="17638" y="1237"/>
                    <a:pt x="17259" y="1154"/>
                  </a:cubicBezTo>
                  <a:cubicBezTo>
                    <a:pt x="13920" y="348"/>
                    <a:pt x="11320" y="1"/>
                    <a:pt x="9291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8"/>
            <p:cNvSpPr/>
            <p:nvPr/>
          </p:nvSpPr>
          <p:spPr>
            <a:xfrm>
              <a:off x="272225" y="2539850"/>
              <a:ext cx="107375" cy="1619150"/>
            </a:xfrm>
            <a:custGeom>
              <a:rect b="b" l="l" r="r" t="t"/>
              <a:pathLst>
                <a:path extrusionOk="0" h="64766" w="4295">
                  <a:moveTo>
                    <a:pt x="4261" y="1"/>
                  </a:moveTo>
                  <a:cubicBezTo>
                    <a:pt x="3906" y="1"/>
                    <a:pt x="1" y="50990"/>
                    <a:pt x="2240" y="63624"/>
                  </a:cubicBezTo>
                  <a:cubicBezTo>
                    <a:pt x="2378" y="64396"/>
                    <a:pt x="2496" y="64765"/>
                    <a:pt x="2600" y="64765"/>
                  </a:cubicBezTo>
                  <a:cubicBezTo>
                    <a:pt x="3514" y="64765"/>
                    <a:pt x="3268" y="36099"/>
                    <a:pt x="4277" y="892"/>
                  </a:cubicBezTo>
                  <a:cubicBezTo>
                    <a:pt x="4294" y="286"/>
                    <a:pt x="4288" y="1"/>
                    <a:pt x="4261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8"/>
            <p:cNvSpPr/>
            <p:nvPr/>
          </p:nvSpPr>
          <p:spPr>
            <a:xfrm>
              <a:off x="1487325" y="4737750"/>
              <a:ext cx="2220050" cy="87775"/>
            </a:xfrm>
            <a:custGeom>
              <a:rect b="b" l="l" r="r" t="t"/>
              <a:pathLst>
                <a:path extrusionOk="0" h="3511" w="88802">
                  <a:moveTo>
                    <a:pt x="1225" y="0"/>
                  </a:moveTo>
                  <a:cubicBezTo>
                    <a:pt x="25" y="0"/>
                    <a:pt x="1" y="39"/>
                    <a:pt x="1482" y="125"/>
                  </a:cubicBezTo>
                  <a:cubicBezTo>
                    <a:pt x="15859" y="957"/>
                    <a:pt x="72711" y="3511"/>
                    <a:pt x="85294" y="3511"/>
                  </a:cubicBezTo>
                  <a:cubicBezTo>
                    <a:pt x="88375" y="3511"/>
                    <a:pt x="88801" y="3357"/>
                    <a:pt x="85297" y="2988"/>
                  </a:cubicBezTo>
                  <a:cubicBezTo>
                    <a:pt x="74817" y="1877"/>
                    <a:pt x="9572" y="0"/>
                    <a:pt x="1225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8"/>
            <p:cNvSpPr/>
            <p:nvPr/>
          </p:nvSpPr>
          <p:spPr>
            <a:xfrm>
              <a:off x="3658675" y="4792750"/>
              <a:ext cx="993975" cy="99475"/>
            </a:xfrm>
            <a:custGeom>
              <a:rect b="b" l="l" r="r" t="t"/>
              <a:pathLst>
                <a:path extrusionOk="0" h="3979" w="39759">
                  <a:moveTo>
                    <a:pt x="3269" y="1"/>
                  </a:moveTo>
                  <a:cubicBezTo>
                    <a:pt x="0" y="1"/>
                    <a:pt x="3284" y="649"/>
                    <a:pt x="20625" y="2381"/>
                  </a:cubicBezTo>
                  <a:cubicBezTo>
                    <a:pt x="33674" y="3679"/>
                    <a:pt x="35821" y="3979"/>
                    <a:pt x="38439" y="3979"/>
                  </a:cubicBezTo>
                  <a:cubicBezTo>
                    <a:pt x="38659" y="3979"/>
                    <a:pt x="38883" y="3977"/>
                    <a:pt x="39116" y="3973"/>
                  </a:cubicBezTo>
                  <a:cubicBezTo>
                    <a:pt x="39524" y="3973"/>
                    <a:pt x="39758" y="3455"/>
                    <a:pt x="39289" y="3356"/>
                  </a:cubicBezTo>
                  <a:cubicBezTo>
                    <a:pt x="31961" y="1772"/>
                    <a:pt x="8670" y="1"/>
                    <a:pt x="3269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8"/>
            <p:cNvSpPr/>
            <p:nvPr/>
          </p:nvSpPr>
          <p:spPr>
            <a:xfrm>
              <a:off x="6927925" y="942675"/>
              <a:ext cx="370325" cy="3828725"/>
            </a:xfrm>
            <a:custGeom>
              <a:rect b="b" l="l" r="r" t="t"/>
              <a:pathLst>
                <a:path extrusionOk="0" h="153149" w="14813">
                  <a:moveTo>
                    <a:pt x="3014" y="1"/>
                  </a:moveTo>
                  <a:cubicBezTo>
                    <a:pt x="1061" y="1"/>
                    <a:pt x="1" y="243"/>
                    <a:pt x="1370" y="295"/>
                  </a:cubicBezTo>
                  <a:cubicBezTo>
                    <a:pt x="14813" y="813"/>
                    <a:pt x="11295" y="3516"/>
                    <a:pt x="10690" y="27340"/>
                  </a:cubicBezTo>
                  <a:cubicBezTo>
                    <a:pt x="10221" y="45757"/>
                    <a:pt x="7814" y="133226"/>
                    <a:pt x="8653" y="152483"/>
                  </a:cubicBezTo>
                  <a:cubicBezTo>
                    <a:pt x="8677" y="152932"/>
                    <a:pt x="9090" y="153149"/>
                    <a:pt x="9513" y="153149"/>
                  </a:cubicBezTo>
                  <a:cubicBezTo>
                    <a:pt x="9963" y="153149"/>
                    <a:pt x="10424" y="152904"/>
                    <a:pt x="10443" y="152434"/>
                  </a:cubicBezTo>
                  <a:cubicBezTo>
                    <a:pt x="10443" y="152285"/>
                    <a:pt x="13295" y="5282"/>
                    <a:pt x="13295" y="5146"/>
                  </a:cubicBezTo>
                  <a:cubicBezTo>
                    <a:pt x="13223" y="819"/>
                    <a:pt x="6607" y="1"/>
                    <a:pt x="3014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8"/>
            <p:cNvSpPr/>
            <p:nvPr/>
          </p:nvSpPr>
          <p:spPr>
            <a:xfrm>
              <a:off x="463025" y="1549100"/>
              <a:ext cx="55775" cy="300100"/>
            </a:xfrm>
            <a:custGeom>
              <a:rect b="b" l="l" r="r" t="t"/>
              <a:pathLst>
                <a:path extrusionOk="0" h="12004" w="2231">
                  <a:moveTo>
                    <a:pt x="1763" y="1"/>
                  </a:moveTo>
                  <a:cubicBezTo>
                    <a:pt x="1159" y="1"/>
                    <a:pt x="0" y="10418"/>
                    <a:pt x="632" y="11699"/>
                  </a:cubicBezTo>
                  <a:cubicBezTo>
                    <a:pt x="691" y="11816"/>
                    <a:pt x="927" y="12004"/>
                    <a:pt x="1185" y="12004"/>
                  </a:cubicBezTo>
                  <a:cubicBezTo>
                    <a:pt x="1526" y="12004"/>
                    <a:pt x="1904" y="11675"/>
                    <a:pt x="1953" y="10416"/>
                  </a:cubicBezTo>
                  <a:cubicBezTo>
                    <a:pt x="2230" y="2641"/>
                    <a:pt x="2067" y="1"/>
                    <a:pt x="17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8"/>
            <p:cNvSpPr/>
            <p:nvPr/>
          </p:nvSpPr>
          <p:spPr>
            <a:xfrm>
              <a:off x="7097450" y="1961600"/>
              <a:ext cx="56425" cy="513700"/>
            </a:xfrm>
            <a:custGeom>
              <a:rect b="b" l="l" r="r" t="t"/>
              <a:pathLst>
                <a:path extrusionOk="0" h="20548" w="2257">
                  <a:moveTo>
                    <a:pt x="1876" y="1"/>
                  </a:moveTo>
                  <a:cubicBezTo>
                    <a:pt x="1371" y="1"/>
                    <a:pt x="1" y="16884"/>
                    <a:pt x="601" y="19517"/>
                  </a:cubicBezTo>
                  <a:cubicBezTo>
                    <a:pt x="762" y="20230"/>
                    <a:pt x="910" y="20548"/>
                    <a:pt x="1044" y="20548"/>
                  </a:cubicBezTo>
                  <a:cubicBezTo>
                    <a:pt x="1994" y="20548"/>
                    <a:pt x="2257" y="4563"/>
                    <a:pt x="2008" y="668"/>
                  </a:cubicBezTo>
                  <a:cubicBezTo>
                    <a:pt x="1977" y="209"/>
                    <a:pt x="1932" y="1"/>
                    <a:pt x="18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8"/>
            <p:cNvSpPr/>
            <p:nvPr/>
          </p:nvSpPr>
          <p:spPr>
            <a:xfrm>
              <a:off x="236125" y="765625"/>
              <a:ext cx="7143550" cy="4181475"/>
            </a:xfrm>
            <a:custGeom>
              <a:rect b="b" l="l" r="r" t="t"/>
              <a:pathLst>
                <a:path extrusionOk="0" h="167259" w="285742">
                  <a:moveTo>
                    <a:pt x="12572" y="5229"/>
                  </a:moveTo>
                  <a:lnTo>
                    <a:pt x="12572" y="5229"/>
                  </a:lnTo>
                  <a:cubicBezTo>
                    <a:pt x="8807" y="22733"/>
                    <a:pt x="14485" y="23806"/>
                    <a:pt x="9326" y="64702"/>
                  </a:cubicBezTo>
                  <a:cubicBezTo>
                    <a:pt x="9005" y="67208"/>
                    <a:pt x="8795" y="69380"/>
                    <a:pt x="8684" y="71281"/>
                  </a:cubicBezTo>
                  <a:cubicBezTo>
                    <a:pt x="8955" y="37076"/>
                    <a:pt x="9400" y="5945"/>
                    <a:pt x="12572" y="5229"/>
                  </a:cubicBezTo>
                  <a:close/>
                  <a:moveTo>
                    <a:pt x="36260" y="2093"/>
                  </a:moveTo>
                  <a:cubicBezTo>
                    <a:pt x="33125" y="24967"/>
                    <a:pt x="32927" y="44594"/>
                    <a:pt x="30261" y="123187"/>
                  </a:cubicBezTo>
                  <a:cubicBezTo>
                    <a:pt x="29226" y="153584"/>
                    <a:pt x="30171" y="155921"/>
                    <a:pt x="27032" y="155921"/>
                  </a:cubicBezTo>
                  <a:cubicBezTo>
                    <a:pt x="26461" y="155921"/>
                    <a:pt x="25756" y="155844"/>
                    <a:pt x="24879" y="155844"/>
                  </a:cubicBezTo>
                  <a:cubicBezTo>
                    <a:pt x="24656" y="155844"/>
                    <a:pt x="24421" y="155849"/>
                    <a:pt x="24175" y="155862"/>
                  </a:cubicBezTo>
                  <a:lnTo>
                    <a:pt x="24175" y="155862"/>
                  </a:lnTo>
                  <a:cubicBezTo>
                    <a:pt x="28261" y="126187"/>
                    <a:pt x="26015" y="96438"/>
                    <a:pt x="27582" y="66776"/>
                  </a:cubicBezTo>
                  <a:cubicBezTo>
                    <a:pt x="28730" y="45063"/>
                    <a:pt x="32162" y="22510"/>
                    <a:pt x="31026" y="3032"/>
                  </a:cubicBezTo>
                  <a:cubicBezTo>
                    <a:pt x="35223" y="2612"/>
                    <a:pt x="36198" y="2279"/>
                    <a:pt x="36260" y="2093"/>
                  </a:cubicBezTo>
                  <a:close/>
                  <a:moveTo>
                    <a:pt x="29201" y="2902"/>
                  </a:moveTo>
                  <a:cubicBezTo>
                    <a:pt x="31566" y="2902"/>
                    <a:pt x="29828" y="10492"/>
                    <a:pt x="26521" y="63134"/>
                  </a:cubicBezTo>
                  <a:cubicBezTo>
                    <a:pt x="24781" y="90816"/>
                    <a:pt x="26792" y="155775"/>
                    <a:pt x="21648" y="155775"/>
                  </a:cubicBezTo>
                  <a:cubicBezTo>
                    <a:pt x="21647" y="155775"/>
                    <a:pt x="21646" y="155775"/>
                    <a:pt x="21645" y="155775"/>
                  </a:cubicBezTo>
                  <a:cubicBezTo>
                    <a:pt x="21797" y="115385"/>
                    <a:pt x="21885" y="70512"/>
                    <a:pt x="21661" y="70512"/>
                  </a:cubicBezTo>
                  <a:cubicBezTo>
                    <a:pt x="21577" y="70512"/>
                    <a:pt x="21448" y="76903"/>
                    <a:pt x="21262" y="92340"/>
                  </a:cubicBezTo>
                  <a:cubicBezTo>
                    <a:pt x="20521" y="153545"/>
                    <a:pt x="22074" y="156137"/>
                    <a:pt x="18710" y="156137"/>
                  </a:cubicBezTo>
                  <a:cubicBezTo>
                    <a:pt x="18399" y="156137"/>
                    <a:pt x="18046" y="156114"/>
                    <a:pt x="17645" y="156114"/>
                  </a:cubicBezTo>
                  <a:cubicBezTo>
                    <a:pt x="17252" y="156114"/>
                    <a:pt x="16814" y="156136"/>
                    <a:pt x="16325" y="156220"/>
                  </a:cubicBezTo>
                  <a:lnTo>
                    <a:pt x="16325" y="156220"/>
                  </a:lnTo>
                  <a:cubicBezTo>
                    <a:pt x="17217" y="136086"/>
                    <a:pt x="17827" y="111718"/>
                    <a:pt x="17563" y="111718"/>
                  </a:cubicBezTo>
                  <a:cubicBezTo>
                    <a:pt x="17535" y="111718"/>
                    <a:pt x="17497" y="111995"/>
                    <a:pt x="17448" y="112584"/>
                  </a:cubicBezTo>
                  <a:cubicBezTo>
                    <a:pt x="13473" y="160602"/>
                    <a:pt x="17152" y="155862"/>
                    <a:pt x="13621" y="156788"/>
                  </a:cubicBezTo>
                  <a:cubicBezTo>
                    <a:pt x="11103" y="134038"/>
                    <a:pt x="16806" y="110263"/>
                    <a:pt x="17324" y="38706"/>
                  </a:cubicBezTo>
                  <a:cubicBezTo>
                    <a:pt x="17494" y="14638"/>
                    <a:pt x="18133" y="4624"/>
                    <a:pt x="18730" y="4624"/>
                  </a:cubicBezTo>
                  <a:cubicBezTo>
                    <a:pt x="19918" y="4624"/>
                    <a:pt x="20939" y="44220"/>
                    <a:pt x="17769" y="91636"/>
                  </a:cubicBezTo>
                  <a:cubicBezTo>
                    <a:pt x="17255" y="99319"/>
                    <a:pt x="17178" y="102733"/>
                    <a:pt x="17350" y="102733"/>
                  </a:cubicBezTo>
                  <a:cubicBezTo>
                    <a:pt x="17898" y="102733"/>
                    <a:pt x="20969" y="68236"/>
                    <a:pt x="20546" y="26732"/>
                  </a:cubicBezTo>
                  <a:cubicBezTo>
                    <a:pt x="20275" y="452"/>
                    <a:pt x="17905" y="5760"/>
                    <a:pt x="24965" y="4180"/>
                  </a:cubicBezTo>
                  <a:lnTo>
                    <a:pt x="24965" y="4180"/>
                  </a:lnTo>
                  <a:cubicBezTo>
                    <a:pt x="25114" y="17795"/>
                    <a:pt x="24620" y="31423"/>
                    <a:pt x="24249" y="45026"/>
                  </a:cubicBezTo>
                  <a:cubicBezTo>
                    <a:pt x="23959" y="55390"/>
                    <a:pt x="23999" y="59698"/>
                    <a:pt x="24201" y="59698"/>
                  </a:cubicBezTo>
                  <a:cubicBezTo>
                    <a:pt x="24669" y="59698"/>
                    <a:pt x="26005" y="36673"/>
                    <a:pt x="26126" y="12253"/>
                  </a:cubicBezTo>
                  <a:cubicBezTo>
                    <a:pt x="26126" y="11746"/>
                    <a:pt x="25694" y="3994"/>
                    <a:pt x="26027" y="3908"/>
                  </a:cubicBezTo>
                  <a:cubicBezTo>
                    <a:pt x="27475" y="3546"/>
                    <a:pt x="28512" y="2902"/>
                    <a:pt x="29201" y="2902"/>
                  </a:cubicBezTo>
                  <a:close/>
                  <a:moveTo>
                    <a:pt x="69065" y="156317"/>
                  </a:moveTo>
                  <a:cubicBezTo>
                    <a:pt x="96035" y="156317"/>
                    <a:pt x="120746" y="158778"/>
                    <a:pt x="107500" y="158778"/>
                  </a:cubicBezTo>
                  <a:cubicBezTo>
                    <a:pt x="106091" y="158778"/>
                    <a:pt x="104253" y="158750"/>
                    <a:pt x="101942" y="158689"/>
                  </a:cubicBezTo>
                  <a:cubicBezTo>
                    <a:pt x="51974" y="157343"/>
                    <a:pt x="57590" y="157454"/>
                    <a:pt x="43531" y="157244"/>
                  </a:cubicBezTo>
                  <a:cubicBezTo>
                    <a:pt x="51484" y="156572"/>
                    <a:pt x="60392" y="156317"/>
                    <a:pt x="69065" y="156317"/>
                  </a:cubicBezTo>
                  <a:close/>
                  <a:moveTo>
                    <a:pt x="264751" y="7951"/>
                  </a:moveTo>
                  <a:cubicBezTo>
                    <a:pt x="265113" y="7951"/>
                    <a:pt x="265614" y="8254"/>
                    <a:pt x="266314" y="8339"/>
                  </a:cubicBezTo>
                  <a:cubicBezTo>
                    <a:pt x="268400" y="37792"/>
                    <a:pt x="268252" y="31213"/>
                    <a:pt x="266487" y="73071"/>
                  </a:cubicBezTo>
                  <a:cubicBezTo>
                    <a:pt x="265883" y="87393"/>
                    <a:pt x="265807" y="93151"/>
                    <a:pt x="265992" y="93151"/>
                  </a:cubicBezTo>
                  <a:cubicBezTo>
                    <a:pt x="266583" y="93151"/>
                    <a:pt x="269842" y="34510"/>
                    <a:pt x="267154" y="8438"/>
                  </a:cubicBezTo>
                  <a:lnTo>
                    <a:pt x="267154" y="8438"/>
                  </a:lnTo>
                  <a:cubicBezTo>
                    <a:pt x="273400" y="9191"/>
                    <a:pt x="271770" y="6068"/>
                    <a:pt x="272227" y="25115"/>
                  </a:cubicBezTo>
                  <a:cubicBezTo>
                    <a:pt x="272457" y="34593"/>
                    <a:pt x="272811" y="41098"/>
                    <a:pt x="273031" y="41098"/>
                  </a:cubicBezTo>
                  <a:cubicBezTo>
                    <a:pt x="273166" y="41098"/>
                    <a:pt x="273250" y="38679"/>
                    <a:pt x="273227" y="33040"/>
                  </a:cubicBezTo>
                  <a:cubicBezTo>
                    <a:pt x="273126" y="11547"/>
                    <a:pt x="271874" y="9079"/>
                    <a:pt x="273384" y="9079"/>
                  </a:cubicBezTo>
                  <a:cubicBezTo>
                    <a:pt x="273724" y="9079"/>
                    <a:pt x="274204" y="9204"/>
                    <a:pt x="274869" y="9265"/>
                  </a:cubicBezTo>
                  <a:cubicBezTo>
                    <a:pt x="274213" y="14962"/>
                    <a:pt x="275022" y="23272"/>
                    <a:pt x="275548" y="23272"/>
                  </a:cubicBezTo>
                  <a:cubicBezTo>
                    <a:pt x="275894" y="23272"/>
                    <a:pt x="276117" y="19676"/>
                    <a:pt x="275720" y="9376"/>
                  </a:cubicBezTo>
                  <a:lnTo>
                    <a:pt x="275720" y="9376"/>
                  </a:lnTo>
                  <a:cubicBezTo>
                    <a:pt x="280349" y="10142"/>
                    <a:pt x="276251" y="81144"/>
                    <a:pt x="275498" y="126397"/>
                  </a:cubicBezTo>
                  <a:cubicBezTo>
                    <a:pt x="274957" y="159675"/>
                    <a:pt x="276599" y="162565"/>
                    <a:pt x="274274" y="162565"/>
                  </a:cubicBezTo>
                  <a:cubicBezTo>
                    <a:pt x="273785" y="162565"/>
                    <a:pt x="273121" y="162437"/>
                    <a:pt x="272225" y="162437"/>
                  </a:cubicBezTo>
                  <a:cubicBezTo>
                    <a:pt x="272137" y="162437"/>
                    <a:pt x="272048" y="162438"/>
                    <a:pt x="271955" y="162441"/>
                  </a:cubicBezTo>
                  <a:cubicBezTo>
                    <a:pt x="269672" y="113670"/>
                    <a:pt x="275794" y="100968"/>
                    <a:pt x="274202" y="69590"/>
                  </a:cubicBezTo>
                  <a:cubicBezTo>
                    <a:pt x="273572" y="56987"/>
                    <a:pt x="273647" y="56036"/>
                    <a:pt x="275054" y="43421"/>
                  </a:cubicBezTo>
                  <a:cubicBezTo>
                    <a:pt x="275083" y="43164"/>
                    <a:pt x="275075" y="43038"/>
                    <a:pt x="275038" y="43038"/>
                  </a:cubicBezTo>
                  <a:cubicBezTo>
                    <a:pt x="274735" y="43038"/>
                    <a:pt x="272471" y="51685"/>
                    <a:pt x="273165" y="66541"/>
                  </a:cubicBezTo>
                  <a:cubicBezTo>
                    <a:pt x="274795" y="101166"/>
                    <a:pt x="270499" y="111658"/>
                    <a:pt x="270314" y="136420"/>
                  </a:cubicBezTo>
                  <a:cubicBezTo>
                    <a:pt x="270138" y="159495"/>
                    <a:pt x="272413" y="162613"/>
                    <a:pt x="269680" y="162613"/>
                  </a:cubicBezTo>
                  <a:cubicBezTo>
                    <a:pt x="268954" y="162613"/>
                    <a:pt x="267875" y="162393"/>
                    <a:pt x="266302" y="162268"/>
                  </a:cubicBezTo>
                  <a:cubicBezTo>
                    <a:pt x="267692" y="107581"/>
                    <a:pt x="267084" y="102044"/>
                    <a:pt x="266807" y="102044"/>
                  </a:cubicBezTo>
                  <a:cubicBezTo>
                    <a:pt x="266745" y="102044"/>
                    <a:pt x="266699" y="102324"/>
                    <a:pt x="266697" y="102388"/>
                  </a:cubicBezTo>
                  <a:cubicBezTo>
                    <a:pt x="265303" y="155922"/>
                    <a:pt x="266451" y="162230"/>
                    <a:pt x="264131" y="162230"/>
                  </a:cubicBezTo>
                  <a:cubicBezTo>
                    <a:pt x="263595" y="162230"/>
                    <a:pt x="262874" y="161894"/>
                    <a:pt x="261895" y="161725"/>
                  </a:cubicBezTo>
                  <a:cubicBezTo>
                    <a:pt x="261685" y="161688"/>
                    <a:pt x="262895" y="76614"/>
                    <a:pt x="263450" y="40804"/>
                  </a:cubicBezTo>
                  <a:cubicBezTo>
                    <a:pt x="263911" y="11613"/>
                    <a:pt x="263492" y="7951"/>
                    <a:pt x="264751" y="7951"/>
                  </a:cubicBezTo>
                  <a:close/>
                  <a:moveTo>
                    <a:pt x="37877" y="1217"/>
                  </a:moveTo>
                  <a:cubicBezTo>
                    <a:pt x="71353" y="4320"/>
                    <a:pt x="90780" y="4951"/>
                    <a:pt x="101681" y="4951"/>
                  </a:cubicBezTo>
                  <a:cubicBezTo>
                    <a:pt x="109145" y="4951"/>
                    <a:pt x="112611" y="4655"/>
                    <a:pt x="113852" y="4655"/>
                  </a:cubicBezTo>
                  <a:cubicBezTo>
                    <a:pt x="114332" y="4655"/>
                    <a:pt x="114479" y="4699"/>
                    <a:pt x="114397" y="4821"/>
                  </a:cubicBezTo>
                  <a:cubicBezTo>
                    <a:pt x="114447" y="4821"/>
                    <a:pt x="114508" y="4809"/>
                    <a:pt x="114558" y="4809"/>
                  </a:cubicBezTo>
                  <a:cubicBezTo>
                    <a:pt x="115558" y="4809"/>
                    <a:pt x="116557" y="4809"/>
                    <a:pt x="117557" y="4896"/>
                  </a:cubicBezTo>
                  <a:cubicBezTo>
                    <a:pt x="118212" y="4896"/>
                    <a:pt x="118853" y="4970"/>
                    <a:pt x="119471" y="5081"/>
                  </a:cubicBezTo>
                  <a:cubicBezTo>
                    <a:pt x="119750" y="5069"/>
                    <a:pt x="120033" y="5064"/>
                    <a:pt x="120319" y="5064"/>
                  </a:cubicBezTo>
                  <a:cubicBezTo>
                    <a:pt x="122800" y="5064"/>
                    <a:pt x="125529" y="5462"/>
                    <a:pt x="128506" y="5661"/>
                  </a:cubicBezTo>
                  <a:cubicBezTo>
                    <a:pt x="128679" y="5649"/>
                    <a:pt x="128852" y="5636"/>
                    <a:pt x="129025" y="5636"/>
                  </a:cubicBezTo>
                  <a:lnTo>
                    <a:pt x="129062" y="5636"/>
                  </a:lnTo>
                  <a:cubicBezTo>
                    <a:pt x="129630" y="5550"/>
                    <a:pt x="130210" y="5488"/>
                    <a:pt x="130790" y="5476"/>
                  </a:cubicBezTo>
                  <a:cubicBezTo>
                    <a:pt x="131000" y="5476"/>
                    <a:pt x="131185" y="5488"/>
                    <a:pt x="131395" y="5500"/>
                  </a:cubicBezTo>
                  <a:cubicBezTo>
                    <a:pt x="131543" y="5500"/>
                    <a:pt x="131666" y="5476"/>
                    <a:pt x="131827" y="5476"/>
                  </a:cubicBezTo>
                  <a:cubicBezTo>
                    <a:pt x="131926" y="5476"/>
                    <a:pt x="132012" y="5488"/>
                    <a:pt x="132111" y="5488"/>
                  </a:cubicBezTo>
                  <a:cubicBezTo>
                    <a:pt x="132553" y="5383"/>
                    <a:pt x="133227" y="5339"/>
                    <a:pt x="134065" y="5339"/>
                  </a:cubicBezTo>
                  <a:cubicBezTo>
                    <a:pt x="138406" y="5339"/>
                    <a:pt x="147145" y="6521"/>
                    <a:pt x="150794" y="6521"/>
                  </a:cubicBezTo>
                  <a:cubicBezTo>
                    <a:pt x="151815" y="6521"/>
                    <a:pt x="152437" y="6428"/>
                    <a:pt x="152454" y="6192"/>
                  </a:cubicBezTo>
                  <a:cubicBezTo>
                    <a:pt x="153220" y="6348"/>
                    <a:pt x="153908" y="6413"/>
                    <a:pt x="154684" y="6413"/>
                  </a:cubicBezTo>
                  <a:cubicBezTo>
                    <a:pt x="158427" y="6413"/>
                    <a:pt x="164212" y="4907"/>
                    <a:pt x="190639" y="4907"/>
                  </a:cubicBezTo>
                  <a:cubicBezTo>
                    <a:pt x="193341" y="4907"/>
                    <a:pt x="196258" y="4923"/>
                    <a:pt x="199410" y="4957"/>
                  </a:cubicBezTo>
                  <a:cubicBezTo>
                    <a:pt x="235282" y="5352"/>
                    <a:pt x="262833" y="6118"/>
                    <a:pt x="262833" y="6278"/>
                  </a:cubicBezTo>
                  <a:cubicBezTo>
                    <a:pt x="260920" y="119509"/>
                    <a:pt x="261130" y="104474"/>
                    <a:pt x="259982" y="162997"/>
                  </a:cubicBezTo>
                  <a:cubicBezTo>
                    <a:pt x="257523" y="163041"/>
                    <a:pt x="254916" y="163061"/>
                    <a:pt x="252189" y="163061"/>
                  </a:cubicBezTo>
                  <a:cubicBezTo>
                    <a:pt x="211611" y="163061"/>
                    <a:pt x="144550" y="158491"/>
                    <a:pt x="143492" y="158491"/>
                  </a:cubicBezTo>
                  <a:cubicBezTo>
                    <a:pt x="143485" y="158491"/>
                    <a:pt x="143481" y="158491"/>
                    <a:pt x="143480" y="158491"/>
                  </a:cubicBezTo>
                  <a:cubicBezTo>
                    <a:pt x="139874" y="159405"/>
                    <a:pt x="136252" y="159759"/>
                    <a:pt x="132491" y="159759"/>
                  </a:cubicBezTo>
                  <a:cubicBezTo>
                    <a:pt x="123146" y="159759"/>
                    <a:pt x="112947" y="157574"/>
                    <a:pt x="100017" y="156368"/>
                  </a:cubicBezTo>
                  <a:cubicBezTo>
                    <a:pt x="90048" y="155438"/>
                    <a:pt x="80250" y="154990"/>
                    <a:pt x="70571" y="154990"/>
                  </a:cubicBezTo>
                  <a:cubicBezTo>
                    <a:pt x="56988" y="154990"/>
                    <a:pt x="43640" y="155873"/>
                    <a:pt x="30384" y="157553"/>
                  </a:cubicBezTo>
                  <a:cubicBezTo>
                    <a:pt x="34334" y="41927"/>
                    <a:pt x="34507" y="25028"/>
                    <a:pt x="37877" y="1217"/>
                  </a:cubicBezTo>
                  <a:close/>
                  <a:moveTo>
                    <a:pt x="37440" y="0"/>
                  </a:moveTo>
                  <a:cubicBezTo>
                    <a:pt x="36662" y="0"/>
                    <a:pt x="36531" y="144"/>
                    <a:pt x="36482" y="476"/>
                  </a:cubicBezTo>
                  <a:cubicBezTo>
                    <a:pt x="36408" y="1007"/>
                    <a:pt x="36334" y="1550"/>
                    <a:pt x="36260" y="2081"/>
                  </a:cubicBezTo>
                  <a:cubicBezTo>
                    <a:pt x="36272" y="1982"/>
                    <a:pt x="35989" y="1921"/>
                    <a:pt x="35877" y="1921"/>
                  </a:cubicBezTo>
                  <a:cubicBezTo>
                    <a:pt x="35876" y="1921"/>
                    <a:pt x="35875" y="1921"/>
                    <a:pt x="35874" y="1921"/>
                  </a:cubicBezTo>
                  <a:cubicBezTo>
                    <a:pt x="35415" y="1921"/>
                    <a:pt x="20263" y="371"/>
                    <a:pt x="11458" y="371"/>
                  </a:cubicBezTo>
                  <a:cubicBezTo>
                    <a:pt x="7849" y="371"/>
                    <a:pt x="5305" y="631"/>
                    <a:pt x="5277" y="1365"/>
                  </a:cubicBezTo>
                  <a:cubicBezTo>
                    <a:pt x="3326" y="54234"/>
                    <a:pt x="1611" y="106326"/>
                    <a:pt x="80" y="158615"/>
                  </a:cubicBezTo>
                  <a:cubicBezTo>
                    <a:pt x="0" y="161374"/>
                    <a:pt x="184969" y="167258"/>
                    <a:pt x="255380" y="167258"/>
                  </a:cubicBezTo>
                  <a:cubicBezTo>
                    <a:pt x="271908" y="167258"/>
                    <a:pt x="282123" y="166934"/>
                    <a:pt x="282152" y="166169"/>
                  </a:cubicBezTo>
                  <a:cubicBezTo>
                    <a:pt x="284497" y="104783"/>
                    <a:pt x="285410" y="43705"/>
                    <a:pt x="285275" y="5204"/>
                  </a:cubicBezTo>
                  <a:cubicBezTo>
                    <a:pt x="285275" y="4781"/>
                    <a:pt x="285742" y="4677"/>
                    <a:pt x="280963" y="4677"/>
                  </a:cubicBezTo>
                  <a:cubicBezTo>
                    <a:pt x="277937" y="4677"/>
                    <a:pt x="272805" y="4719"/>
                    <a:pt x="264117" y="4747"/>
                  </a:cubicBezTo>
                  <a:cubicBezTo>
                    <a:pt x="263574" y="4747"/>
                    <a:pt x="263549" y="5402"/>
                    <a:pt x="264080" y="5414"/>
                  </a:cubicBezTo>
                  <a:cubicBezTo>
                    <a:pt x="270783" y="5476"/>
                    <a:pt x="277473" y="5537"/>
                    <a:pt x="284176" y="5574"/>
                  </a:cubicBezTo>
                  <a:cubicBezTo>
                    <a:pt x="283744" y="79478"/>
                    <a:pt x="282707" y="121830"/>
                    <a:pt x="281078" y="165688"/>
                  </a:cubicBezTo>
                  <a:cubicBezTo>
                    <a:pt x="273983" y="165890"/>
                    <a:pt x="264279" y="165991"/>
                    <a:pt x="252612" y="165991"/>
                  </a:cubicBezTo>
                  <a:cubicBezTo>
                    <a:pt x="191791" y="165991"/>
                    <a:pt x="77610" y="163264"/>
                    <a:pt x="1475" y="158096"/>
                  </a:cubicBezTo>
                  <a:cubicBezTo>
                    <a:pt x="2993" y="105375"/>
                    <a:pt x="4697" y="53716"/>
                    <a:pt x="6598" y="1847"/>
                  </a:cubicBezTo>
                  <a:cubicBezTo>
                    <a:pt x="9495" y="1650"/>
                    <a:pt x="12396" y="1551"/>
                    <a:pt x="15295" y="1551"/>
                  </a:cubicBezTo>
                  <a:cubicBezTo>
                    <a:pt x="20041" y="1551"/>
                    <a:pt x="24783" y="1816"/>
                    <a:pt x="29496" y="2353"/>
                  </a:cubicBezTo>
                  <a:cubicBezTo>
                    <a:pt x="20312" y="5340"/>
                    <a:pt x="16189" y="3797"/>
                    <a:pt x="16201" y="4859"/>
                  </a:cubicBezTo>
                  <a:cubicBezTo>
                    <a:pt x="17633" y="94932"/>
                    <a:pt x="10029" y="131853"/>
                    <a:pt x="12572" y="156220"/>
                  </a:cubicBezTo>
                  <a:lnTo>
                    <a:pt x="12572" y="156220"/>
                  </a:lnTo>
                  <a:cubicBezTo>
                    <a:pt x="12465" y="156191"/>
                    <a:pt x="12363" y="156180"/>
                    <a:pt x="12264" y="156180"/>
                  </a:cubicBezTo>
                  <a:cubicBezTo>
                    <a:pt x="11868" y="156180"/>
                    <a:pt x="11533" y="156363"/>
                    <a:pt x="11265" y="156363"/>
                  </a:cubicBezTo>
                  <a:cubicBezTo>
                    <a:pt x="9580" y="156363"/>
                    <a:pt x="10477" y="149131"/>
                    <a:pt x="14893" y="43939"/>
                  </a:cubicBezTo>
                  <a:cubicBezTo>
                    <a:pt x="14899" y="43799"/>
                    <a:pt x="14777" y="43734"/>
                    <a:pt x="14645" y="43734"/>
                  </a:cubicBezTo>
                  <a:cubicBezTo>
                    <a:pt x="14498" y="43734"/>
                    <a:pt x="14338" y="43815"/>
                    <a:pt x="14325" y="43964"/>
                  </a:cubicBezTo>
                  <a:cubicBezTo>
                    <a:pt x="5089" y="147443"/>
                    <a:pt x="13362" y="155875"/>
                    <a:pt x="8426" y="155875"/>
                  </a:cubicBezTo>
                  <a:cubicBezTo>
                    <a:pt x="7788" y="155875"/>
                    <a:pt x="6929" y="155734"/>
                    <a:pt x="5783" y="155640"/>
                  </a:cubicBezTo>
                  <a:cubicBezTo>
                    <a:pt x="8116" y="143431"/>
                    <a:pt x="8375" y="110276"/>
                    <a:pt x="8622" y="78181"/>
                  </a:cubicBezTo>
                  <a:cubicBezTo>
                    <a:pt x="8837" y="81257"/>
                    <a:pt x="9411" y="82405"/>
                    <a:pt x="9718" y="82405"/>
                  </a:cubicBezTo>
                  <a:cubicBezTo>
                    <a:pt x="9834" y="82405"/>
                    <a:pt x="9911" y="82242"/>
                    <a:pt x="9918" y="81959"/>
                  </a:cubicBezTo>
                  <a:cubicBezTo>
                    <a:pt x="10474" y="52420"/>
                    <a:pt x="10992" y="66800"/>
                    <a:pt x="12510" y="50864"/>
                  </a:cubicBezTo>
                  <a:cubicBezTo>
                    <a:pt x="14016" y="35175"/>
                    <a:pt x="10585" y="22202"/>
                    <a:pt x="13140" y="5105"/>
                  </a:cubicBezTo>
                  <a:cubicBezTo>
                    <a:pt x="17946" y="4211"/>
                    <a:pt x="17919" y="3806"/>
                    <a:pt x="16374" y="3806"/>
                  </a:cubicBezTo>
                  <a:cubicBezTo>
                    <a:pt x="14721" y="3806"/>
                    <a:pt x="11329" y="4270"/>
                    <a:pt x="10264" y="5093"/>
                  </a:cubicBezTo>
                  <a:cubicBezTo>
                    <a:pt x="8832" y="6204"/>
                    <a:pt x="6449" y="58160"/>
                    <a:pt x="7054" y="121867"/>
                  </a:cubicBezTo>
                  <a:cubicBezTo>
                    <a:pt x="7351" y="152875"/>
                    <a:pt x="3450" y="156282"/>
                    <a:pt x="5116" y="156417"/>
                  </a:cubicBezTo>
                  <a:cubicBezTo>
                    <a:pt x="10463" y="156853"/>
                    <a:pt x="11898" y="156993"/>
                    <a:pt x="12352" y="156993"/>
                  </a:cubicBezTo>
                  <a:cubicBezTo>
                    <a:pt x="12554" y="156993"/>
                    <a:pt x="12562" y="156965"/>
                    <a:pt x="12634" y="156923"/>
                  </a:cubicBezTo>
                  <a:lnTo>
                    <a:pt x="12634" y="156923"/>
                  </a:lnTo>
                  <a:cubicBezTo>
                    <a:pt x="12656" y="157120"/>
                    <a:pt x="12629" y="157722"/>
                    <a:pt x="13118" y="157722"/>
                  </a:cubicBezTo>
                  <a:cubicBezTo>
                    <a:pt x="13182" y="157722"/>
                    <a:pt x="13255" y="157712"/>
                    <a:pt x="13337" y="157689"/>
                  </a:cubicBezTo>
                  <a:cubicBezTo>
                    <a:pt x="16327" y="156831"/>
                    <a:pt x="18072" y="156617"/>
                    <a:pt x="19401" y="156617"/>
                  </a:cubicBezTo>
                  <a:cubicBezTo>
                    <a:pt x="20728" y="156617"/>
                    <a:pt x="21639" y="156831"/>
                    <a:pt x="22959" y="156831"/>
                  </a:cubicBezTo>
                  <a:cubicBezTo>
                    <a:pt x="23172" y="156831"/>
                    <a:pt x="23395" y="156825"/>
                    <a:pt x="23632" y="156812"/>
                  </a:cubicBezTo>
                  <a:cubicBezTo>
                    <a:pt x="26220" y="156674"/>
                    <a:pt x="27612" y="156516"/>
                    <a:pt x="28347" y="156516"/>
                  </a:cubicBezTo>
                  <a:cubicBezTo>
                    <a:pt x="29449" y="156516"/>
                    <a:pt x="29071" y="156872"/>
                    <a:pt x="29027" y="158182"/>
                  </a:cubicBezTo>
                  <a:cubicBezTo>
                    <a:pt x="29013" y="158520"/>
                    <a:pt x="29089" y="158664"/>
                    <a:pt x="29663" y="158664"/>
                  </a:cubicBezTo>
                  <a:cubicBezTo>
                    <a:pt x="30642" y="158664"/>
                    <a:pt x="33068" y="158247"/>
                    <a:pt x="38963" y="157664"/>
                  </a:cubicBezTo>
                  <a:cubicBezTo>
                    <a:pt x="43997" y="158033"/>
                    <a:pt x="118552" y="160071"/>
                    <a:pt x="120896" y="160071"/>
                  </a:cubicBezTo>
                  <a:cubicBezTo>
                    <a:pt x="120903" y="160071"/>
                    <a:pt x="120909" y="160071"/>
                    <a:pt x="120915" y="160071"/>
                  </a:cubicBezTo>
                  <a:cubicBezTo>
                    <a:pt x="125989" y="160688"/>
                    <a:pt x="129988" y="160912"/>
                    <a:pt x="133134" y="160912"/>
                  </a:cubicBezTo>
                  <a:cubicBezTo>
                    <a:pt x="141493" y="160912"/>
                    <a:pt x="143827" y="159330"/>
                    <a:pt x="144270" y="159330"/>
                  </a:cubicBezTo>
                  <a:cubicBezTo>
                    <a:pt x="144331" y="159330"/>
                    <a:pt x="144356" y="159361"/>
                    <a:pt x="144356" y="159429"/>
                  </a:cubicBezTo>
                  <a:cubicBezTo>
                    <a:pt x="144335" y="163379"/>
                    <a:pt x="213960" y="164522"/>
                    <a:pt x="247011" y="164522"/>
                  </a:cubicBezTo>
                  <a:cubicBezTo>
                    <a:pt x="253104" y="164522"/>
                    <a:pt x="257954" y="164483"/>
                    <a:pt x="260895" y="164416"/>
                  </a:cubicBezTo>
                  <a:cubicBezTo>
                    <a:pt x="261944" y="164391"/>
                    <a:pt x="261747" y="163355"/>
                    <a:pt x="261759" y="162515"/>
                  </a:cubicBezTo>
                  <a:lnTo>
                    <a:pt x="261759" y="162515"/>
                  </a:lnTo>
                  <a:cubicBezTo>
                    <a:pt x="263876" y="162878"/>
                    <a:pt x="268637" y="163261"/>
                    <a:pt x="272198" y="163261"/>
                  </a:cubicBezTo>
                  <a:cubicBezTo>
                    <a:pt x="274701" y="163261"/>
                    <a:pt x="276612" y="163072"/>
                    <a:pt x="276597" y="162552"/>
                  </a:cubicBezTo>
                  <a:cubicBezTo>
                    <a:pt x="275535" y="122891"/>
                    <a:pt x="280423" y="13598"/>
                    <a:pt x="278387" y="9710"/>
                  </a:cubicBezTo>
                  <a:cubicBezTo>
                    <a:pt x="277893" y="8784"/>
                    <a:pt x="276745" y="8846"/>
                    <a:pt x="275634" y="8722"/>
                  </a:cubicBezTo>
                  <a:cubicBezTo>
                    <a:pt x="275580" y="8586"/>
                    <a:pt x="275447" y="8521"/>
                    <a:pt x="275312" y="8521"/>
                  </a:cubicBezTo>
                  <a:cubicBezTo>
                    <a:pt x="275201" y="8521"/>
                    <a:pt x="275089" y="8565"/>
                    <a:pt x="275017" y="8648"/>
                  </a:cubicBezTo>
                  <a:cubicBezTo>
                    <a:pt x="262043" y="7241"/>
                    <a:pt x="263957" y="8093"/>
                    <a:pt x="263994" y="5883"/>
                  </a:cubicBezTo>
                  <a:cubicBezTo>
                    <a:pt x="264009" y="4982"/>
                    <a:pt x="223504" y="3949"/>
                    <a:pt x="190709" y="3949"/>
                  </a:cubicBezTo>
                  <a:cubicBezTo>
                    <a:pt x="172307" y="3949"/>
                    <a:pt x="156333" y="4274"/>
                    <a:pt x="151306" y="5130"/>
                  </a:cubicBezTo>
                  <a:cubicBezTo>
                    <a:pt x="148619" y="4469"/>
                    <a:pt x="141839" y="4293"/>
                    <a:pt x="136763" y="4293"/>
                  </a:cubicBezTo>
                  <a:cubicBezTo>
                    <a:pt x="134165" y="4293"/>
                    <a:pt x="132014" y="4339"/>
                    <a:pt x="131086" y="4389"/>
                  </a:cubicBezTo>
                  <a:cubicBezTo>
                    <a:pt x="124047" y="3913"/>
                    <a:pt x="120969" y="3594"/>
                    <a:pt x="119098" y="3594"/>
                  </a:cubicBezTo>
                  <a:cubicBezTo>
                    <a:pt x="117866" y="3594"/>
                    <a:pt x="117158" y="3733"/>
                    <a:pt x="116187" y="4056"/>
                  </a:cubicBezTo>
                  <a:cubicBezTo>
                    <a:pt x="54341" y="2354"/>
                    <a:pt x="40589" y="0"/>
                    <a:pt x="3744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8"/>
            <p:cNvSpPr/>
            <p:nvPr/>
          </p:nvSpPr>
          <p:spPr>
            <a:xfrm>
              <a:off x="6949650" y="2461275"/>
              <a:ext cx="77975" cy="1159675"/>
            </a:xfrm>
            <a:custGeom>
              <a:rect b="b" l="l" r="r" t="t"/>
              <a:pathLst>
                <a:path extrusionOk="0" h="46387" w="3119">
                  <a:moveTo>
                    <a:pt x="1922" y="1"/>
                  </a:moveTo>
                  <a:cubicBezTo>
                    <a:pt x="1880" y="1"/>
                    <a:pt x="1853" y="132"/>
                    <a:pt x="1847" y="307"/>
                  </a:cubicBezTo>
                  <a:cubicBezTo>
                    <a:pt x="1131" y="25637"/>
                    <a:pt x="3118" y="18416"/>
                    <a:pt x="20" y="46042"/>
                  </a:cubicBezTo>
                  <a:cubicBezTo>
                    <a:pt x="1" y="46215"/>
                    <a:pt x="78" y="46386"/>
                    <a:pt x="215" y="46386"/>
                  </a:cubicBezTo>
                  <a:cubicBezTo>
                    <a:pt x="794" y="46386"/>
                    <a:pt x="2450" y="43359"/>
                    <a:pt x="2600" y="24711"/>
                  </a:cubicBezTo>
                  <a:cubicBezTo>
                    <a:pt x="2766" y="3759"/>
                    <a:pt x="2144" y="1"/>
                    <a:pt x="1922" y="1"/>
                  </a:cubicBezTo>
                  <a:close/>
                </a:path>
              </a:pathLst>
            </a:custGeom>
            <a:solidFill>
              <a:srgbClr val="7258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8"/>
          <p:cNvSpPr txBox="1"/>
          <p:nvPr>
            <p:ph type="title"/>
          </p:nvPr>
        </p:nvSpPr>
        <p:spPr>
          <a:xfrm>
            <a:off x="2997875" y="1494150"/>
            <a:ext cx="4383600" cy="215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b="0"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9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" name="Google Shape;118;p9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119" name="Google Shape;119;p9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9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9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9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9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9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9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9"/>
          <p:cNvSpPr txBox="1"/>
          <p:nvPr>
            <p:ph type="title"/>
          </p:nvPr>
        </p:nvSpPr>
        <p:spPr>
          <a:xfrm>
            <a:off x="2119800" y="844875"/>
            <a:ext cx="5143500" cy="18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i="1"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" name="Google Shape;127;p9"/>
          <p:cNvSpPr txBox="1"/>
          <p:nvPr>
            <p:ph idx="1" type="subTitle"/>
          </p:nvPr>
        </p:nvSpPr>
        <p:spPr>
          <a:xfrm>
            <a:off x="2119800" y="2613175"/>
            <a:ext cx="51435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10"/>
          <p:cNvSpPr txBox="1"/>
          <p:nvPr>
            <p:ph type="title"/>
          </p:nvPr>
        </p:nvSpPr>
        <p:spPr>
          <a:xfrm>
            <a:off x="2395900" y="1178875"/>
            <a:ext cx="3311700" cy="2400600"/>
          </a:xfrm>
          <a:prstGeom prst="rect">
            <a:avLst/>
          </a:prstGeom>
          <a:solidFill>
            <a:srgbClr val="F7F1EA">
              <a:alpha val="484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1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3" name="Google Shape;133;p11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134" name="Google Shape;134;p11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1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1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1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1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1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1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" name="Google Shape;141;p11"/>
          <p:cNvSpPr txBox="1"/>
          <p:nvPr>
            <p:ph hasCustomPrompt="1" type="title"/>
          </p:nvPr>
        </p:nvSpPr>
        <p:spPr>
          <a:xfrm>
            <a:off x="1284000" y="1294350"/>
            <a:ext cx="6576000" cy="136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b="0"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42" name="Google Shape;142;p11"/>
          <p:cNvSpPr txBox="1"/>
          <p:nvPr>
            <p:ph idx="1" type="subTitle"/>
          </p:nvPr>
        </p:nvSpPr>
        <p:spPr>
          <a:xfrm>
            <a:off x="1284000" y="266272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3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" name="Google Shape;146;p13"/>
          <p:cNvGrpSpPr/>
          <p:nvPr/>
        </p:nvGrpSpPr>
        <p:grpSpPr>
          <a:xfrm rot="-33946">
            <a:off x="208521" y="115071"/>
            <a:ext cx="8728591" cy="4878962"/>
            <a:chOff x="315425" y="364350"/>
            <a:chExt cx="3145625" cy="2299225"/>
          </a:xfrm>
        </p:grpSpPr>
        <p:sp>
          <p:nvSpPr>
            <p:cNvPr id="147" name="Google Shape;147;p13"/>
            <p:cNvSpPr/>
            <p:nvPr/>
          </p:nvSpPr>
          <p:spPr>
            <a:xfrm>
              <a:off x="332275" y="374100"/>
              <a:ext cx="3126050" cy="2279075"/>
            </a:xfrm>
            <a:custGeom>
              <a:rect b="b" l="l" r="r" t="t"/>
              <a:pathLst>
                <a:path extrusionOk="0" h="91163" w="125042">
                  <a:moveTo>
                    <a:pt x="6040" y="0"/>
                  </a:moveTo>
                  <a:cubicBezTo>
                    <a:pt x="5232" y="0"/>
                    <a:pt x="4419" y="21"/>
                    <a:pt x="3596" y="63"/>
                  </a:cubicBezTo>
                  <a:cubicBezTo>
                    <a:pt x="3139" y="63"/>
                    <a:pt x="2626" y="405"/>
                    <a:pt x="2283" y="690"/>
                  </a:cubicBezTo>
                  <a:cubicBezTo>
                    <a:pt x="2112" y="5484"/>
                    <a:pt x="1941" y="10335"/>
                    <a:pt x="1770" y="15129"/>
                  </a:cubicBezTo>
                  <a:cubicBezTo>
                    <a:pt x="1313" y="28712"/>
                    <a:pt x="1142" y="42294"/>
                    <a:pt x="685" y="55877"/>
                  </a:cubicBezTo>
                  <a:cubicBezTo>
                    <a:pt x="514" y="61128"/>
                    <a:pt x="685" y="66378"/>
                    <a:pt x="286" y="71628"/>
                  </a:cubicBezTo>
                  <a:cubicBezTo>
                    <a:pt x="1" y="75224"/>
                    <a:pt x="400" y="78876"/>
                    <a:pt x="115" y="82472"/>
                  </a:cubicBezTo>
                  <a:cubicBezTo>
                    <a:pt x="1" y="83727"/>
                    <a:pt x="58" y="85040"/>
                    <a:pt x="58" y="86295"/>
                  </a:cubicBezTo>
                  <a:cubicBezTo>
                    <a:pt x="58" y="87266"/>
                    <a:pt x="8276" y="87608"/>
                    <a:pt x="9417" y="87665"/>
                  </a:cubicBezTo>
                  <a:cubicBezTo>
                    <a:pt x="12271" y="87836"/>
                    <a:pt x="15124" y="87836"/>
                    <a:pt x="17921" y="88008"/>
                  </a:cubicBezTo>
                  <a:cubicBezTo>
                    <a:pt x="23114" y="88236"/>
                    <a:pt x="28250" y="88521"/>
                    <a:pt x="33444" y="88864"/>
                  </a:cubicBezTo>
                  <a:cubicBezTo>
                    <a:pt x="41262" y="89320"/>
                    <a:pt x="49195" y="89606"/>
                    <a:pt x="57014" y="89891"/>
                  </a:cubicBezTo>
                  <a:cubicBezTo>
                    <a:pt x="58612" y="89948"/>
                    <a:pt x="60210" y="90005"/>
                    <a:pt x="61808" y="90062"/>
                  </a:cubicBezTo>
                  <a:cubicBezTo>
                    <a:pt x="68485" y="90233"/>
                    <a:pt x="75219" y="90405"/>
                    <a:pt x="81896" y="90576"/>
                  </a:cubicBezTo>
                  <a:cubicBezTo>
                    <a:pt x="83897" y="90645"/>
                    <a:pt x="85892" y="90656"/>
                    <a:pt x="87884" y="90656"/>
                  </a:cubicBezTo>
                  <a:cubicBezTo>
                    <a:pt x="88900" y="90656"/>
                    <a:pt x="89916" y="90653"/>
                    <a:pt x="90931" y="90653"/>
                  </a:cubicBezTo>
                  <a:cubicBezTo>
                    <a:pt x="94507" y="90653"/>
                    <a:pt x="98075" y="90691"/>
                    <a:pt x="101642" y="91032"/>
                  </a:cubicBezTo>
                  <a:cubicBezTo>
                    <a:pt x="102773" y="91129"/>
                    <a:pt x="103898" y="91162"/>
                    <a:pt x="105023" y="91162"/>
                  </a:cubicBezTo>
                  <a:cubicBezTo>
                    <a:pt x="107412" y="91162"/>
                    <a:pt x="109799" y="91013"/>
                    <a:pt x="112219" y="91013"/>
                  </a:cubicBezTo>
                  <a:cubicBezTo>
                    <a:pt x="112687" y="91013"/>
                    <a:pt x="113156" y="91019"/>
                    <a:pt x="113627" y="91032"/>
                  </a:cubicBezTo>
                  <a:cubicBezTo>
                    <a:pt x="114693" y="91070"/>
                    <a:pt x="115758" y="91089"/>
                    <a:pt x="116821" y="91089"/>
                  </a:cubicBezTo>
                  <a:cubicBezTo>
                    <a:pt x="118947" y="91089"/>
                    <a:pt x="121065" y="91013"/>
                    <a:pt x="123158" y="90861"/>
                  </a:cubicBezTo>
                  <a:cubicBezTo>
                    <a:pt x="123329" y="90861"/>
                    <a:pt x="123557" y="90861"/>
                    <a:pt x="123672" y="90747"/>
                  </a:cubicBezTo>
                  <a:cubicBezTo>
                    <a:pt x="123786" y="90633"/>
                    <a:pt x="123786" y="90576"/>
                    <a:pt x="123672" y="90519"/>
                  </a:cubicBezTo>
                  <a:cubicBezTo>
                    <a:pt x="124413" y="86067"/>
                    <a:pt x="123957" y="81216"/>
                    <a:pt x="124014" y="76651"/>
                  </a:cubicBezTo>
                  <a:cubicBezTo>
                    <a:pt x="124014" y="73797"/>
                    <a:pt x="124299" y="71115"/>
                    <a:pt x="124299" y="68204"/>
                  </a:cubicBezTo>
                  <a:cubicBezTo>
                    <a:pt x="124242" y="65065"/>
                    <a:pt x="124699" y="61927"/>
                    <a:pt x="124699" y="58788"/>
                  </a:cubicBezTo>
                  <a:cubicBezTo>
                    <a:pt x="124642" y="51939"/>
                    <a:pt x="124699" y="45091"/>
                    <a:pt x="124870" y="38300"/>
                  </a:cubicBezTo>
                  <a:cubicBezTo>
                    <a:pt x="125041" y="31736"/>
                    <a:pt x="124870" y="25230"/>
                    <a:pt x="124927" y="18724"/>
                  </a:cubicBezTo>
                  <a:cubicBezTo>
                    <a:pt x="124984" y="13303"/>
                    <a:pt x="124984" y="7938"/>
                    <a:pt x="125041" y="2517"/>
                  </a:cubicBezTo>
                  <a:cubicBezTo>
                    <a:pt x="123254" y="2342"/>
                    <a:pt x="121466" y="2268"/>
                    <a:pt x="119679" y="2268"/>
                  </a:cubicBezTo>
                  <a:cubicBezTo>
                    <a:pt x="119126" y="2268"/>
                    <a:pt x="118574" y="2275"/>
                    <a:pt x="118022" y="2288"/>
                  </a:cubicBezTo>
                  <a:cubicBezTo>
                    <a:pt x="116709" y="2345"/>
                    <a:pt x="115396" y="2402"/>
                    <a:pt x="114141" y="2460"/>
                  </a:cubicBezTo>
                  <a:cubicBezTo>
                    <a:pt x="114341" y="2574"/>
                    <a:pt x="114498" y="2588"/>
                    <a:pt x="114662" y="2588"/>
                  </a:cubicBezTo>
                  <a:cubicBezTo>
                    <a:pt x="114716" y="2588"/>
                    <a:pt x="114772" y="2586"/>
                    <a:pt x="114830" y="2586"/>
                  </a:cubicBezTo>
                  <a:cubicBezTo>
                    <a:pt x="114946" y="2586"/>
                    <a:pt x="115073" y="2593"/>
                    <a:pt x="115225" y="2631"/>
                  </a:cubicBezTo>
                  <a:cubicBezTo>
                    <a:pt x="115453" y="2688"/>
                    <a:pt x="115739" y="2859"/>
                    <a:pt x="115739" y="3144"/>
                  </a:cubicBezTo>
                  <a:cubicBezTo>
                    <a:pt x="115796" y="3373"/>
                    <a:pt x="115739" y="3601"/>
                    <a:pt x="115739" y="3772"/>
                  </a:cubicBezTo>
                  <a:cubicBezTo>
                    <a:pt x="115739" y="3770"/>
                    <a:pt x="115746" y="3769"/>
                    <a:pt x="115760" y="3769"/>
                  </a:cubicBezTo>
                  <a:cubicBezTo>
                    <a:pt x="116121" y="3769"/>
                    <a:pt x="121004" y="4459"/>
                    <a:pt x="121389" y="4514"/>
                  </a:cubicBezTo>
                  <a:cubicBezTo>
                    <a:pt x="121674" y="4571"/>
                    <a:pt x="121788" y="4742"/>
                    <a:pt x="121902" y="4971"/>
                  </a:cubicBezTo>
                  <a:cubicBezTo>
                    <a:pt x="122074" y="5256"/>
                    <a:pt x="122074" y="5541"/>
                    <a:pt x="122074" y="5827"/>
                  </a:cubicBezTo>
                  <a:cubicBezTo>
                    <a:pt x="122188" y="9879"/>
                    <a:pt x="122245" y="13874"/>
                    <a:pt x="122245" y="17868"/>
                  </a:cubicBezTo>
                  <a:cubicBezTo>
                    <a:pt x="122188" y="30538"/>
                    <a:pt x="121845" y="43150"/>
                    <a:pt x="121446" y="55820"/>
                  </a:cubicBezTo>
                  <a:cubicBezTo>
                    <a:pt x="121103" y="66720"/>
                    <a:pt x="121275" y="77678"/>
                    <a:pt x="121160" y="88578"/>
                  </a:cubicBezTo>
                  <a:cubicBezTo>
                    <a:pt x="121160" y="88864"/>
                    <a:pt x="121046" y="88921"/>
                    <a:pt x="120761" y="89035"/>
                  </a:cubicBezTo>
                  <a:cubicBezTo>
                    <a:pt x="120590" y="89138"/>
                    <a:pt x="120419" y="89158"/>
                    <a:pt x="120235" y="89158"/>
                  </a:cubicBezTo>
                  <a:cubicBezTo>
                    <a:pt x="120113" y="89158"/>
                    <a:pt x="119985" y="89149"/>
                    <a:pt x="119848" y="89149"/>
                  </a:cubicBezTo>
                  <a:cubicBezTo>
                    <a:pt x="119334" y="89149"/>
                    <a:pt x="118821" y="89149"/>
                    <a:pt x="118307" y="89092"/>
                  </a:cubicBezTo>
                  <a:cubicBezTo>
                    <a:pt x="117108" y="89092"/>
                    <a:pt x="115910" y="89035"/>
                    <a:pt x="114826" y="88521"/>
                  </a:cubicBezTo>
                  <a:cubicBezTo>
                    <a:pt x="114792" y="88505"/>
                    <a:pt x="114754" y="88498"/>
                    <a:pt x="114715" y="88498"/>
                  </a:cubicBezTo>
                  <a:cubicBezTo>
                    <a:pt x="114621" y="88498"/>
                    <a:pt x="114524" y="88538"/>
                    <a:pt x="114483" y="88578"/>
                  </a:cubicBezTo>
                  <a:cubicBezTo>
                    <a:pt x="114483" y="88921"/>
                    <a:pt x="114483" y="89206"/>
                    <a:pt x="114426" y="89548"/>
                  </a:cubicBezTo>
                  <a:cubicBezTo>
                    <a:pt x="112714" y="89548"/>
                    <a:pt x="110945" y="89606"/>
                    <a:pt x="109233" y="89663"/>
                  </a:cubicBezTo>
                  <a:cubicBezTo>
                    <a:pt x="108856" y="89674"/>
                    <a:pt x="108473" y="89679"/>
                    <a:pt x="108085" y="89679"/>
                  </a:cubicBezTo>
                  <a:cubicBezTo>
                    <a:pt x="106532" y="89679"/>
                    <a:pt x="104907" y="89606"/>
                    <a:pt x="103355" y="89606"/>
                  </a:cubicBezTo>
                  <a:cubicBezTo>
                    <a:pt x="95479" y="89491"/>
                    <a:pt x="87546" y="89377"/>
                    <a:pt x="79670" y="88864"/>
                  </a:cubicBezTo>
                  <a:cubicBezTo>
                    <a:pt x="74591" y="88578"/>
                    <a:pt x="69512" y="88065"/>
                    <a:pt x="64433" y="87551"/>
                  </a:cubicBezTo>
                  <a:cubicBezTo>
                    <a:pt x="63976" y="87494"/>
                    <a:pt x="63348" y="87209"/>
                    <a:pt x="63577" y="86809"/>
                  </a:cubicBezTo>
                  <a:lnTo>
                    <a:pt x="63577" y="86809"/>
                  </a:lnTo>
                  <a:cubicBezTo>
                    <a:pt x="62243" y="87515"/>
                    <a:pt x="60722" y="87655"/>
                    <a:pt x="59196" y="87655"/>
                  </a:cubicBezTo>
                  <a:cubicBezTo>
                    <a:pt x="58502" y="87655"/>
                    <a:pt x="57806" y="87626"/>
                    <a:pt x="57128" y="87608"/>
                  </a:cubicBezTo>
                  <a:cubicBezTo>
                    <a:pt x="51307" y="87437"/>
                    <a:pt x="45600" y="87037"/>
                    <a:pt x="39778" y="86866"/>
                  </a:cubicBezTo>
                  <a:cubicBezTo>
                    <a:pt x="33786" y="86638"/>
                    <a:pt x="27737" y="86410"/>
                    <a:pt x="21744" y="86124"/>
                  </a:cubicBezTo>
                  <a:cubicBezTo>
                    <a:pt x="20330" y="86070"/>
                    <a:pt x="18902" y="86003"/>
                    <a:pt x="17481" y="86003"/>
                  </a:cubicBezTo>
                  <a:cubicBezTo>
                    <a:pt x="15919" y="86003"/>
                    <a:pt x="14365" y="86084"/>
                    <a:pt x="12841" y="86353"/>
                  </a:cubicBezTo>
                  <a:cubicBezTo>
                    <a:pt x="12841" y="85953"/>
                    <a:pt x="12784" y="85554"/>
                    <a:pt x="12670" y="85211"/>
                  </a:cubicBezTo>
                  <a:cubicBezTo>
                    <a:pt x="11751" y="85458"/>
                    <a:pt x="10788" y="85484"/>
                    <a:pt x="9822" y="85484"/>
                  </a:cubicBezTo>
                  <a:cubicBezTo>
                    <a:pt x="9558" y="85484"/>
                    <a:pt x="9295" y="85482"/>
                    <a:pt x="9032" y="85482"/>
                  </a:cubicBezTo>
                  <a:cubicBezTo>
                    <a:pt x="7805" y="85482"/>
                    <a:pt x="6592" y="85525"/>
                    <a:pt x="5479" y="86010"/>
                  </a:cubicBezTo>
                  <a:cubicBezTo>
                    <a:pt x="5479" y="85839"/>
                    <a:pt x="5422" y="85725"/>
                    <a:pt x="5365" y="85554"/>
                  </a:cubicBezTo>
                  <a:cubicBezTo>
                    <a:pt x="5184" y="85563"/>
                    <a:pt x="5002" y="85568"/>
                    <a:pt x="4819" y="85568"/>
                  </a:cubicBezTo>
                  <a:cubicBezTo>
                    <a:pt x="3902" y="85568"/>
                    <a:pt x="2959" y="85449"/>
                    <a:pt x="2055" y="85211"/>
                  </a:cubicBezTo>
                  <a:cubicBezTo>
                    <a:pt x="2455" y="80588"/>
                    <a:pt x="2740" y="75566"/>
                    <a:pt x="2968" y="70944"/>
                  </a:cubicBezTo>
                  <a:cubicBezTo>
                    <a:pt x="3139" y="67634"/>
                    <a:pt x="3025" y="64209"/>
                    <a:pt x="3082" y="60956"/>
                  </a:cubicBezTo>
                  <a:cubicBezTo>
                    <a:pt x="3082" y="59415"/>
                    <a:pt x="3139" y="57875"/>
                    <a:pt x="3082" y="56334"/>
                  </a:cubicBezTo>
                  <a:cubicBezTo>
                    <a:pt x="2854" y="50855"/>
                    <a:pt x="2797" y="45262"/>
                    <a:pt x="3254" y="39783"/>
                  </a:cubicBezTo>
                  <a:cubicBezTo>
                    <a:pt x="3425" y="37101"/>
                    <a:pt x="3197" y="34248"/>
                    <a:pt x="3139" y="31565"/>
                  </a:cubicBezTo>
                  <a:cubicBezTo>
                    <a:pt x="3139" y="29967"/>
                    <a:pt x="3311" y="28426"/>
                    <a:pt x="3425" y="26886"/>
                  </a:cubicBezTo>
                  <a:cubicBezTo>
                    <a:pt x="3596" y="25002"/>
                    <a:pt x="3425" y="23119"/>
                    <a:pt x="3482" y="21293"/>
                  </a:cubicBezTo>
                  <a:cubicBezTo>
                    <a:pt x="3653" y="15015"/>
                    <a:pt x="3938" y="8908"/>
                    <a:pt x="4224" y="2688"/>
                  </a:cubicBezTo>
                  <a:cubicBezTo>
                    <a:pt x="4224" y="2692"/>
                    <a:pt x="4227" y="2694"/>
                    <a:pt x="4232" y="2694"/>
                  </a:cubicBezTo>
                  <a:cubicBezTo>
                    <a:pt x="4299" y="2694"/>
                    <a:pt x="4737" y="2398"/>
                    <a:pt x="4737" y="2345"/>
                  </a:cubicBezTo>
                  <a:cubicBezTo>
                    <a:pt x="4909" y="2174"/>
                    <a:pt x="5080" y="2117"/>
                    <a:pt x="5308" y="2060"/>
                  </a:cubicBezTo>
                  <a:cubicBezTo>
                    <a:pt x="5651" y="2003"/>
                    <a:pt x="5936" y="2003"/>
                    <a:pt x="6278" y="1889"/>
                  </a:cubicBezTo>
                  <a:cubicBezTo>
                    <a:pt x="6488" y="1847"/>
                    <a:pt x="6760" y="1712"/>
                    <a:pt x="7003" y="1712"/>
                  </a:cubicBezTo>
                  <a:cubicBezTo>
                    <a:pt x="7090" y="1712"/>
                    <a:pt x="7173" y="1729"/>
                    <a:pt x="7249" y="1775"/>
                  </a:cubicBezTo>
                  <a:cubicBezTo>
                    <a:pt x="7306" y="1832"/>
                    <a:pt x="7363" y="1889"/>
                    <a:pt x="7420" y="1946"/>
                  </a:cubicBezTo>
                  <a:cubicBezTo>
                    <a:pt x="7534" y="2022"/>
                    <a:pt x="7692" y="2047"/>
                    <a:pt x="7868" y="2047"/>
                  </a:cubicBezTo>
                  <a:cubicBezTo>
                    <a:pt x="8219" y="2047"/>
                    <a:pt x="8637" y="1946"/>
                    <a:pt x="8904" y="1946"/>
                  </a:cubicBezTo>
                  <a:cubicBezTo>
                    <a:pt x="9417" y="1889"/>
                    <a:pt x="9988" y="1775"/>
                    <a:pt x="10502" y="1603"/>
                  </a:cubicBezTo>
                  <a:cubicBezTo>
                    <a:pt x="11015" y="1432"/>
                    <a:pt x="11529" y="1318"/>
                    <a:pt x="12099" y="1147"/>
                  </a:cubicBezTo>
                  <a:cubicBezTo>
                    <a:pt x="12328" y="1033"/>
                    <a:pt x="12613" y="976"/>
                    <a:pt x="12898" y="919"/>
                  </a:cubicBezTo>
                  <a:cubicBezTo>
                    <a:pt x="13070" y="862"/>
                    <a:pt x="13469" y="690"/>
                    <a:pt x="13640" y="690"/>
                  </a:cubicBezTo>
                  <a:lnTo>
                    <a:pt x="13697" y="690"/>
                  </a:lnTo>
                  <a:cubicBezTo>
                    <a:pt x="11096" y="213"/>
                    <a:pt x="8594" y="0"/>
                    <a:pt x="604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380800" y="371375"/>
              <a:ext cx="3011900" cy="2247175"/>
            </a:xfrm>
            <a:custGeom>
              <a:rect b="b" l="l" r="r" t="t"/>
              <a:pathLst>
                <a:path extrusionOk="0" h="89887" w="120476">
                  <a:moveTo>
                    <a:pt x="13982" y="0"/>
                  </a:moveTo>
                  <a:lnTo>
                    <a:pt x="13982" y="742"/>
                  </a:lnTo>
                  <a:cubicBezTo>
                    <a:pt x="13354" y="742"/>
                    <a:pt x="12613" y="856"/>
                    <a:pt x="11985" y="913"/>
                  </a:cubicBezTo>
                  <a:cubicBezTo>
                    <a:pt x="11471" y="913"/>
                    <a:pt x="10957" y="913"/>
                    <a:pt x="10444" y="1085"/>
                  </a:cubicBezTo>
                  <a:cubicBezTo>
                    <a:pt x="10158" y="1199"/>
                    <a:pt x="9930" y="1370"/>
                    <a:pt x="9588" y="1484"/>
                  </a:cubicBezTo>
                  <a:cubicBezTo>
                    <a:pt x="9017" y="1712"/>
                    <a:pt x="8332" y="1770"/>
                    <a:pt x="7704" y="1884"/>
                  </a:cubicBezTo>
                  <a:cubicBezTo>
                    <a:pt x="7248" y="1998"/>
                    <a:pt x="6848" y="2169"/>
                    <a:pt x="6392" y="2226"/>
                  </a:cubicBezTo>
                  <a:cubicBezTo>
                    <a:pt x="6164" y="2226"/>
                    <a:pt x="5935" y="2226"/>
                    <a:pt x="5764" y="2169"/>
                  </a:cubicBezTo>
                  <a:cubicBezTo>
                    <a:pt x="5536" y="2055"/>
                    <a:pt x="5422" y="1884"/>
                    <a:pt x="5193" y="1827"/>
                  </a:cubicBezTo>
                  <a:lnTo>
                    <a:pt x="4965" y="1827"/>
                  </a:lnTo>
                  <a:cubicBezTo>
                    <a:pt x="4509" y="1884"/>
                    <a:pt x="4052" y="1884"/>
                    <a:pt x="3595" y="2055"/>
                  </a:cubicBezTo>
                  <a:cubicBezTo>
                    <a:pt x="3139" y="2169"/>
                    <a:pt x="2625" y="2340"/>
                    <a:pt x="2340" y="2740"/>
                  </a:cubicBezTo>
                  <a:cubicBezTo>
                    <a:pt x="1769" y="3482"/>
                    <a:pt x="2169" y="5194"/>
                    <a:pt x="2112" y="6107"/>
                  </a:cubicBezTo>
                  <a:cubicBezTo>
                    <a:pt x="1997" y="7477"/>
                    <a:pt x="1883" y="8903"/>
                    <a:pt x="1826" y="10330"/>
                  </a:cubicBezTo>
                  <a:cubicBezTo>
                    <a:pt x="1655" y="13241"/>
                    <a:pt x="1541" y="16094"/>
                    <a:pt x="1427" y="19005"/>
                  </a:cubicBezTo>
                  <a:cubicBezTo>
                    <a:pt x="1256" y="24712"/>
                    <a:pt x="1198" y="30476"/>
                    <a:pt x="1256" y="36183"/>
                  </a:cubicBezTo>
                  <a:cubicBezTo>
                    <a:pt x="1370" y="45942"/>
                    <a:pt x="1141" y="55472"/>
                    <a:pt x="1084" y="65231"/>
                  </a:cubicBezTo>
                  <a:cubicBezTo>
                    <a:pt x="1084" y="68542"/>
                    <a:pt x="1084" y="71852"/>
                    <a:pt x="970" y="75162"/>
                  </a:cubicBezTo>
                  <a:cubicBezTo>
                    <a:pt x="799" y="78358"/>
                    <a:pt x="856" y="81896"/>
                    <a:pt x="57" y="85035"/>
                  </a:cubicBezTo>
                  <a:cubicBezTo>
                    <a:pt x="57" y="85092"/>
                    <a:pt x="0" y="85206"/>
                    <a:pt x="57" y="85263"/>
                  </a:cubicBezTo>
                  <a:cubicBezTo>
                    <a:pt x="114" y="85377"/>
                    <a:pt x="285" y="85434"/>
                    <a:pt x="400" y="85434"/>
                  </a:cubicBezTo>
                  <a:cubicBezTo>
                    <a:pt x="1484" y="85548"/>
                    <a:pt x="2511" y="85720"/>
                    <a:pt x="3595" y="85834"/>
                  </a:cubicBezTo>
                  <a:cubicBezTo>
                    <a:pt x="3652" y="85948"/>
                    <a:pt x="3652" y="86119"/>
                    <a:pt x="3538" y="86233"/>
                  </a:cubicBezTo>
                  <a:cubicBezTo>
                    <a:pt x="4337" y="85891"/>
                    <a:pt x="5250" y="85663"/>
                    <a:pt x="6107" y="85606"/>
                  </a:cubicBezTo>
                  <a:cubicBezTo>
                    <a:pt x="6601" y="85567"/>
                    <a:pt x="7108" y="85561"/>
                    <a:pt x="7618" y="85561"/>
                  </a:cubicBezTo>
                  <a:cubicBezTo>
                    <a:pt x="7873" y="85561"/>
                    <a:pt x="8128" y="85563"/>
                    <a:pt x="8382" y="85563"/>
                  </a:cubicBezTo>
                  <a:cubicBezTo>
                    <a:pt x="9145" y="85563"/>
                    <a:pt x="9902" y="85548"/>
                    <a:pt x="10615" y="85434"/>
                  </a:cubicBezTo>
                  <a:cubicBezTo>
                    <a:pt x="10615" y="85948"/>
                    <a:pt x="10729" y="86290"/>
                    <a:pt x="10843" y="86804"/>
                  </a:cubicBezTo>
                  <a:cubicBezTo>
                    <a:pt x="10847" y="86811"/>
                    <a:pt x="10864" y="86814"/>
                    <a:pt x="10893" y="86814"/>
                  </a:cubicBezTo>
                  <a:cubicBezTo>
                    <a:pt x="11358" y="86814"/>
                    <a:pt x="14919" y="86005"/>
                    <a:pt x="15295" y="86005"/>
                  </a:cubicBezTo>
                  <a:cubicBezTo>
                    <a:pt x="15923" y="86005"/>
                    <a:pt x="16607" y="86347"/>
                    <a:pt x="17235" y="86404"/>
                  </a:cubicBezTo>
                  <a:cubicBezTo>
                    <a:pt x="17482" y="86424"/>
                    <a:pt x="17736" y="86430"/>
                    <a:pt x="17992" y="86430"/>
                  </a:cubicBezTo>
                  <a:cubicBezTo>
                    <a:pt x="18503" y="86430"/>
                    <a:pt x="19023" y="86404"/>
                    <a:pt x="19518" y="86404"/>
                  </a:cubicBezTo>
                  <a:cubicBezTo>
                    <a:pt x="20365" y="86364"/>
                    <a:pt x="21212" y="86347"/>
                    <a:pt x="22059" y="86347"/>
                  </a:cubicBezTo>
                  <a:cubicBezTo>
                    <a:pt x="26006" y="86347"/>
                    <a:pt x="29953" y="86720"/>
                    <a:pt x="33900" y="86861"/>
                  </a:cubicBezTo>
                  <a:cubicBezTo>
                    <a:pt x="39036" y="86975"/>
                    <a:pt x="44172" y="87203"/>
                    <a:pt x="49309" y="87489"/>
                  </a:cubicBezTo>
                  <a:cubicBezTo>
                    <a:pt x="51510" y="87621"/>
                    <a:pt x="53814" y="87923"/>
                    <a:pt x="56062" y="87923"/>
                  </a:cubicBezTo>
                  <a:cubicBezTo>
                    <a:pt x="56728" y="87923"/>
                    <a:pt x="57388" y="87896"/>
                    <a:pt x="58040" y="87831"/>
                  </a:cubicBezTo>
                  <a:cubicBezTo>
                    <a:pt x="59296" y="87660"/>
                    <a:pt x="60494" y="87318"/>
                    <a:pt x="61636" y="86975"/>
                  </a:cubicBezTo>
                  <a:cubicBezTo>
                    <a:pt x="62321" y="87660"/>
                    <a:pt x="63348" y="87774"/>
                    <a:pt x="64318" y="87888"/>
                  </a:cubicBezTo>
                  <a:cubicBezTo>
                    <a:pt x="67799" y="88231"/>
                    <a:pt x="71224" y="88516"/>
                    <a:pt x="74705" y="88859"/>
                  </a:cubicBezTo>
                  <a:cubicBezTo>
                    <a:pt x="82906" y="89638"/>
                    <a:pt x="91204" y="89886"/>
                    <a:pt x="99472" y="89886"/>
                  </a:cubicBezTo>
                  <a:cubicBezTo>
                    <a:pt x="103920" y="89886"/>
                    <a:pt x="108359" y="89814"/>
                    <a:pt x="112771" y="89715"/>
                  </a:cubicBezTo>
                  <a:cubicBezTo>
                    <a:pt x="112656" y="89429"/>
                    <a:pt x="112542" y="88973"/>
                    <a:pt x="112599" y="88687"/>
                  </a:cubicBezTo>
                  <a:lnTo>
                    <a:pt x="112599" y="88687"/>
                  </a:lnTo>
                  <a:cubicBezTo>
                    <a:pt x="113741" y="89030"/>
                    <a:pt x="114996" y="89087"/>
                    <a:pt x="116195" y="89087"/>
                  </a:cubicBezTo>
                  <a:cubicBezTo>
                    <a:pt x="116591" y="89117"/>
                    <a:pt x="117377" y="89245"/>
                    <a:pt x="118076" y="89245"/>
                  </a:cubicBezTo>
                  <a:cubicBezTo>
                    <a:pt x="118686" y="89245"/>
                    <a:pt x="119231" y="89147"/>
                    <a:pt x="119391" y="88801"/>
                  </a:cubicBezTo>
                  <a:cubicBezTo>
                    <a:pt x="119505" y="88630"/>
                    <a:pt x="119219" y="87660"/>
                    <a:pt x="119219" y="87432"/>
                  </a:cubicBezTo>
                  <a:cubicBezTo>
                    <a:pt x="119219" y="86690"/>
                    <a:pt x="119219" y="85948"/>
                    <a:pt x="119219" y="85206"/>
                  </a:cubicBezTo>
                  <a:cubicBezTo>
                    <a:pt x="118877" y="82067"/>
                    <a:pt x="119334" y="78757"/>
                    <a:pt x="119277" y="75675"/>
                  </a:cubicBezTo>
                  <a:cubicBezTo>
                    <a:pt x="119277" y="72251"/>
                    <a:pt x="119277" y="68884"/>
                    <a:pt x="119505" y="65517"/>
                  </a:cubicBezTo>
                  <a:cubicBezTo>
                    <a:pt x="119790" y="61636"/>
                    <a:pt x="119505" y="57984"/>
                    <a:pt x="119676" y="54103"/>
                  </a:cubicBezTo>
                  <a:cubicBezTo>
                    <a:pt x="119904" y="48738"/>
                    <a:pt x="119790" y="43317"/>
                    <a:pt x="119904" y="37895"/>
                  </a:cubicBezTo>
                  <a:cubicBezTo>
                    <a:pt x="120133" y="29277"/>
                    <a:pt x="120418" y="20603"/>
                    <a:pt x="120418" y="11928"/>
                  </a:cubicBezTo>
                  <a:cubicBezTo>
                    <a:pt x="120475" y="9588"/>
                    <a:pt x="120475" y="7248"/>
                    <a:pt x="119961" y="4965"/>
                  </a:cubicBezTo>
                  <a:cubicBezTo>
                    <a:pt x="119505" y="4680"/>
                    <a:pt x="118934" y="4452"/>
                    <a:pt x="118363" y="4395"/>
                  </a:cubicBezTo>
                  <a:cubicBezTo>
                    <a:pt x="116823" y="4224"/>
                    <a:pt x="115282" y="3995"/>
                    <a:pt x="113741" y="3824"/>
                  </a:cubicBezTo>
                  <a:cubicBezTo>
                    <a:pt x="113798" y="3482"/>
                    <a:pt x="113684" y="3196"/>
                    <a:pt x="113684" y="2911"/>
                  </a:cubicBezTo>
                  <a:lnTo>
                    <a:pt x="113684" y="2854"/>
                  </a:lnTo>
                  <a:cubicBezTo>
                    <a:pt x="105922" y="2226"/>
                    <a:pt x="97989" y="2340"/>
                    <a:pt x="90228" y="2112"/>
                  </a:cubicBezTo>
                  <a:cubicBezTo>
                    <a:pt x="87809" y="2018"/>
                    <a:pt x="85390" y="1975"/>
                    <a:pt x="82970" y="1975"/>
                  </a:cubicBezTo>
                  <a:cubicBezTo>
                    <a:pt x="80995" y="1975"/>
                    <a:pt x="79020" y="2004"/>
                    <a:pt x="77045" y="2055"/>
                  </a:cubicBezTo>
                  <a:cubicBezTo>
                    <a:pt x="74876" y="2112"/>
                    <a:pt x="72650" y="2112"/>
                    <a:pt x="70482" y="2283"/>
                  </a:cubicBezTo>
                  <a:cubicBezTo>
                    <a:pt x="68760" y="2431"/>
                    <a:pt x="67081" y="2705"/>
                    <a:pt x="65371" y="2705"/>
                  </a:cubicBezTo>
                  <a:cubicBezTo>
                    <a:pt x="65097" y="2705"/>
                    <a:pt x="64822" y="2698"/>
                    <a:pt x="64546" y="2683"/>
                  </a:cubicBezTo>
                  <a:cubicBezTo>
                    <a:pt x="47654" y="1712"/>
                    <a:pt x="30704" y="2340"/>
                    <a:pt x="13982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464975" y="427025"/>
              <a:ext cx="265400" cy="1995625"/>
            </a:xfrm>
            <a:custGeom>
              <a:rect b="b" l="l" r="r" t="t"/>
              <a:pathLst>
                <a:path extrusionOk="0" h="79825" w="10616">
                  <a:moveTo>
                    <a:pt x="8618" y="0"/>
                  </a:moveTo>
                  <a:cubicBezTo>
                    <a:pt x="8504" y="3938"/>
                    <a:pt x="7933" y="7933"/>
                    <a:pt x="6963" y="11757"/>
                  </a:cubicBezTo>
                  <a:cubicBezTo>
                    <a:pt x="4623" y="9873"/>
                    <a:pt x="6563" y="5365"/>
                    <a:pt x="4337" y="3310"/>
                  </a:cubicBezTo>
                  <a:cubicBezTo>
                    <a:pt x="4109" y="6563"/>
                    <a:pt x="3881" y="9816"/>
                    <a:pt x="3710" y="13069"/>
                  </a:cubicBezTo>
                  <a:cubicBezTo>
                    <a:pt x="2055" y="11129"/>
                    <a:pt x="3367" y="7705"/>
                    <a:pt x="1427" y="6050"/>
                  </a:cubicBezTo>
                  <a:cubicBezTo>
                    <a:pt x="628" y="7134"/>
                    <a:pt x="571" y="8618"/>
                    <a:pt x="571" y="9987"/>
                  </a:cubicBezTo>
                  <a:cubicBezTo>
                    <a:pt x="514" y="29049"/>
                    <a:pt x="2568" y="48224"/>
                    <a:pt x="628" y="67172"/>
                  </a:cubicBezTo>
                  <a:cubicBezTo>
                    <a:pt x="343" y="69911"/>
                    <a:pt x="0" y="72707"/>
                    <a:pt x="685" y="75333"/>
                  </a:cubicBezTo>
                  <a:cubicBezTo>
                    <a:pt x="913" y="74191"/>
                    <a:pt x="1027" y="70596"/>
                    <a:pt x="2226" y="70082"/>
                  </a:cubicBezTo>
                  <a:cubicBezTo>
                    <a:pt x="2340" y="72536"/>
                    <a:pt x="2511" y="75047"/>
                    <a:pt x="2682" y="77558"/>
                  </a:cubicBezTo>
                  <a:cubicBezTo>
                    <a:pt x="2682" y="78015"/>
                    <a:pt x="2797" y="78586"/>
                    <a:pt x="3196" y="78700"/>
                  </a:cubicBezTo>
                  <a:cubicBezTo>
                    <a:pt x="3710" y="77102"/>
                    <a:pt x="4223" y="75504"/>
                    <a:pt x="4680" y="73906"/>
                  </a:cubicBezTo>
                  <a:cubicBezTo>
                    <a:pt x="5277" y="74721"/>
                    <a:pt x="5255" y="79825"/>
                    <a:pt x="6825" y="79825"/>
                  </a:cubicBezTo>
                  <a:cubicBezTo>
                    <a:pt x="6905" y="79825"/>
                    <a:pt x="6989" y="79812"/>
                    <a:pt x="7077" y="79784"/>
                  </a:cubicBezTo>
                  <a:cubicBezTo>
                    <a:pt x="7533" y="79613"/>
                    <a:pt x="7705" y="78985"/>
                    <a:pt x="7705" y="78471"/>
                  </a:cubicBezTo>
                  <a:cubicBezTo>
                    <a:pt x="7876" y="75047"/>
                    <a:pt x="7362" y="71794"/>
                    <a:pt x="7590" y="68427"/>
                  </a:cubicBezTo>
                  <a:cubicBezTo>
                    <a:pt x="7876" y="64261"/>
                    <a:pt x="8104" y="60152"/>
                    <a:pt x="8389" y="55986"/>
                  </a:cubicBezTo>
                  <a:cubicBezTo>
                    <a:pt x="8789" y="47882"/>
                    <a:pt x="9074" y="39664"/>
                    <a:pt x="8846" y="31503"/>
                  </a:cubicBezTo>
                  <a:cubicBezTo>
                    <a:pt x="8732" y="28250"/>
                    <a:pt x="8846" y="24997"/>
                    <a:pt x="9074" y="21687"/>
                  </a:cubicBezTo>
                  <a:cubicBezTo>
                    <a:pt x="9188" y="18434"/>
                    <a:pt x="9417" y="15124"/>
                    <a:pt x="9588" y="11814"/>
                  </a:cubicBezTo>
                  <a:cubicBezTo>
                    <a:pt x="9702" y="8960"/>
                    <a:pt x="10615" y="5707"/>
                    <a:pt x="10387" y="2911"/>
                  </a:cubicBezTo>
                  <a:cubicBezTo>
                    <a:pt x="10273" y="1712"/>
                    <a:pt x="9645" y="514"/>
                    <a:pt x="8618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377400" y="388275"/>
              <a:ext cx="194600" cy="443100"/>
            </a:xfrm>
            <a:custGeom>
              <a:rect b="b" l="l" r="r" t="t"/>
              <a:pathLst>
                <a:path extrusionOk="0" h="17724" w="7784">
                  <a:moveTo>
                    <a:pt x="4110" y="0"/>
                  </a:moveTo>
                  <a:cubicBezTo>
                    <a:pt x="769" y="0"/>
                    <a:pt x="944" y="2686"/>
                    <a:pt x="764" y="4803"/>
                  </a:cubicBezTo>
                  <a:cubicBezTo>
                    <a:pt x="220" y="11324"/>
                    <a:pt x="0" y="17723"/>
                    <a:pt x="236" y="17723"/>
                  </a:cubicBezTo>
                  <a:cubicBezTo>
                    <a:pt x="396" y="17723"/>
                    <a:pt x="768" y="14761"/>
                    <a:pt x="1392" y="6858"/>
                  </a:cubicBezTo>
                  <a:cubicBezTo>
                    <a:pt x="1729" y="2710"/>
                    <a:pt x="1048" y="723"/>
                    <a:pt x="4926" y="723"/>
                  </a:cubicBezTo>
                  <a:cubicBezTo>
                    <a:pt x="5638" y="723"/>
                    <a:pt x="6502" y="790"/>
                    <a:pt x="7555" y="922"/>
                  </a:cubicBezTo>
                  <a:cubicBezTo>
                    <a:pt x="7726" y="922"/>
                    <a:pt x="7783" y="694"/>
                    <a:pt x="7612" y="637"/>
                  </a:cubicBezTo>
                  <a:cubicBezTo>
                    <a:pt x="6145" y="192"/>
                    <a:pt x="5002" y="0"/>
                    <a:pt x="411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339875" y="1342150"/>
              <a:ext cx="48175" cy="889750"/>
            </a:xfrm>
            <a:custGeom>
              <a:rect b="b" l="l" r="r" t="t"/>
              <a:pathLst>
                <a:path extrusionOk="0" h="35590" w="1927">
                  <a:moveTo>
                    <a:pt x="1905" y="1"/>
                  </a:moveTo>
                  <a:cubicBezTo>
                    <a:pt x="1709" y="1"/>
                    <a:pt x="0" y="28005"/>
                    <a:pt x="1009" y="34961"/>
                  </a:cubicBezTo>
                  <a:cubicBezTo>
                    <a:pt x="1067" y="35386"/>
                    <a:pt x="1118" y="35589"/>
                    <a:pt x="1162" y="35589"/>
                  </a:cubicBezTo>
                  <a:cubicBezTo>
                    <a:pt x="1552" y="35589"/>
                    <a:pt x="1461" y="19812"/>
                    <a:pt x="1922" y="491"/>
                  </a:cubicBezTo>
                  <a:cubicBezTo>
                    <a:pt x="1926" y="157"/>
                    <a:pt x="1920" y="1"/>
                    <a:pt x="1905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874400" y="2549525"/>
              <a:ext cx="978375" cy="48975"/>
            </a:xfrm>
            <a:custGeom>
              <a:rect b="b" l="l" r="r" t="t"/>
              <a:pathLst>
                <a:path extrusionOk="0" h="1959" w="39135">
                  <a:moveTo>
                    <a:pt x="659" y="1"/>
                  </a:moveTo>
                  <a:cubicBezTo>
                    <a:pt x="48" y="1"/>
                    <a:pt x="1" y="25"/>
                    <a:pt x="687" y="77"/>
                  </a:cubicBezTo>
                  <a:cubicBezTo>
                    <a:pt x="7029" y="537"/>
                    <a:pt x="32169" y="1959"/>
                    <a:pt x="37639" y="1959"/>
                  </a:cubicBezTo>
                  <a:cubicBezTo>
                    <a:pt x="38962" y="1959"/>
                    <a:pt x="39134" y="1876"/>
                    <a:pt x="37611" y="1675"/>
                  </a:cubicBezTo>
                  <a:cubicBezTo>
                    <a:pt x="33005" y="1032"/>
                    <a:pt x="4671" y="1"/>
                    <a:pt x="659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1831700" y="2580325"/>
              <a:ext cx="438125" cy="54225"/>
            </a:xfrm>
            <a:custGeom>
              <a:rect b="b" l="l" r="r" t="t"/>
              <a:pathLst>
                <a:path extrusionOk="0" h="2169" w="17525">
                  <a:moveTo>
                    <a:pt x="1416" y="0"/>
                  </a:moveTo>
                  <a:cubicBezTo>
                    <a:pt x="0" y="0"/>
                    <a:pt x="1463" y="356"/>
                    <a:pt x="9078" y="1299"/>
                  </a:cubicBezTo>
                  <a:cubicBezTo>
                    <a:pt x="14440" y="1988"/>
                    <a:pt x="15604" y="2168"/>
                    <a:pt x="16701" y="2168"/>
                  </a:cubicBezTo>
                  <a:cubicBezTo>
                    <a:pt x="16876" y="2168"/>
                    <a:pt x="17050" y="2163"/>
                    <a:pt x="17239" y="2156"/>
                  </a:cubicBezTo>
                  <a:cubicBezTo>
                    <a:pt x="17411" y="2156"/>
                    <a:pt x="17525" y="1870"/>
                    <a:pt x="17297" y="1813"/>
                  </a:cubicBezTo>
                  <a:lnTo>
                    <a:pt x="17297" y="1813"/>
                  </a:lnTo>
                  <a:lnTo>
                    <a:pt x="17297" y="1870"/>
                  </a:lnTo>
                  <a:cubicBezTo>
                    <a:pt x="14055" y="980"/>
                    <a:pt x="3767" y="0"/>
                    <a:pt x="1416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3"/>
            <p:cNvSpPr/>
            <p:nvPr/>
          </p:nvSpPr>
          <p:spPr>
            <a:xfrm>
              <a:off x="3270350" y="463800"/>
              <a:ext cx="163725" cy="2104450"/>
            </a:xfrm>
            <a:custGeom>
              <a:rect b="b" l="l" r="r" t="t"/>
              <a:pathLst>
                <a:path extrusionOk="0" h="84178" w="6549">
                  <a:moveTo>
                    <a:pt x="1387" y="0"/>
                  </a:moveTo>
                  <a:cubicBezTo>
                    <a:pt x="497" y="0"/>
                    <a:pt x="1" y="143"/>
                    <a:pt x="613" y="184"/>
                  </a:cubicBezTo>
                  <a:cubicBezTo>
                    <a:pt x="6548" y="469"/>
                    <a:pt x="5007" y="1953"/>
                    <a:pt x="4722" y="15022"/>
                  </a:cubicBezTo>
                  <a:cubicBezTo>
                    <a:pt x="4551" y="25181"/>
                    <a:pt x="3466" y="73234"/>
                    <a:pt x="3866" y="83792"/>
                  </a:cubicBezTo>
                  <a:cubicBezTo>
                    <a:pt x="3866" y="84049"/>
                    <a:pt x="4051" y="84177"/>
                    <a:pt x="4237" y="84177"/>
                  </a:cubicBezTo>
                  <a:cubicBezTo>
                    <a:pt x="4422" y="84177"/>
                    <a:pt x="4608" y="84049"/>
                    <a:pt x="4608" y="83792"/>
                  </a:cubicBezTo>
                  <a:cubicBezTo>
                    <a:pt x="4608" y="83735"/>
                    <a:pt x="5863" y="2923"/>
                    <a:pt x="5863" y="2809"/>
                  </a:cubicBezTo>
                  <a:cubicBezTo>
                    <a:pt x="5863" y="462"/>
                    <a:pt x="2988" y="0"/>
                    <a:pt x="1387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424075" y="797325"/>
              <a:ext cx="24275" cy="164950"/>
            </a:xfrm>
            <a:custGeom>
              <a:rect b="b" l="l" r="r" t="t"/>
              <a:pathLst>
                <a:path extrusionOk="0" h="6598" w="971">
                  <a:moveTo>
                    <a:pt x="776" y="1"/>
                  </a:moveTo>
                  <a:cubicBezTo>
                    <a:pt x="518" y="1"/>
                    <a:pt x="1" y="5735"/>
                    <a:pt x="266" y="6418"/>
                  </a:cubicBezTo>
                  <a:cubicBezTo>
                    <a:pt x="291" y="6492"/>
                    <a:pt x="401" y="6598"/>
                    <a:pt x="518" y="6598"/>
                  </a:cubicBezTo>
                  <a:cubicBezTo>
                    <a:pt x="671" y="6598"/>
                    <a:pt x="837" y="6414"/>
                    <a:pt x="837" y="5733"/>
                  </a:cubicBezTo>
                  <a:cubicBezTo>
                    <a:pt x="971" y="1453"/>
                    <a:pt x="906" y="1"/>
                    <a:pt x="7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3346300" y="1024275"/>
              <a:ext cx="24625" cy="281675"/>
            </a:xfrm>
            <a:custGeom>
              <a:rect b="b" l="l" r="r" t="t"/>
              <a:pathLst>
                <a:path extrusionOk="0" h="11267" w="985">
                  <a:moveTo>
                    <a:pt x="818" y="1"/>
                  </a:moveTo>
                  <a:cubicBezTo>
                    <a:pt x="576" y="1"/>
                    <a:pt x="0" y="9256"/>
                    <a:pt x="257" y="10695"/>
                  </a:cubicBezTo>
                  <a:cubicBezTo>
                    <a:pt x="328" y="11091"/>
                    <a:pt x="392" y="11267"/>
                    <a:pt x="451" y="11267"/>
                  </a:cubicBezTo>
                  <a:cubicBezTo>
                    <a:pt x="866" y="11267"/>
                    <a:pt x="985" y="2465"/>
                    <a:pt x="885" y="365"/>
                  </a:cubicBezTo>
                  <a:cubicBezTo>
                    <a:pt x="868" y="114"/>
                    <a:pt x="845" y="1"/>
                    <a:pt x="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315425" y="364350"/>
              <a:ext cx="3145625" cy="2299225"/>
            </a:xfrm>
            <a:custGeom>
              <a:rect b="b" l="l" r="r" t="t"/>
              <a:pathLst>
                <a:path extrusionOk="0" h="91969" w="125825">
                  <a:moveTo>
                    <a:pt x="5583" y="2850"/>
                  </a:moveTo>
                  <a:cubicBezTo>
                    <a:pt x="3871" y="12494"/>
                    <a:pt x="6382" y="13065"/>
                    <a:pt x="4099" y="35551"/>
                  </a:cubicBezTo>
                  <a:cubicBezTo>
                    <a:pt x="3985" y="36920"/>
                    <a:pt x="3871" y="38119"/>
                    <a:pt x="3813" y="39203"/>
                  </a:cubicBezTo>
                  <a:cubicBezTo>
                    <a:pt x="3985" y="20370"/>
                    <a:pt x="4156" y="3249"/>
                    <a:pt x="5583" y="2850"/>
                  </a:cubicBezTo>
                  <a:close/>
                  <a:moveTo>
                    <a:pt x="15968" y="1147"/>
                  </a:moveTo>
                  <a:lnTo>
                    <a:pt x="15968" y="1147"/>
                  </a:lnTo>
                  <a:cubicBezTo>
                    <a:pt x="14600" y="13755"/>
                    <a:pt x="14485" y="24547"/>
                    <a:pt x="13344" y="67738"/>
                  </a:cubicBezTo>
                  <a:cubicBezTo>
                    <a:pt x="12881" y="84378"/>
                    <a:pt x="13283" y="85697"/>
                    <a:pt x="11922" y="85697"/>
                  </a:cubicBezTo>
                  <a:cubicBezTo>
                    <a:pt x="11665" y="85697"/>
                    <a:pt x="11347" y="85650"/>
                    <a:pt x="10948" y="85650"/>
                  </a:cubicBezTo>
                  <a:cubicBezTo>
                    <a:pt x="10857" y="85650"/>
                    <a:pt x="10761" y="85652"/>
                    <a:pt x="10662" y="85658"/>
                  </a:cubicBezTo>
                  <a:cubicBezTo>
                    <a:pt x="12488" y="69336"/>
                    <a:pt x="11461" y="53014"/>
                    <a:pt x="12146" y="36692"/>
                  </a:cubicBezTo>
                  <a:cubicBezTo>
                    <a:pt x="12659" y="24764"/>
                    <a:pt x="14200" y="12380"/>
                    <a:pt x="13687" y="1651"/>
                  </a:cubicBezTo>
                  <a:cubicBezTo>
                    <a:pt x="15464" y="1429"/>
                    <a:pt x="15944" y="1261"/>
                    <a:pt x="15968" y="1147"/>
                  </a:cubicBezTo>
                  <a:close/>
                  <a:moveTo>
                    <a:pt x="12872" y="1601"/>
                  </a:moveTo>
                  <a:cubicBezTo>
                    <a:pt x="13921" y="1601"/>
                    <a:pt x="13147" y="5802"/>
                    <a:pt x="11689" y="34695"/>
                  </a:cubicBezTo>
                  <a:cubicBezTo>
                    <a:pt x="10947" y="49932"/>
                    <a:pt x="11803" y="85658"/>
                    <a:pt x="9520" y="85658"/>
                  </a:cubicBezTo>
                  <a:cubicBezTo>
                    <a:pt x="9603" y="63452"/>
                    <a:pt x="9656" y="38779"/>
                    <a:pt x="9570" y="38779"/>
                  </a:cubicBezTo>
                  <a:cubicBezTo>
                    <a:pt x="9537" y="38779"/>
                    <a:pt x="9485" y="42296"/>
                    <a:pt x="9406" y="50788"/>
                  </a:cubicBezTo>
                  <a:cubicBezTo>
                    <a:pt x="9067" y="84545"/>
                    <a:pt x="9756" y="85832"/>
                    <a:pt x="8228" y="85832"/>
                  </a:cubicBezTo>
                  <a:cubicBezTo>
                    <a:pt x="8102" y="85832"/>
                    <a:pt x="7961" y="85824"/>
                    <a:pt x="7802" y="85824"/>
                  </a:cubicBezTo>
                  <a:cubicBezTo>
                    <a:pt x="7619" y="85824"/>
                    <a:pt x="7413" y="85835"/>
                    <a:pt x="7181" y="85887"/>
                  </a:cubicBezTo>
                  <a:lnTo>
                    <a:pt x="7181" y="85887"/>
                  </a:lnTo>
                  <a:cubicBezTo>
                    <a:pt x="7593" y="74803"/>
                    <a:pt x="7866" y="61438"/>
                    <a:pt x="7746" y="61438"/>
                  </a:cubicBezTo>
                  <a:cubicBezTo>
                    <a:pt x="7734" y="61438"/>
                    <a:pt x="7716" y="61591"/>
                    <a:pt x="7694" y="61917"/>
                  </a:cubicBezTo>
                  <a:cubicBezTo>
                    <a:pt x="5982" y="88283"/>
                    <a:pt x="7580" y="85658"/>
                    <a:pt x="5982" y="86172"/>
                  </a:cubicBezTo>
                  <a:cubicBezTo>
                    <a:pt x="4898" y="73674"/>
                    <a:pt x="7409" y="60604"/>
                    <a:pt x="7637" y="21283"/>
                  </a:cubicBezTo>
                  <a:cubicBezTo>
                    <a:pt x="7714" y="8046"/>
                    <a:pt x="7995" y="2539"/>
                    <a:pt x="8258" y="2539"/>
                  </a:cubicBezTo>
                  <a:cubicBezTo>
                    <a:pt x="8780" y="2539"/>
                    <a:pt x="9232" y="24304"/>
                    <a:pt x="7865" y="50389"/>
                  </a:cubicBezTo>
                  <a:cubicBezTo>
                    <a:pt x="7633" y="54606"/>
                    <a:pt x="7594" y="56480"/>
                    <a:pt x="7665" y="56480"/>
                  </a:cubicBezTo>
                  <a:cubicBezTo>
                    <a:pt x="7892" y="56480"/>
                    <a:pt x="9238" y="37516"/>
                    <a:pt x="9064" y="14720"/>
                  </a:cubicBezTo>
                  <a:cubicBezTo>
                    <a:pt x="8950" y="224"/>
                    <a:pt x="7923" y="3192"/>
                    <a:pt x="11004" y="2279"/>
                  </a:cubicBezTo>
                  <a:lnTo>
                    <a:pt x="11004" y="2279"/>
                  </a:lnTo>
                  <a:cubicBezTo>
                    <a:pt x="11061" y="9812"/>
                    <a:pt x="10833" y="17288"/>
                    <a:pt x="10719" y="24764"/>
                  </a:cubicBezTo>
                  <a:cubicBezTo>
                    <a:pt x="10581" y="30466"/>
                    <a:pt x="10594" y="32835"/>
                    <a:pt x="10681" y="32835"/>
                  </a:cubicBezTo>
                  <a:cubicBezTo>
                    <a:pt x="10882" y="32835"/>
                    <a:pt x="11478" y="20158"/>
                    <a:pt x="11518" y="6730"/>
                  </a:cubicBezTo>
                  <a:cubicBezTo>
                    <a:pt x="11518" y="6445"/>
                    <a:pt x="11347" y="2222"/>
                    <a:pt x="11461" y="2165"/>
                  </a:cubicBezTo>
                  <a:cubicBezTo>
                    <a:pt x="12105" y="1958"/>
                    <a:pt x="12567" y="1601"/>
                    <a:pt x="12872" y="1601"/>
                  </a:cubicBezTo>
                  <a:close/>
                  <a:moveTo>
                    <a:pt x="30436" y="85943"/>
                  </a:moveTo>
                  <a:cubicBezTo>
                    <a:pt x="42329" y="85943"/>
                    <a:pt x="53215" y="87305"/>
                    <a:pt x="47354" y="87305"/>
                  </a:cubicBezTo>
                  <a:cubicBezTo>
                    <a:pt x="46732" y="87305"/>
                    <a:pt x="45922" y="87290"/>
                    <a:pt x="44904" y="87256"/>
                  </a:cubicBezTo>
                  <a:cubicBezTo>
                    <a:pt x="22932" y="86514"/>
                    <a:pt x="25386" y="86571"/>
                    <a:pt x="19165" y="86457"/>
                  </a:cubicBezTo>
                  <a:cubicBezTo>
                    <a:pt x="22677" y="86084"/>
                    <a:pt x="26609" y="85943"/>
                    <a:pt x="30436" y="85943"/>
                  </a:cubicBezTo>
                  <a:close/>
                  <a:moveTo>
                    <a:pt x="16711" y="681"/>
                  </a:moveTo>
                  <a:cubicBezTo>
                    <a:pt x="31523" y="2389"/>
                    <a:pt x="40091" y="2729"/>
                    <a:pt x="44875" y="2729"/>
                  </a:cubicBezTo>
                  <a:cubicBezTo>
                    <a:pt x="48046" y="2729"/>
                    <a:pt x="49555" y="2580"/>
                    <a:pt x="50118" y="2580"/>
                  </a:cubicBezTo>
                  <a:cubicBezTo>
                    <a:pt x="50352" y="2580"/>
                    <a:pt x="50423" y="2605"/>
                    <a:pt x="50383" y="2678"/>
                  </a:cubicBezTo>
                  <a:cubicBezTo>
                    <a:pt x="50440" y="2678"/>
                    <a:pt x="50440" y="2621"/>
                    <a:pt x="50440" y="2621"/>
                  </a:cubicBezTo>
                  <a:cubicBezTo>
                    <a:pt x="50896" y="2621"/>
                    <a:pt x="51353" y="2621"/>
                    <a:pt x="51752" y="2678"/>
                  </a:cubicBezTo>
                  <a:cubicBezTo>
                    <a:pt x="52095" y="2678"/>
                    <a:pt x="52323" y="2735"/>
                    <a:pt x="52608" y="2792"/>
                  </a:cubicBezTo>
                  <a:cubicBezTo>
                    <a:pt x="52736" y="2786"/>
                    <a:pt x="52866" y="2783"/>
                    <a:pt x="52997" y="2783"/>
                  </a:cubicBezTo>
                  <a:cubicBezTo>
                    <a:pt x="54089" y="2783"/>
                    <a:pt x="55278" y="2982"/>
                    <a:pt x="56603" y="3135"/>
                  </a:cubicBezTo>
                  <a:cubicBezTo>
                    <a:pt x="56660" y="3135"/>
                    <a:pt x="56775" y="3078"/>
                    <a:pt x="56832" y="3078"/>
                  </a:cubicBezTo>
                  <a:cubicBezTo>
                    <a:pt x="57117" y="3021"/>
                    <a:pt x="57345" y="3021"/>
                    <a:pt x="57574" y="3021"/>
                  </a:cubicBezTo>
                  <a:lnTo>
                    <a:pt x="58201" y="3021"/>
                  </a:lnTo>
                  <a:cubicBezTo>
                    <a:pt x="58544" y="2915"/>
                    <a:pt x="59131" y="2874"/>
                    <a:pt x="59841" y="2874"/>
                  </a:cubicBezTo>
                  <a:cubicBezTo>
                    <a:pt x="62199" y="2874"/>
                    <a:pt x="65906" y="3332"/>
                    <a:pt x="66476" y="3420"/>
                  </a:cubicBezTo>
                  <a:cubicBezTo>
                    <a:pt x="62653" y="59121"/>
                    <a:pt x="64308" y="86743"/>
                    <a:pt x="63223" y="87085"/>
                  </a:cubicBezTo>
                  <a:cubicBezTo>
                    <a:pt x="61627" y="87595"/>
                    <a:pt x="60021" y="87792"/>
                    <a:pt x="58352" y="87792"/>
                  </a:cubicBezTo>
                  <a:cubicBezTo>
                    <a:pt x="54234" y="87792"/>
                    <a:pt x="49733" y="86593"/>
                    <a:pt x="44048" y="85944"/>
                  </a:cubicBezTo>
                  <a:cubicBezTo>
                    <a:pt x="39674" y="85423"/>
                    <a:pt x="35378" y="85177"/>
                    <a:pt x="31136" y="85177"/>
                  </a:cubicBezTo>
                  <a:cubicBezTo>
                    <a:pt x="25139" y="85177"/>
                    <a:pt x="19251" y="85669"/>
                    <a:pt x="13401" y="86571"/>
                  </a:cubicBezTo>
                  <a:cubicBezTo>
                    <a:pt x="15113" y="23052"/>
                    <a:pt x="15228" y="13750"/>
                    <a:pt x="16711" y="681"/>
                  </a:cubicBezTo>
                  <a:close/>
                  <a:moveTo>
                    <a:pt x="116617" y="4343"/>
                  </a:moveTo>
                  <a:cubicBezTo>
                    <a:pt x="116780" y="4343"/>
                    <a:pt x="117008" y="4511"/>
                    <a:pt x="117326" y="4562"/>
                  </a:cubicBezTo>
                  <a:lnTo>
                    <a:pt x="117269" y="4562"/>
                  </a:lnTo>
                  <a:cubicBezTo>
                    <a:pt x="118239" y="20770"/>
                    <a:pt x="118125" y="17174"/>
                    <a:pt x="117383" y="40173"/>
                  </a:cubicBezTo>
                  <a:cubicBezTo>
                    <a:pt x="117111" y="48041"/>
                    <a:pt x="117072" y="51204"/>
                    <a:pt x="117151" y="51204"/>
                  </a:cubicBezTo>
                  <a:lnTo>
                    <a:pt x="117151" y="51204"/>
                  </a:lnTo>
                  <a:cubicBezTo>
                    <a:pt x="117401" y="51204"/>
                    <a:pt x="118842" y="18960"/>
                    <a:pt x="117668" y="4619"/>
                  </a:cubicBezTo>
                  <a:lnTo>
                    <a:pt x="117668" y="4619"/>
                  </a:lnTo>
                  <a:cubicBezTo>
                    <a:pt x="120408" y="5075"/>
                    <a:pt x="119723" y="3306"/>
                    <a:pt x="119894" y="13807"/>
                  </a:cubicBezTo>
                  <a:cubicBezTo>
                    <a:pt x="120000" y="19015"/>
                    <a:pt x="120151" y="22596"/>
                    <a:pt x="120249" y="22596"/>
                  </a:cubicBezTo>
                  <a:cubicBezTo>
                    <a:pt x="120310" y="22596"/>
                    <a:pt x="120351" y="21260"/>
                    <a:pt x="120351" y="18144"/>
                  </a:cubicBezTo>
                  <a:cubicBezTo>
                    <a:pt x="120304" y="6309"/>
                    <a:pt x="119759" y="4980"/>
                    <a:pt x="120444" y="4980"/>
                  </a:cubicBezTo>
                  <a:cubicBezTo>
                    <a:pt x="120594" y="4980"/>
                    <a:pt x="120804" y="5044"/>
                    <a:pt x="121093" y="5075"/>
                  </a:cubicBezTo>
                  <a:cubicBezTo>
                    <a:pt x="120783" y="8207"/>
                    <a:pt x="121137" y="12772"/>
                    <a:pt x="121367" y="12772"/>
                  </a:cubicBezTo>
                  <a:cubicBezTo>
                    <a:pt x="121519" y="12772"/>
                    <a:pt x="121616" y="10795"/>
                    <a:pt x="121435" y="5132"/>
                  </a:cubicBezTo>
                  <a:lnTo>
                    <a:pt x="121435" y="5132"/>
                  </a:lnTo>
                  <a:cubicBezTo>
                    <a:pt x="123489" y="5589"/>
                    <a:pt x="121663" y="44625"/>
                    <a:pt x="121378" y="69450"/>
                  </a:cubicBezTo>
                  <a:cubicBezTo>
                    <a:pt x="121101" y="87668"/>
                    <a:pt x="121831" y="89337"/>
                    <a:pt x="120826" y="89337"/>
                  </a:cubicBezTo>
                  <a:cubicBezTo>
                    <a:pt x="120600" y="89337"/>
                    <a:pt x="120288" y="89253"/>
                    <a:pt x="119856" y="89253"/>
                  </a:cubicBezTo>
                  <a:cubicBezTo>
                    <a:pt x="119831" y="89253"/>
                    <a:pt x="119806" y="89253"/>
                    <a:pt x="119780" y="89254"/>
                  </a:cubicBezTo>
                  <a:cubicBezTo>
                    <a:pt x="118810" y="62488"/>
                    <a:pt x="121492" y="55468"/>
                    <a:pt x="120807" y="38233"/>
                  </a:cubicBezTo>
                  <a:cubicBezTo>
                    <a:pt x="120522" y="31327"/>
                    <a:pt x="120522" y="30757"/>
                    <a:pt x="121150" y="23851"/>
                  </a:cubicBezTo>
                  <a:cubicBezTo>
                    <a:pt x="121162" y="23709"/>
                    <a:pt x="121158" y="23639"/>
                    <a:pt x="121142" y="23639"/>
                  </a:cubicBezTo>
                  <a:cubicBezTo>
                    <a:pt x="121011" y="23639"/>
                    <a:pt x="120045" y="28384"/>
                    <a:pt x="120351" y="36578"/>
                  </a:cubicBezTo>
                  <a:cubicBezTo>
                    <a:pt x="121035" y="55582"/>
                    <a:pt x="119152" y="61346"/>
                    <a:pt x="119095" y="74986"/>
                  </a:cubicBezTo>
                  <a:cubicBezTo>
                    <a:pt x="119005" y="87659"/>
                    <a:pt x="119984" y="89390"/>
                    <a:pt x="118793" y="89390"/>
                  </a:cubicBezTo>
                  <a:cubicBezTo>
                    <a:pt x="118477" y="89390"/>
                    <a:pt x="118008" y="89268"/>
                    <a:pt x="117326" y="89197"/>
                  </a:cubicBezTo>
                  <a:cubicBezTo>
                    <a:pt x="117932" y="59100"/>
                    <a:pt x="117662" y="56083"/>
                    <a:pt x="117543" y="56083"/>
                  </a:cubicBezTo>
                  <a:cubicBezTo>
                    <a:pt x="117516" y="56083"/>
                    <a:pt x="117497" y="56236"/>
                    <a:pt x="117497" y="56267"/>
                  </a:cubicBezTo>
                  <a:cubicBezTo>
                    <a:pt x="116847" y="85769"/>
                    <a:pt x="117369" y="89174"/>
                    <a:pt x="116354" y="89174"/>
                  </a:cubicBezTo>
                  <a:cubicBezTo>
                    <a:pt x="116122" y="89174"/>
                    <a:pt x="115810" y="88996"/>
                    <a:pt x="115386" y="88911"/>
                  </a:cubicBezTo>
                  <a:cubicBezTo>
                    <a:pt x="115271" y="88854"/>
                    <a:pt x="115785" y="42114"/>
                    <a:pt x="116070" y="22425"/>
                  </a:cubicBezTo>
                  <a:cubicBezTo>
                    <a:pt x="116248" y="6374"/>
                    <a:pt x="116046" y="4343"/>
                    <a:pt x="116617" y="4343"/>
                  </a:cubicBezTo>
                  <a:close/>
                  <a:moveTo>
                    <a:pt x="84090" y="2710"/>
                  </a:moveTo>
                  <a:cubicBezTo>
                    <a:pt x="85243" y="2710"/>
                    <a:pt x="86484" y="2718"/>
                    <a:pt x="87821" y="2735"/>
                  </a:cubicBezTo>
                  <a:cubicBezTo>
                    <a:pt x="103629" y="2964"/>
                    <a:pt x="115785" y="3363"/>
                    <a:pt x="115785" y="3477"/>
                  </a:cubicBezTo>
                  <a:cubicBezTo>
                    <a:pt x="114929" y="65684"/>
                    <a:pt x="114986" y="57466"/>
                    <a:pt x="114529" y="89596"/>
                  </a:cubicBezTo>
                  <a:cubicBezTo>
                    <a:pt x="111591" y="89664"/>
                    <a:pt x="108676" y="89697"/>
                    <a:pt x="105784" y="89697"/>
                  </a:cubicBezTo>
                  <a:cubicBezTo>
                    <a:pt x="91604" y="89697"/>
                    <a:pt x="77961" y="88897"/>
                    <a:pt x="64593" y="87427"/>
                  </a:cubicBezTo>
                  <a:cubicBezTo>
                    <a:pt x="64650" y="55069"/>
                    <a:pt x="65620" y="30186"/>
                    <a:pt x="67161" y="3420"/>
                  </a:cubicBezTo>
                  <a:cubicBezTo>
                    <a:pt x="67487" y="3500"/>
                    <a:pt x="67781" y="3533"/>
                    <a:pt x="68110" y="3533"/>
                  </a:cubicBezTo>
                  <a:cubicBezTo>
                    <a:pt x="69749" y="3533"/>
                    <a:pt x="72266" y="2710"/>
                    <a:pt x="84090" y="2710"/>
                  </a:cubicBezTo>
                  <a:close/>
                  <a:moveTo>
                    <a:pt x="16530" y="1"/>
                  </a:moveTo>
                  <a:cubicBezTo>
                    <a:pt x="16167" y="1"/>
                    <a:pt x="16107" y="85"/>
                    <a:pt x="16084" y="281"/>
                  </a:cubicBezTo>
                  <a:cubicBezTo>
                    <a:pt x="16026" y="567"/>
                    <a:pt x="16026" y="852"/>
                    <a:pt x="15969" y="1137"/>
                  </a:cubicBezTo>
                  <a:cubicBezTo>
                    <a:pt x="15969" y="1080"/>
                    <a:pt x="15855" y="1080"/>
                    <a:pt x="15798" y="1080"/>
                  </a:cubicBezTo>
                  <a:cubicBezTo>
                    <a:pt x="15635" y="1080"/>
                    <a:pt x="8862" y="207"/>
                    <a:pt x="4985" y="207"/>
                  </a:cubicBezTo>
                  <a:cubicBezTo>
                    <a:pt x="3434" y="207"/>
                    <a:pt x="2346" y="347"/>
                    <a:pt x="2330" y="738"/>
                  </a:cubicBezTo>
                  <a:cubicBezTo>
                    <a:pt x="1474" y="29844"/>
                    <a:pt x="732" y="58436"/>
                    <a:pt x="47" y="87199"/>
                  </a:cubicBezTo>
                  <a:cubicBezTo>
                    <a:pt x="1" y="88724"/>
                    <a:pt x="81376" y="91969"/>
                    <a:pt x="112437" y="91969"/>
                  </a:cubicBezTo>
                  <a:cubicBezTo>
                    <a:pt x="119744" y="91969"/>
                    <a:pt x="124267" y="91789"/>
                    <a:pt x="124288" y="91365"/>
                  </a:cubicBezTo>
                  <a:cubicBezTo>
                    <a:pt x="125316" y="57637"/>
                    <a:pt x="125715" y="24023"/>
                    <a:pt x="125658" y="2850"/>
                  </a:cubicBezTo>
                  <a:cubicBezTo>
                    <a:pt x="125658" y="2622"/>
                    <a:pt x="125824" y="2561"/>
                    <a:pt x="124165" y="2561"/>
                  </a:cubicBezTo>
                  <a:cubicBezTo>
                    <a:pt x="122905" y="2561"/>
                    <a:pt x="120593" y="2597"/>
                    <a:pt x="116356" y="2621"/>
                  </a:cubicBezTo>
                  <a:cubicBezTo>
                    <a:pt x="116070" y="2621"/>
                    <a:pt x="116070" y="2964"/>
                    <a:pt x="116299" y="2964"/>
                  </a:cubicBezTo>
                  <a:cubicBezTo>
                    <a:pt x="119266" y="3021"/>
                    <a:pt x="122234" y="3021"/>
                    <a:pt x="125145" y="3078"/>
                  </a:cubicBezTo>
                  <a:cubicBezTo>
                    <a:pt x="124973" y="43712"/>
                    <a:pt x="124517" y="66996"/>
                    <a:pt x="123775" y="91080"/>
                  </a:cubicBezTo>
                  <a:cubicBezTo>
                    <a:pt x="120679" y="91189"/>
                    <a:pt x="116453" y="91243"/>
                    <a:pt x="111376" y="91243"/>
                  </a:cubicBezTo>
                  <a:cubicBezTo>
                    <a:pt x="84633" y="91243"/>
                    <a:pt x="34249" y="89744"/>
                    <a:pt x="675" y="86914"/>
                  </a:cubicBezTo>
                  <a:cubicBezTo>
                    <a:pt x="1359" y="57922"/>
                    <a:pt x="2101" y="29558"/>
                    <a:pt x="2957" y="1023"/>
                  </a:cubicBezTo>
                  <a:cubicBezTo>
                    <a:pt x="4275" y="912"/>
                    <a:pt x="5592" y="852"/>
                    <a:pt x="6905" y="852"/>
                  </a:cubicBezTo>
                  <a:cubicBezTo>
                    <a:pt x="8950" y="852"/>
                    <a:pt x="10986" y="996"/>
                    <a:pt x="13002" y="1309"/>
                  </a:cubicBezTo>
                  <a:cubicBezTo>
                    <a:pt x="8950" y="2964"/>
                    <a:pt x="7181" y="2108"/>
                    <a:pt x="7181" y="2678"/>
                  </a:cubicBezTo>
                  <a:cubicBezTo>
                    <a:pt x="7808" y="52215"/>
                    <a:pt x="4441" y="72475"/>
                    <a:pt x="5583" y="85887"/>
                  </a:cubicBezTo>
                  <a:lnTo>
                    <a:pt x="5583" y="85887"/>
                  </a:lnTo>
                  <a:cubicBezTo>
                    <a:pt x="5531" y="85868"/>
                    <a:pt x="5481" y="85861"/>
                    <a:pt x="5433" y="85861"/>
                  </a:cubicBezTo>
                  <a:cubicBezTo>
                    <a:pt x="5266" y="85861"/>
                    <a:pt x="5124" y="85950"/>
                    <a:pt x="5008" y="85950"/>
                  </a:cubicBezTo>
                  <a:cubicBezTo>
                    <a:pt x="4253" y="85950"/>
                    <a:pt x="4653" y="82116"/>
                    <a:pt x="6610" y="24137"/>
                  </a:cubicBezTo>
                  <a:cubicBezTo>
                    <a:pt x="6610" y="24065"/>
                    <a:pt x="6560" y="24033"/>
                    <a:pt x="6502" y="24033"/>
                  </a:cubicBezTo>
                  <a:cubicBezTo>
                    <a:pt x="6421" y="24033"/>
                    <a:pt x="6325" y="24094"/>
                    <a:pt x="6325" y="24194"/>
                  </a:cubicBezTo>
                  <a:cubicBezTo>
                    <a:pt x="2283" y="81034"/>
                    <a:pt x="5934" y="85674"/>
                    <a:pt x="3736" y="85674"/>
                  </a:cubicBezTo>
                  <a:cubicBezTo>
                    <a:pt x="3451" y="85674"/>
                    <a:pt x="3069" y="85596"/>
                    <a:pt x="2558" y="85544"/>
                  </a:cubicBezTo>
                  <a:cubicBezTo>
                    <a:pt x="3585" y="78867"/>
                    <a:pt x="3699" y="60604"/>
                    <a:pt x="3813" y="42970"/>
                  </a:cubicBezTo>
                  <a:cubicBezTo>
                    <a:pt x="3939" y="44679"/>
                    <a:pt x="4186" y="45323"/>
                    <a:pt x="4309" y="45323"/>
                  </a:cubicBezTo>
                  <a:cubicBezTo>
                    <a:pt x="4355" y="45323"/>
                    <a:pt x="4384" y="45235"/>
                    <a:pt x="4384" y="45081"/>
                  </a:cubicBezTo>
                  <a:cubicBezTo>
                    <a:pt x="4670" y="28816"/>
                    <a:pt x="4898" y="36692"/>
                    <a:pt x="5526" y="27960"/>
                  </a:cubicBezTo>
                  <a:cubicBezTo>
                    <a:pt x="6210" y="19343"/>
                    <a:pt x="4670" y="12209"/>
                    <a:pt x="5811" y="2792"/>
                  </a:cubicBezTo>
                  <a:cubicBezTo>
                    <a:pt x="7909" y="2302"/>
                    <a:pt x="7926" y="2085"/>
                    <a:pt x="7271" y="2085"/>
                  </a:cubicBezTo>
                  <a:cubicBezTo>
                    <a:pt x="6554" y="2085"/>
                    <a:pt x="5033" y="2345"/>
                    <a:pt x="4555" y="2792"/>
                  </a:cubicBezTo>
                  <a:cubicBezTo>
                    <a:pt x="3928" y="3420"/>
                    <a:pt x="2843" y="31955"/>
                    <a:pt x="3129" y="66996"/>
                  </a:cubicBezTo>
                  <a:cubicBezTo>
                    <a:pt x="3243" y="84060"/>
                    <a:pt x="1531" y="85944"/>
                    <a:pt x="2273" y="86001"/>
                  </a:cubicBezTo>
                  <a:cubicBezTo>
                    <a:pt x="4704" y="86244"/>
                    <a:pt x="5294" y="86314"/>
                    <a:pt x="5472" y="86314"/>
                  </a:cubicBezTo>
                  <a:cubicBezTo>
                    <a:pt x="5545" y="86314"/>
                    <a:pt x="5550" y="86303"/>
                    <a:pt x="5583" y="86286"/>
                  </a:cubicBezTo>
                  <a:cubicBezTo>
                    <a:pt x="5633" y="86386"/>
                    <a:pt x="5595" y="86706"/>
                    <a:pt x="5816" y="86706"/>
                  </a:cubicBezTo>
                  <a:cubicBezTo>
                    <a:pt x="5847" y="86706"/>
                    <a:pt x="5883" y="86700"/>
                    <a:pt x="5925" y="86685"/>
                  </a:cubicBezTo>
                  <a:cubicBezTo>
                    <a:pt x="7211" y="86213"/>
                    <a:pt x="7978" y="86091"/>
                    <a:pt x="8564" y="86091"/>
                  </a:cubicBezTo>
                  <a:cubicBezTo>
                    <a:pt x="9196" y="86091"/>
                    <a:pt x="9618" y="86233"/>
                    <a:pt x="10254" y="86233"/>
                  </a:cubicBezTo>
                  <a:cubicBezTo>
                    <a:pt x="10312" y="86233"/>
                    <a:pt x="10372" y="86232"/>
                    <a:pt x="10434" y="86229"/>
                  </a:cubicBezTo>
                  <a:cubicBezTo>
                    <a:pt x="11575" y="86138"/>
                    <a:pt x="12187" y="86046"/>
                    <a:pt x="12510" y="86046"/>
                  </a:cubicBezTo>
                  <a:cubicBezTo>
                    <a:pt x="12995" y="86046"/>
                    <a:pt x="12831" y="86252"/>
                    <a:pt x="12831" y="86971"/>
                  </a:cubicBezTo>
                  <a:cubicBezTo>
                    <a:pt x="12831" y="87161"/>
                    <a:pt x="12862" y="87242"/>
                    <a:pt x="13113" y="87242"/>
                  </a:cubicBezTo>
                  <a:cubicBezTo>
                    <a:pt x="13540" y="87242"/>
                    <a:pt x="14602" y="87009"/>
                    <a:pt x="17225" y="86685"/>
                  </a:cubicBezTo>
                  <a:cubicBezTo>
                    <a:pt x="19394" y="86914"/>
                    <a:pt x="52437" y="87998"/>
                    <a:pt x="53293" y="87998"/>
                  </a:cubicBezTo>
                  <a:cubicBezTo>
                    <a:pt x="55556" y="88342"/>
                    <a:pt x="57333" y="88466"/>
                    <a:pt x="58726" y="88466"/>
                  </a:cubicBezTo>
                  <a:cubicBezTo>
                    <a:pt x="62392" y="88466"/>
                    <a:pt x="63400" y="87604"/>
                    <a:pt x="63587" y="87604"/>
                  </a:cubicBezTo>
                  <a:cubicBezTo>
                    <a:pt x="63613" y="87604"/>
                    <a:pt x="63623" y="87620"/>
                    <a:pt x="63623" y="87656"/>
                  </a:cubicBezTo>
                  <a:cubicBezTo>
                    <a:pt x="63623" y="89831"/>
                    <a:pt x="94448" y="90450"/>
                    <a:pt x="108946" y="90450"/>
                  </a:cubicBezTo>
                  <a:cubicBezTo>
                    <a:pt x="111567" y="90450"/>
                    <a:pt x="113654" y="90430"/>
                    <a:pt x="114929" y="90395"/>
                  </a:cubicBezTo>
                  <a:cubicBezTo>
                    <a:pt x="115386" y="90395"/>
                    <a:pt x="115328" y="89824"/>
                    <a:pt x="115328" y="89368"/>
                  </a:cubicBezTo>
                  <a:lnTo>
                    <a:pt x="115328" y="89368"/>
                  </a:lnTo>
                  <a:cubicBezTo>
                    <a:pt x="116251" y="89565"/>
                    <a:pt x="118277" y="89763"/>
                    <a:pt x="119825" y="89763"/>
                  </a:cubicBezTo>
                  <a:cubicBezTo>
                    <a:pt x="120958" y="89763"/>
                    <a:pt x="121834" y="89657"/>
                    <a:pt x="121834" y="89368"/>
                  </a:cubicBezTo>
                  <a:cubicBezTo>
                    <a:pt x="121378" y="67567"/>
                    <a:pt x="123547" y="7472"/>
                    <a:pt x="122633" y="5361"/>
                  </a:cubicBezTo>
                  <a:cubicBezTo>
                    <a:pt x="122405" y="4847"/>
                    <a:pt x="121892" y="4904"/>
                    <a:pt x="121435" y="4790"/>
                  </a:cubicBezTo>
                  <a:cubicBezTo>
                    <a:pt x="121406" y="4733"/>
                    <a:pt x="121349" y="4704"/>
                    <a:pt x="121292" y="4704"/>
                  </a:cubicBezTo>
                  <a:cubicBezTo>
                    <a:pt x="121235" y="4704"/>
                    <a:pt x="121178" y="4733"/>
                    <a:pt x="121150" y="4790"/>
                  </a:cubicBezTo>
                  <a:cubicBezTo>
                    <a:pt x="115443" y="3991"/>
                    <a:pt x="116299" y="4447"/>
                    <a:pt x="116299" y="3249"/>
                  </a:cubicBezTo>
                  <a:cubicBezTo>
                    <a:pt x="116299" y="2742"/>
                    <a:pt x="98755" y="2188"/>
                    <a:pt x="84374" y="2188"/>
                  </a:cubicBezTo>
                  <a:cubicBezTo>
                    <a:pt x="76113" y="2188"/>
                    <a:pt x="68896" y="2371"/>
                    <a:pt x="66648" y="2850"/>
                  </a:cubicBezTo>
                  <a:cubicBezTo>
                    <a:pt x="65512" y="2483"/>
                    <a:pt x="62685" y="2376"/>
                    <a:pt x="60473" y="2376"/>
                  </a:cubicBezTo>
                  <a:cubicBezTo>
                    <a:pt x="59238" y="2376"/>
                    <a:pt x="58195" y="2409"/>
                    <a:pt x="57745" y="2450"/>
                  </a:cubicBezTo>
                  <a:cubicBezTo>
                    <a:pt x="54599" y="2170"/>
                    <a:pt x="53251" y="1998"/>
                    <a:pt x="52430" y="1998"/>
                  </a:cubicBezTo>
                  <a:cubicBezTo>
                    <a:pt x="51911" y="1998"/>
                    <a:pt x="51602" y="2067"/>
                    <a:pt x="51182" y="2222"/>
                  </a:cubicBezTo>
                  <a:cubicBezTo>
                    <a:pt x="24091" y="1311"/>
                    <a:pt x="17960" y="1"/>
                    <a:pt x="16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3272550" y="1296350"/>
              <a:ext cx="34525" cy="637975"/>
            </a:xfrm>
            <a:custGeom>
              <a:rect b="b" l="l" r="r" t="t"/>
              <a:pathLst>
                <a:path extrusionOk="0" h="25519" w="1381">
                  <a:moveTo>
                    <a:pt x="835" y="1"/>
                  </a:moveTo>
                  <a:cubicBezTo>
                    <a:pt x="819" y="1"/>
                    <a:pt x="810" y="67"/>
                    <a:pt x="810" y="154"/>
                  </a:cubicBezTo>
                  <a:cubicBezTo>
                    <a:pt x="468" y="14079"/>
                    <a:pt x="1381" y="10141"/>
                    <a:pt x="11" y="25322"/>
                  </a:cubicBezTo>
                  <a:cubicBezTo>
                    <a:pt x="0" y="25421"/>
                    <a:pt x="32" y="25519"/>
                    <a:pt x="91" y="25519"/>
                  </a:cubicBezTo>
                  <a:cubicBezTo>
                    <a:pt x="337" y="25519"/>
                    <a:pt x="1060" y="23829"/>
                    <a:pt x="1153" y="13565"/>
                  </a:cubicBezTo>
                  <a:cubicBezTo>
                    <a:pt x="1201" y="2016"/>
                    <a:pt x="922" y="1"/>
                    <a:pt x="835" y="1"/>
                  </a:cubicBezTo>
                  <a:close/>
                </a:path>
              </a:pathLst>
            </a:custGeom>
            <a:solidFill>
              <a:srgbClr val="7258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" name="Google Shape;159;p13"/>
          <p:cNvSpPr txBox="1"/>
          <p:nvPr>
            <p:ph type="title"/>
          </p:nvPr>
        </p:nvSpPr>
        <p:spPr>
          <a:xfrm>
            <a:off x="1726900" y="1605007"/>
            <a:ext cx="2305500" cy="158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0" name="Google Shape;160;p13"/>
          <p:cNvSpPr txBox="1"/>
          <p:nvPr>
            <p:ph idx="1" type="subTitle"/>
          </p:nvPr>
        </p:nvSpPr>
        <p:spPr>
          <a:xfrm>
            <a:off x="5743775" y="1500675"/>
            <a:ext cx="23055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3"/>
          <p:cNvSpPr txBox="1"/>
          <p:nvPr>
            <p:ph hasCustomPrompt="1" idx="2" type="title"/>
          </p:nvPr>
        </p:nvSpPr>
        <p:spPr>
          <a:xfrm>
            <a:off x="5009077" y="1400875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i="1" sz="3000"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2" name="Google Shape;162;p13"/>
          <p:cNvSpPr txBox="1"/>
          <p:nvPr>
            <p:ph idx="3" type="subTitle"/>
          </p:nvPr>
        </p:nvSpPr>
        <p:spPr>
          <a:xfrm>
            <a:off x="5743775" y="1260661"/>
            <a:ext cx="2305500" cy="394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3" name="Google Shape;163;p13"/>
          <p:cNvSpPr txBox="1"/>
          <p:nvPr>
            <p:ph idx="4" type="subTitle"/>
          </p:nvPr>
        </p:nvSpPr>
        <p:spPr>
          <a:xfrm>
            <a:off x="5743775" y="2442325"/>
            <a:ext cx="23055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3"/>
          <p:cNvSpPr txBox="1"/>
          <p:nvPr>
            <p:ph hasCustomPrompt="1" idx="5" type="title"/>
          </p:nvPr>
        </p:nvSpPr>
        <p:spPr>
          <a:xfrm>
            <a:off x="5009077" y="2339768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i="1" sz="3000"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5" name="Google Shape;165;p13"/>
          <p:cNvSpPr txBox="1"/>
          <p:nvPr>
            <p:ph idx="6" type="subTitle"/>
          </p:nvPr>
        </p:nvSpPr>
        <p:spPr>
          <a:xfrm>
            <a:off x="5743775" y="2202311"/>
            <a:ext cx="2305500" cy="394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6" name="Google Shape;166;p13"/>
          <p:cNvSpPr txBox="1"/>
          <p:nvPr>
            <p:ph idx="7" type="subTitle"/>
          </p:nvPr>
        </p:nvSpPr>
        <p:spPr>
          <a:xfrm>
            <a:off x="5743775" y="3383975"/>
            <a:ext cx="23055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3"/>
          <p:cNvSpPr txBox="1"/>
          <p:nvPr>
            <p:ph hasCustomPrompt="1" idx="8" type="title"/>
          </p:nvPr>
        </p:nvSpPr>
        <p:spPr>
          <a:xfrm>
            <a:off x="5009077" y="3285475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i="1" sz="3000"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8" name="Google Shape;168;p13"/>
          <p:cNvSpPr txBox="1"/>
          <p:nvPr>
            <p:ph idx="9" type="subTitle"/>
          </p:nvPr>
        </p:nvSpPr>
        <p:spPr>
          <a:xfrm>
            <a:off x="5743775" y="3143961"/>
            <a:ext cx="2305500" cy="394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4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1" name="Google Shape;171;p14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172" name="Google Shape;172;p14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9" name="Google Shape;179;p14"/>
          <p:cNvSpPr txBox="1"/>
          <p:nvPr>
            <p:ph type="title"/>
          </p:nvPr>
        </p:nvSpPr>
        <p:spPr>
          <a:xfrm>
            <a:off x="2530800" y="2177020"/>
            <a:ext cx="4082400" cy="841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0" name="Google Shape;180;p14"/>
          <p:cNvSpPr txBox="1"/>
          <p:nvPr>
            <p:ph hasCustomPrompt="1" idx="2" type="title"/>
          </p:nvPr>
        </p:nvSpPr>
        <p:spPr>
          <a:xfrm>
            <a:off x="3719400" y="1340764"/>
            <a:ext cx="17052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1" name="Google Shape;181;p14"/>
          <p:cNvSpPr txBox="1"/>
          <p:nvPr>
            <p:ph idx="1" type="subTitle"/>
          </p:nvPr>
        </p:nvSpPr>
        <p:spPr>
          <a:xfrm>
            <a:off x="2530800" y="2853318"/>
            <a:ext cx="4082400" cy="375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5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4" name="Google Shape;184;p15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185" name="Google Shape;185;p15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5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5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5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5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5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5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2" name="Google Shape;192;p15"/>
          <p:cNvSpPr txBox="1"/>
          <p:nvPr>
            <p:ph type="title"/>
          </p:nvPr>
        </p:nvSpPr>
        <p:spPr>
          <a:xfrm>
            <a:off x="894472" y="2336836"/>
            <a:ext cx="4082400" cy="841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3" name="Google Shape;193;p15"/>
          <p:cNvSpPr txBox="1"/>
          <p:nvPr>
            <p:ph hasCustomPrompt="1" idx="2" type="title"/>
          </p:nvPr>
        </p:nvSpPr>
        <p:spPr>
          <a:xfrm>
            <a:off x="3271672" y="1356047"/>
            <a:ext cx="1705200" cy="11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4" name="Google Shape;194;p15"/>
          <p:cNvSpPr txBox="1"/>
          <p:nvPr>
            <p:ph idx="1" type="subTitle"/>
          </p:nvPr>
        </p:nvSpPr>
        <p:spPr>
          <a:xfrm>
            <a:off x="894472" y="3013135"/>
            <a:ext cx="4082400" cy="375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15"/>
          <p:cNvSpPr/>
          <p:nvPr>
            <p:ph idx="3" type="pic"/>
          </p:nvPr>
        </p:nvSpPr>
        <p:spPr>
          <a:xfrm>
            <a:off x="5574629" y="779364"/>
            <a:ext cx="2558100" cy="3347400"/>
          </a:xfrm>
          <a:prstGeom prst="ellipse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6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8" name="Google Shape;198;p16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199" name="Google Shape;199;p16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6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6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6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6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6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6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6" name="Google Shape;206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7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9" name="Google Shape;209;p17"/>
          <p:cNvGrpSpPr/>
          <p:nvPr/>
        </p:nvGrpSpPr>
        <p:grpSpPr>
          <a:xfrm rot="-33946">
            <a:off x="208521" y="115071"/>
            <a:ext cx="8728591" cy="4878962"/>
            <a:chOff x="315425" y="364350"/>
            <a:chExt cx="3145625" cy="2299225"/>
          </a:xfrm>
        </p:grpSpPr>
        <p:sp>
          <p:nvSpPr>
            <p:cNvPr id="210" name="Google Shape;210;p17"/>
            <p:cNvSpPr/>
            <p:nvPr/>
          </p:nvSpPr>
          <p:spPr>
            <a:xfrm>
              <a:off x="332275" y="374100"/>
              <a:ext cx="3126050" cy="2279075"/>
            </a:xfrm>
            <a:custGeom>
              <a:rect b="b" l="l" r="r" t="t"/>
              <a:pathLst>
                <a:path extrusionOk="0" h="91163" w="125042">
                  <a:moveTo>
                    <a:pt x="6040" y="0"/>
                  </a:moveTo>
                  <a:cubicBezTo>
                    <a:pt x="5232" y="0"/>
                    <a:pt x="4419" y="21"/>
                    <a:pt x="3596" y="63"/>
                  </a:cubicBezTo>
                  <a:cubicBezTo>
                    <a:pt x="3139" y="63"/>
                    <a:pt x="2626" y="405"/>
                    <a:pt x="2283" y="690"/>
                  </a:cubicBezTo>
                  <a:cubicBezTo>
                    <a:pt x="2112" y="5484"/>
                    <a:pt x="1941" y="10335"/>
                    <a:pt x="1770" y="15129"/>
                  </a:cubicBezTo>
                  <a:cubicBezTo>
                    <a:pt x="1313" y="28712"/>
                    <a:pt x="1142" y="42294"/>
                    <a:pt x="685" y="55877"/>
                  </a:cubicBezTo>
                  <a:cubicBezTo>
                    <a:pt x="514" y="61128"/>
                    <a:pt x="685" y="66378"/>
                    <a:pt x="286" y="71628"/>
                  </a:cubicBezTo>
                  <a:cubicBezTo>
                    <a:pt x="1" y="75224"/>
                    <a:pt x="400" y="78876"/>
                    <a:pt x="115" y="82472"/>
                  </a:cubicBezTo>
                  <a:cubicBezTo>
                    <a:pt x="1" y="83727"/>
                    <a:pt x="58" y="85040"/>
                    <a:pt x="58" y="86295"/>
                  </a:cubicBezTo>
                  <a:cubicBezTo>
                    <a:pt x="58" y="87266"/>
                    <a:pt x="8276" y="87608"/>
                    <a:pt x="9417" y="87665"/>
                  </a:cubicBezTo>
                  <a:cubicBezTo>
                    <a:pt x="12271" y="87836"/>
                    <a:pt x="15124" y="87836"/>
                    <a:pt x="17921" y="88008"/>
                  </a:cubicBezTo>
                  <a:cubicBezTo>
                    <a:pt x="23114" y="88236"/>
                    <a:pt x="28250" y="88521"/>
                    <a:pt x="33444" y="88864"/>
                  </a:cubicBezTo>
                  <a:cubicBezTo>
                    <a:pt x="41262" y="89320"/>
                    <a:pt x="49195" y="89606"/>
                    <a:pt x="57014" y="89891"/>
                  </a:cubicBezTo>
                  <a:cubicBezTo>
                    <a:pt x="58612" y="89948"/>
                    <a:pt x="60210" y="90005"/>
                    <a:pt x="61808" y="90062"/>
                  </a:cubicBezTo>
                  <a:cubicBezTo>
                    <a:pt x="68485" y="90233"/>
                    <a:pt x="75219" y="90405"/>
                    <a:pt x="81896" y="90576"/>
                  </a:cubicBezTo>
                  <a:cubicBezTo>
                    <a:pt x="83897" y="90645"/>
                    <a:pt x="85892" y="90656"/>
                    <a:pt x="87884" y="90656"/>
                  </a:cubicBezTo>
                  <a:cubicBezTo>
                    <a:pt x="88900" y="90656"/>
                    <a:pt x="89916" y="90653"/>
                    <a:pt x="90931" y="90653"/>
                  </a:cubicBezTo>
                  <a:cubicBezTo>
                    <a:pt x="94507" y="90653"/>
                    <a:pt x="98075" y="90691"/>
                    <a:pt x="101642" y="91032"/>
                  </a:cubicBezTo>
                  <a:cubicBezTo>
                    <a:pt x="102773" y="91129"/>
                    <a:pt x="103898" y="91162"/>
                    <a:pt x="105023" y="91162"/>
                  </a:cubicBezTo>
                  <a:cubicBezTo>
                    <a:pt x="107412" y="91162"/>
                    <a:pt x="109799" y="91013"/>
                    <a:pt x="112219" y="91013"/>
                  </a:cubicBezTo>
                  <a:cubicBezTo>
                    <a:pt x="112687" y="91013"/>
                    <a:pt x="113156" y="91019"/>
                    <a:pt x="113627" y="91032"/>
                  </a:cubicBezTo>
                  <a:cubicBezTo>
                    <a:pt x="114693" y="91070"/>
                    <a:pt x="115758" y="91089"/>
                    <a:pt x="116821" y="91089"/>
                  </a:cubicBezTo>
                  <a:cubicBezTo>
                    <a:pt x="118947" y="91089"/>
                    <a:pt x="121065" y="91013"/>
                    <a:pt x="123158" y="90861"/>
                  </a:cubicBezTo>
                  <a:cubicBezTo>
                    <a:pt x="123329" y="90861"/>
                    <a:pt x="123557" y="90861"/>
                    <a:pt x="123672" y="90747"/>
                  </a:cubicBezTo>
                  <a:cubicBezTo>
                    <a:pt x="123786" y="90633"/>
                    <a:pt x="123786" y="90576"/>
                    <a:pt x="123672" y="90519"/>
                  </a:cubicBezTo>
                  <a:cubicBezTo>
                    <a:pt x="124413" y="86067"/>
                    <a:pt x="123957" y="81216"/>
                    <a:pt x="124014" y="76651"/>
                  </a:cubicBezTo>
                  <a:cubicBezTo>
                    <a:pt x="124014" y="73797"/>
                    <a:pt x="124299" y="71115"/>
                    <a:pt x="124299" y="68204"/>
                  </a:cubicBezTo>
                  <a:cubicBezTo>
                    <a:pt x="124242" y="65065"/>
                    <a:pt x="124699" y="61927"/>
                    <a:pt x="124699" y="58788"/>
                  </a:cubicBezTo>
                  <a:cubicBezTo>
                    <a:pt x="124642" y="51939"/>
                    <a:pt x="124699" y="45091"/>
                    <a:pt x="124870" y="38300"/>
                  </a:cubicBezTo>
                  <a:cubicBezTo>
                    <a:pt x="125041" y="31736"/>
                    <a:pt x="124870" y="25230"/>
                    <a:pt x="124927" y="18724"/>
                  </a:cubicBezTo>
                  <a:cubicBezTo>
                    <a:pt x="124984" y="13303"/>
                    <a:pt x="124984" y="7938"/>
                    <a:pt x="125041" y="2517"/>
                  </a:cubicBezTo>
                  <a:cubicBezTo>
                    <a:pt x="123254" y="2342"/>
                    <a:pt x="121466" y="2268"/>
                    <a:pt x="119679" y="2268"/>
                  </a:cubicBezTo>
                  <a:cubicBezTo>
                    <a:pt x="119126" y="2268"/>
                    <a:pt x="118574" y="2275"/>
                    <a:pt x="118022" y="2288"/>
                  </a:cubicBezTo>
                  <a:cubicBezTo>
                    <a:pt x="116709" y="2345"/>
                    <a:pt x="115396" y="2402"/>
                    <a:pt x="114141" y="2460"/>
                  </a:cubicBezTo>
                  <a:cubicBezTo>
                    <a:pt x="114341" y="2574"/>
                    <a:pt x="114498" y="2588"/>
                    <a:pt x="114662" y="2588"/>
                  </a:cubicBezTo>
                  <a:cubicBezTo>
                    <a:pt x="114716" y="2588"/>
                    <a:pt x="114772" y="2586"/>
                    <a:pt x="114830" y="2586"/>
                  </a:cubicBezTo>
                  <a:cubicBezTo>
                    <a:pt x="114946" y="2586"/>
                    <a:pt x="115073" y="2593"/>
                    <a:pt x="115225" y="2631"/>
                  </a:cubicBezTo>
                  <a:cubicBezTo>
                    <a:pt x="115453" y="2688"/>
                    <a:pt x="115739" y="2859"/>
                    <a:pt x="115739" y="3144"/>
                  </a:cubicBezTo>
                  <a:cubicBezTo>
                    <a:pt x="115796" y="3373"/>
                    <a:pt x="115739" y="3601"/>
                    <a:pt x="115739" y="3772"/>
                  </a:cubicBezTo>
                  <a:cubicBezTo>
                    <a:pt x="115739" y="3770"/>
                    <a:pt x="115746" y="3769"/>
                    <a:pt x="115760" y="3769"/>
                  </a:cubicBezTo>
                  <a:cubicBezTo>
                    <a:pt x="116121" y="3769"/>
                    <a:pt x="121004" y="4459"/>
                    <a:pt x="121389" y="4514"/>
                  </a:cubicBezTo>
                  <a:cubicBezTo>
                    <a:pt x="121674" y="4571"/>
                    <a:pt x="121788" y="4742"/>
                    <a:pt x="121902" y="4971"/>
                  </a:cubicBezTo>
                  <a:cubicBezTo>
                    <a:pt x="122074" y="5256"/>
                    <a:pt x="122074" y="5541"/>
                    <a:pt x="122074" y="5827"/>
                  </a:cubicBezTo>
                  <a:cubicBezTo>
                    <a:pt x="122188" y="9879"/>
                    <a:pt x="122245" y="13874"/>
                    <a:pt x="122245" y="17868"/>
                  </a:cubicBezTo>
                  <a:cubicBezTo>
                    <a:pt x="122188" y="30538"/>
                    <a:pt x="121845" y="43150"/>
                    <a:pt x="121446" y="55820"/>
                  </a:cubicBezTo>
                  <a:cubicBezTo>
                    <a:pt x="121103" y="66720"/>
                    <a:pt x="121275" y="77678"/>
                    <a:pt x="121160" y="88578"/>
                  </a:cubicBezTo>
                  <a:cubicBezTo>
                    <a:pt x="121160" y="88864"/>
                    <a:pt x="121046" y="88921"/>
                    <a:pt x="120761" y="89035"/>
                  </a:cubicBezTo>
                  <a:cubicBezTo>
                    <a:pt x="120590" y="89138"/>
                    <a:pt x="120419" y="89158"/>
                    <a:pt x="120235" y="89158"/>
                  </a:cubicBezTo>
                  <a:cubicBezTo>
                    <a:pt x="120113" y="89158"/>
                    <a:pt x="119985" y="89149"/>
                    <a:pt x="119848" y="89149"/>
                  </a:cubicBezTo>
                  <a:cubicBezTo>
                    <a:pt x="119334" y="89149"/>
                    <a:pt x="118821" y="89149"/>
                    <a:pt x="118307" y="89092"/>
                  </a:cubicBezTo>
                  <a:cubicBezTo>
                    <a:pt x="117108" y="89092"/>
                    <a:pt x="115910" y="89035"/>
                    <a:pt x="114826" y="88521"/>
                  </a:cubicBezTo>
                  <a:cubicBezTo>
                    <a:pt x="114792" y="88505"/>
                    <a:pt x="114754" y="88498"/>
                    <a:pt x="114715" y="88498"/>
                  </a:cubicBezTo>
                  <a:cubicBezTo>
                    <a:pt x="114621" y="88498"/>
                    <a:pt x="114524" y="88538"/>
                    <a:pt x="114483" y="88578"/>
                  </a:cubicBezTo>
                  <a:cubicBezTo>
                    <a:pt x="114483" y="88921"/>
                    <a:pt x="114483" y="89206"/>
                    <a:pt x="114426" y="89548"/>
                  </a:cubicBezTo>
                  <a:cubicBezTo>
                    <a:pt x="112714" y="89548"/>
                    <a:pt x="110945" y="89606"/>
                    <a:pt x="109233" y="89663"/>
                  </a:cubicBezTo>
                  <a:cubicBezTo>
                    <a:pt x="108856" y="89674"/>
                    <a:pt x="108473" y="89679"/>
                    <a:pt x="108085" y="89679"/>
                  </a:cubicBezTo>
                  <a:cubicBezTo>
                    <a:pt x="106532" y="89679"/>
                    <a:pt x="104907" y="89606"/>
                    <a:pt x="103355" y="89606"/>
                  </a:cubicBezTo>
                  <a:cubicBezTo>
                    <a:pt x="95479" y="89491"/>
                    <a:pt x="87546" y="89377"/>
                    <a:pt x="79670" y="88864"/>
                  </a:cubicBezTo>
                  <a:cubicBezTo>
                    <a:pt x="74591" y="88578"/>
                    <a:pt x="69512" y="88065"/>
                    <a:pt x="64433" y="87551"/>
                  </a:cubicBezTo>
                  <a:cubicBezTo>
                    <a:pt x="63976" y="87494"/>
                    <a:pt x="63348" y="87209"/>
                    <a:pt x="63577" y="86809"/>
                  </a:cubicBezTo>
                  <a:lnTo>
                    <a:pt x="63577" y="86809"/>
                  </a:lnTo>
                  <a:cubicBezTo>
                    <a:pt x="62243" y="87515"/>
                    <a:pt x="60722" y="87655"/>
                    <a:pt x="59196" y="87655"/>
                  </a:cubicBezTo>
                  <a:cubicBezTo>
                    <a:pt x="58502" y="87655"/>
                    <a:pt x="57806" y="87626"/>
                    <a:pt x="57128" y="87608"/>
                  </a:cubicBezTo>
                  <a:cubicBezTo>
                    <a:pt x="51307" y="87437"/>
                    <a:pt x="45600" y="87037"/>
                    <a:pt x="39778" y="86866"/>
                  </a:cubicBezTo>
                  <a:cubicBezTo>
                    <a:pt x="33786" y="86638"/>
                    <a:pt x="27737" y="86410"/>
                    <a:pt x="21744" y="86124"/>
                  </a:cubicBezTo>
                  <a:cubicBezTo>
                    <a:pt x="20330" y="86070"/>
                    <a:pt x="18902" y="86003"/>
                    <a:pt x="17481" y="86003"/>
                  </a:cubicBezTo>
                  <a:cubicBezTo>
                    <a:pt x="15919" y="86003"/>
                    <a:pt x="14365" y="86084"/>
                    <a:pt x="12841" y="86353"/>
                  </a:cubicBezTo>
                  <a:cubicBezTo>
                    <a:pt x="12841" y="85953"/>
                    <a:pt x="12784" y="85554"/>
                    <a:pt x="12670" y="85211"/>
                  </a:cubicBezTo>
                  <a:cubicBezTo>
                    <a:pt x="11751" y="85458"/>
                    <a:pt x="10788" y="85484"/>
                    <a:pt x="9822" y="85484"/>
                  </a:cubicBezTo>
                  <a:cubicBezTo>
                    <a:pt x="9558" y="85484"/>
                    <a:pt x="9295" y="85482"/>
                    <a:pt x="9032" y="85482"/>
                  </a:cubicBezTo>
                  <a:cubicBezTo>
                    <a:pt x="7805" y="85482"/>
                    <a:pt x="6592" y="85525"/>
                    <a:pt x="5479" y="86010"/>
                  </a:cubicBezTo>
                  <a:cubicBezTo>
                    <a:pt x="5479" y="85839"/>
                    <a:pt x="5422" y="85725"/>
                    <a:pt x="5365" y="85554"/>
                  </a:cubicBezTo>
                  <a:cubicBezTo>
                    <a:pt x="5184" y="85563"/>
                    <a:pt x="5002" y="85568"/>
                    <a:pt x="4819" y="85568"/>
                  </a:cubicBezTo>
                  <a:cubicBezTo>
                    <a:pt x="3902" y="85568"/>
                    <a:pt x="2959" y="85449"/>
                    <a:pt x="2055" y="85211"/>
                  </a:cubicBezTo>
                  <a:cubicBezTo>
                    <a:pt x="2455" y="80588"/>
                    <a:pt x="2740" y="75566"/>
                    <a:pt x="2968" y="70944"/>
                  </a:cubicBezTo>
                  <a:cubicBezTo>
                    <a:pt x="3139" y="67634"/>
                    <a:pt x="3025" y="64209"/>
                    <a:pt x="3082" y="60956"/>
                  </a:cubicBezTo>
                  <a:cubicBezTo>
                    <a:pt x="3082" y="59415"/>
                    <a:pt x="3139" y="57875"/>
                    <a:pt x="3082" y="56334"/>
                  </a:cubicBezTo>
                  <a:cubicBezTo>
                    <a:pt x="2854" y="50855"/>
                    <a:pt x="2797" y="45262"/>
                    <a:pt x="3254" y="39783"/>
                  </a:cubicBezTo>
                  <a:cubicBezTo>
                    <a:pt x="3425" y="37101"/>
                    <a:pt x="3197" y="34248"/>
                    <a:pt x="3139" y="31565"/>
                  </a:cubicBezTo>
                  <a:cubicBezTo>
                    <a:pt x="3139" y="29967"/>
                    <a:pt x="3311" y="28426"/>
                    <a:pt x="3425" y="26886"/>
                  </a:cubicBezTo>
                  <a:cubicBezTo>
                    <a:pt x="3596" y="25002"/>
                    <a:pt x="3425" y="23119"/>
                    <a:pt x="3482" y="21293"/>
                  </a:cubicBezTo>
                  <a:cubicBezTo>
                    <a:pt x="3653" y="15015"/>
                    <a:pt x="3938" y="8908"/>
                    <a:pt x="4224" y="2688"/>
                  </a:cubicBezTo>
                  <a:cubicBezTo>
                    <a:pt x="4224" y="2692"/>
                    <a:pt x="4227" y="2694"/>
                    <a:pt x="4232" y="2694"/>
                  </a:cubicBezTo>
                  <a:cubicBezTo>
                    <a:pt x="4299" y="2694"/>
                    <a:pt x="4737" y="2398"/>
                    <a:pt x="4737" y="2345"/>
                  </a:cubicBezTo>
                  <a:cubicBezTo>
                    <a:pt x="4909" y="2174"/>
                    <a:pt x="5080" y="2117"/>
                    <a:pt x="5308" y="2060"/>
                  </a:cubicBezTo>
                  <a:cubicBezTo>
                    <a:pt x="5651" y="2003"/>
                    <a:pt x="5936" y="2003"/>
                    <a:pt x="6278" y="1889"/>
                  </a:cubicBezTo>
                  <a:cubicBezTo>
                    <a:pt x="6488" y="1847"/>
                    <a:pt x="6760" y="1712"/>
                    <a:pt x="7003" y="1712"/>
                  </a:cubicBezTo>
                  <a:cubicBezTo>
                    <a:pt x="7090" y="1712"/>
                    <a:pt x="7173" y="1729"/>
                    <a:pt x="7249" y="1775"/>
                  </a:cubicBezTo>
                  <a:cubicBezTo>
                    <a:pt x="7306" y="1832"/>
                    <a:pt x="7363" y="1889"/>
                    <a:pt x="7420" y="1946"/>
                  </a:cubicBezTo>
                  <a:cubicBezTo>
                    <a:pt x="7534" y="2022"/>
                    <a:pt x="7692" y="2047"/>
                    <a:pt x="7868" y="2047"/>
                  </a:cubicBezTo>
                  <a:cubicBezTo>
                    <a:pt x="8219" y="2047"/>
                    <a:pt x="8637" y="1946"/>
                    <a:pt x="8904" y="1946"/>
                  </a:cubicBezTo>
                  <a:cubicBezTo>
                    <a:pt x="9417" y="1889"/>
                    <a:pt x="9988" y="1775"/>
                    <a:pt x="10502" y="1603"/>
                  </a:cubicBezTo>
                  <a:cubicBezTo>
                    <a:pt x="11015" y="1432"/>
                    <a:pt x="11529" y="1318"/>
                    <a:pt x="12099" y="1147"/>
                  </a:cubicBezTo>
                  <a:cubicBezTo>
                    <a:pt x="12328" y="1033"/>
                    <a:pt x="12613" y="976"/>
                    <a:pt x="12898" y="919"/>
                  </a:cubicBezTo>
                  <a:cubicBezTo>
                    <a:pt x="13070" y="862"/>
                    <a:pt x="13469" y="690"/>
                    <a:pt x="13640" y="690"/>
                  </a:cubicBezTo>
                  <a:lnTo>
                    <a:pt x="13697" y="690"/>
                  </a:lnTo>
                  <a:cubicBezTo>
                    <a:pt x="11096" y="213"/>
                    <a:pt x="8594" y="0"/>
                    <a:pt x="604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7"/>
            <p:cNvSpPr/>
            <p:nvPr/>
          </p:nvSpPr>
          <p:spPr>
            <a:xfrm>
              <a:off x="380800" y="371375"/>
              <a:ext cx="3011900" cy="2247175"/>
            </a:xfrm>
            <a:custGeom>
              <a:rect b="b" l="l" r="r" t="t"/>
              <a:pathLst>
                <a:path extrusionOk="0" h="89887" w="120476">
                  <a:moveTo>
                    <a:pt x="13982" y="0"/>
                  </a:moveTo>
                  <a:lnTo>
                    <a:pt x="13982" y="742"/>
                  </a:lnTo>
                  <a:cubicBezTo>
                    <a:pt x="13354" y="742"/>
                    <a:pt x="12613" y="856"/>
                    <a:pt x="11985" y="913"/>
                  </a:cubicBezTo>
                  <a:cubicBezTo>
                    <a:pt x="11471" y="913"/>
                    <a:pt x="10957" y="913"/>
                    <a:pt x="10444" y="1085"/>
                  </a:cubicBezTo>
                  <a:cubicBezTo>
                    <a:pt x="10158" y="1199"/>
                    <a:pt x="9930" y="1370"/>
                    <a:pt x="9588" y="1484"/>
                  </a:cubicBezTo>
                  <a:cubicBezTo>
                    <a:pt x="9017" y="1712"/>
                    <a:pt x="8332" y="1770"/>
                    <a:pt x="7704" y="1884"/>
                  </a:cubicBezTo>
                  <a:cubicBezTo>
                    <a:pt x="7248" y="1998"/>
                    <a:pt x="6848" y="2169"/>
                    <a:pt x="6392" y="2226"/>
                  </a:cubicBezTo>
                  <a:cubicBezTo>
                    <a:pt x="6164" y="2226"/>
                    <a:pt x="5935" y="2226"/>
                    <a:pt x="5764" y="2169"/>
                  </a:cubicBezTo>
                  <a:cubicBezTo>
                    <a:pt x="5536" y="2055"/>
                    <a:pt x="5422" y="1884"/>
                    <a:pt x="5193" y="1827"/>
                  </a:cubicBezTo>
                  <a:lnTo>
                    <a:pt x="4965" y="1827"/>
                  </a:lnTo>
                  <a:cubicBezTo>
                    <a:pt x="4509" y="1884"/>
                    <a:pt x="4052" y="1884"/>
                    <a:pt x="3595" y="2055"/>
                  </a:cubicBezTo>
                  <a:cubicBezTo>
                    <a:pt x="3139" y="2169"/>
                    <a:pt x="2625" y="2340"/>
                    <a:pt x="2340" y="2740"/>
                  </a:cubicBezTo>
                  <a:cubicBezTo>
                    <a:pt x="1769" y="3482"/>
                    <a:pt x="2169" y="5194"/>
                    <a:pt x="2112" y="6107"/>
                  </a:cubicBezTo>
                  <a:cubicBezTo>
                    <a:pt x="1997" y="7477"/>
                    <a:pt x="1883" y="8903"/>
                    <a:pt x="1826" y="10330"/>
                  </a:cubicBezTo>
                  <a:cubicBezTo>
                    <a:pt x="1655" y="13241"/>
                    <a:pt x="1541" y="16094"/>
                    <a:pt x="1427" y="19005"/>
                  </a:cubicBezTo>
                  <a:cubicBezTo>
                    <a:pt x="1256" y="24712"/>
                    <a:pt x="1198" y="30476"/>
                    <a:pt x="1256" y="36183"/>
                  </a:cubicBezTo>
                  <a:cubicBezTo>
                    <a:pt x="1370" y="45942"/>
                    <a:pt x="1141" y="55472"/>
                    <a:pt x="1084" y="65231"/>
                  </a:cubicBezTo>
                  <a:cubicBezTo>
                    <a:pt x="1084" y="68542"/>
                    <a:pt x="1084" y="71852"/>
                    <a:pt x="970" y="75162"/>
                  </a:cubicBezTo>
                  <a:cubicBezTo>
                    <a:pt x="799" y="78358"/>
                    <a:pt x="856" y="81896"/>
                    <a:pt x="57" y="85035"/>
                  </a:cubicBezTo>
                  <a:cubicBezTo>
                    <a:pt x="57" y="85092"/>
                    <a:pt x="0" y="85206"/>
                    <a:pt x="57" y="85263"/>
                  </a:cubicBezTo>
                  <a:cubicBezTo>
                    <a:pt x="114" y="85377"/>
                    <a:pt x="285" y="85434"/>
                    <a:pt x="400" y="85434"/>
                  </a:cubicBezTo>
                  <a:cubicBezTo>
                    <a:pt x="1484" y="85548"/>
                    <a:pt x="2511" y="85720"/>
                    <a:pt x="3595" y="85834"/>
                  </a:cubicBezTo>
                  <a:cubicBezTo>
                    <a:pt x="3652" y="85948"/>
                    <a:pt x="3652" y="86119"/>
                    <a:pt x="3538" y="86233"/>
                  </a:cubicBezTo>
                  <a:cubicBezTo>
                    <a:pt x="4337" y="85891"/>
                    <a:pt x="5250" y="85663"/>
                    <a:pt x="6107" y="85606"/>
                  </a:cubicBezTo>
                  <a:cubicBezTo>
                    <a:pt x="6601" y="85567"/>
                    <a:pt x="7108" y="85561"/>
                    <a:pt x="7618" y="85561"/>
                  </a:cubicBezTo>
                  <a:cubicBezTo>
                    <a:pt x="7873" y="85561"/>
                    <a:pt x="8128" y="85563"/>
                    <a:pt x="8382" y="85563"/>
                  </a:cubicBezTo>
                  <a:cubicBezTo>
                    <a:pt x="9145" y="85563"/>
                    <a:pt x="9902" y="85548"/>
                    <a:pt x="10615" y="85434"/>
                  </a:cubicBezTo>
                  <a:cubicBezTo>
                    <a:pt x="10615" y="85948"/>
                    <a:pt x="10729" y="86290"/>
                    <a:pt x="10843" y="86804"/>
                  </a:cubicBezTo>
                  <a:cubicBezTo>
                    <a:pt x="10847" y="86811"/>
                    <a:pt x="10864" y="86814"/>
                    <a:pt x="10893" y="86814"/>
                  </a:cubicBezTo>
                  <a:cubicBezTo>
                    <a:pt x="11358" y="86814"/>
                    <a:pt x="14919" y="86005"/>
                    <a:pt x="15295" y="86005"/>
                  </a:cubicBezTo>
                  <a:cubicBezTo>
                    <a:pt x="15923" y="86005"/>
                    <a:pt x="16607" y="86347"/>
                    <a:pt x="17235" y="86404"/>
                  </a:cubicBezTo>
                  <a:cubicBezTo>
                    <a:pt x="17482" y="86424"/>
                    <a:pt x="17736" y="86430"/>
                    <a:pt x="17992" y="86430"/>
                  </a:cubicBezTo>
                  <a:cubicBezTo>
                    <a:pt x="18503" y="86430"/>
                    <a:pt x="19023" y="86404"/>
                    <a:pt x="19518" y="86404"/>
                  </a:cubicBezTo>
                  <a:cubicBezTo>
                    <a:pt x="20365" y="86364"/>
                    <a:pt x="21212" y="86347"/>
                    <a:pt x="22059" y="86347"/>
                  </a:cubicBezTo>
                  <a:cubicBezTo>
                    <a:pt x="26006" y="86347"/>
                    <a:pt x="29953" y="86720"/>
                    <a:pt x="33900" y="86861"/>
                  </a:cubicBezTo>
                  <a:cubicBezTo>
                    <a:pt x="39036" y="86975"/>
                    <a:pt x="44172" y="87203"/>
                    <a:pt x="49309" y="87489"/>
                  </a:cubicBezTo>
                  <a:cubicBezTo>
                    <a:pt x="51510" y="87621"/>
                    <a:pt x="53814" y="87923"/>
                    <a:pt x="56062" y="87923"/>
                  </a:cubicBezTo>
                  <a:cubicBezTo>
                    <a:pt x="56728" y="87923"/>
                    <a:pt x="57388" y="87896"/>
                    <a:pt x="58040" y="87831"/>
                  </a:cubicBezTo>
                  <a:cubicBezTo>
                    <a:pt x="59296" y="87660"/>
                    <a:pt x="60494" y="87318"/>
                    <a:pt x="61636" y="86975"/>
                  </a:cubicBezTo>
                  <a:cubicBezTo>
                    <a:pt x="62321" y="87660"/>
                    <a:pt x="63348" y="87774"/>
                    <a:pt x="64318" y="87888"/>
                  </a:cubicBezTo>
                  <a:cubicBezTo>
                    <a:pt x="67799" y="88231"/>
                    <a:pt x="71224" y="88516"/>
                    <a:pt x="74705" y="88859"/>
                  </a:cubicBezTo>
                  <a:cubicBezTo>
                    <a:pt x="82906" y="89638"/>
                    <a:pt x="91204" y="89886"/>
                    <a:pt x="99472" y="89886"/>
                  </a:cubicBezTo>
                  <a:cubicBezTo>
                    <a:pt x="103920" y="89886"/>
                    <a:pt x="108359" y="89814"/>
                    <a:pt x="112771" y="89715"/>
                  </a:cubicBezTo>
                  <a:cubicBezTo>
                    <a:pt x="112656" y="89429"/>
                    <a:pt x="112542" y="88973"/>
                    <a:pt x="112599" y="88687"/>
                  </a:cubicBezTo>
                  <a:lnTo>
                    <a:pt x="112599" y="88687"/>
                  </a:lnTo>
                  <a:cubicBezTo>
                    <a:pt x="113741" y="89030"/>
                    <a:pt x="114996" y="89087"/>
                    <a:pt x="116195" y="89087"/>
                  </a:cubicBezTo>
                  <a:cubicBezTo>
                    <a:pt x="116591" y="89117"/>
                    <a:pt x="117377" y="89245"/>
                    <a:pt x="118076" y="89245"/>
                  </a:cubicBezTo>
                  <a:cubicBezTo>
                    <a:pt x="118686" y="89245"/>
                    <a:pt x="119231" y="89147"/>
                    <a:pt x="119391" y="88801"/>
                  </a:cubicBezTo>
                  <a:cubicBezTo>
                    <a:pt x="119505" y="88630"/>
                    <a:pt x="119219" y="87660"/>
                    <a:pt x="119219" y="87432"/>
                  </a:cubicBezTo>
                  <a:cubicBezTo>
                    <a:pt x="119219" y="86690"/>
                    <a:pt x="119219" y="85948"/>
                    <a:pt x="119219" y="85206"/>
                  </a:cubicBezTo>
                  <a:cubicBezTo>
                    <a:pt x="118877" y="82067"/>
                    <a:pt x="119334" y="78757"/>
                    <a:pt x="119277" y="75675"/>
                  </a:cubicBezTo>
                  <a:cubicBezTo>
                    <a:pt x="119277" y="72251"/>
                    <a:pt x="119277" y="68884"/>
                    <a:pt x="119505" y="65517"/>
                  </a:cubicBezTo>
                  <a:cubicBezTo>
                    <a:pt x="119790" y="61636"/>
                    <a:pt x="119505" y="57984"/>
                    <a:pt x="119676" y="54103"/>
                  </a:cubicBezTo>
                  <a:cubicBezTo>
                    <a:pt x="119904" y="48738"/>
                    <a:pt x="119790" y="43317"/>
                    <a:pt x="119904" y="37895"/>
                  </a:cubicBezTo>
                  <a:cubicBezTo>
                    <a:pt x="120133" y="29277"/>
                    <a:pt x="120418" y="20603"/>
                    <a:pt x="120418" y="11928"/>
                  </a:cubicBezTo>
                  <a:cubicBezTo>
                    <a:pt x="120475" y="9588"/>
                    <a:pt x="120475" y="7248"/>
                    <a:pt x="119961" y="4965"/>
                  </a:cubicBezTo>
                  <a:cubicBezTo>
                    <a:pt x="119505" y="4680"/>
                    <a:pt x="118934" y="4452"/>
                    <a:pt x="118363" y="4395"/>
                  </a:cubicBezTo>
                  <a:cubicBezTo>
                    <a:pt x="116823" y="4224"/>
                    <a:pt x="115282" y="3995"/>
                    <a:pt x="113741" y="3824"/>
                  </a:cubicBezTo>
                  <a:cubicBezTo>
                    <a:pt x="113798" y="3482"/>
                    <a:pt x="113684" y="3196"/>
                    <a:pt x="113684" y="2911"/>
                  </a:cubicBezTo>
                  <a:lnTo>
                    <a:pt x="113684" y="2854"/>
                  </a:lnTo>
                  <a:cubicBezTo>
                    <a:pt x="105922" y="2226"/>
                    <a:pt x="97989" y="2340"/>
                    <a:pt x="90228" y="2112"/>
                  </a:cubicBezTo>
                  <a:cubicBezTo>
                    <a:pt x="87809" y="2018"/>
                    <a:pt x="85390" y="1975"/>
                    <a:pt x="82970" y="1975"/>
                  </a:cubicBezTo>
                  <a:cubicBezTo>
                    <a:pt x="80995" y="1975"/>
                    <a:pt x="79020" y="2004"/>
                    <a:pt x="77045" y="2055"/>
                  </a:cubicBezTo>
                  <a:cubicBezTo>
                    <a:pt x="74876" y="2112"/>
                    <a:pt x="72650" y="2112"/>
                    <a:pt x="70482" y="2283"/>
                  </a:cubicBezTo>
                  <a:cubicBezTo>
                    <a:pt x="68760" y="2431"/>
                    <a:pt x="67081" y="2705"/>
                    <a:pt x="65371" y="2705"/>
                  </a:cubicBezTo>
                  <a:cubicBezTo>
                    <a:pt x="65097" y="2705"/>
                    <a:pt x="64822" y="2698"/>
                    <a:pt x="64546" y="2683"/>
                  </a:cubicBezTo>
                  <a:cubicBezTo>
                    <a:pt x="47654" y="1712"/>
                    <a:pt x="30704" y="2340"/>
                    <a:pt x="13982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7"/>
            <p:cNvSpPr/>
            <p:nvPr/>
          </p:nvSpPr>
          <p:spPr>
            <a:xfrm>
              <a:off x="464975" y="427025"/>
              <a:ext cx="265400" cy="1995625"/>
            </a:xfrm>
            <a:custGeom>
              <a:rect b="b" l="l" r="r" t="t"/>
              <a:pathLst>
                <a:path extrusionOk="0" h="79825" w="10616">
                  <a:moveTo>
                    <a:pt x="8618" y="0"/>
                  </a:moveTo>
                  <a:cubicBezTo>
                    <a:pt x="8504" y="3938"/>
                    <a:pt x="7933" y="7933"/>
                    <a:pt x="6963" y="11757"/>
                  </a:cubicBezTo>
                  <a:cubicBezTo>
                    <a:pt x="4623" y="9873"/>
                    <a:pt x="6563" y="5365"/>
                    <a:pt x="4337" y="3310"/>
                  </a:cubicBezTo>
                  <a:cubicBezTo>
                    <a:pt x="4109" y="6563"/>
                    <a:pt x="3881" y="9816"/>
                    <a:pt x="3710" y="13069"/>
                  </a:cubicBezTo>
                  <a:cubicBezTo>
                    <a:pt x="2055" y="11129"/>
                    <a:pt x="3367" y="7705"/>
                    <a:pt x="1427" y="6050"/>
                  </a:cubicBezTo>
                  <a:cubicBezTo>
                    <a:pt x="628" y="7134"/>
                    <a:pt x="571" y="8618"/>
                    <a:pt x="571" y="9987"/>
                  </a:cubicBezTo>
                  <a:cubicBezTo>
                    <a:pt x="514" y="29049"/>
                    <a:pt x="2568" y="48224"/>
                    <a:pt x="628" y="67172"/>
                  </a:cubicBezTo>
                  <a:cubicBezTo>
                    <a:pt x="343" y="69911"/>
                    <a:pt x="0" y="72707"/>
                    <a:pt x="685" y="75333"/>
                  </a:cubicBezTo>
                  <a:cubicBezTo>
                    <a:pt x="913" y="74191"/>
                    <a:pt x="1027" y="70596"/>
                    <a:pt x="2226" y="70082"/>
                  </a:cubicBezTo>
                  <a:cubicBezTo>
                    <a:pt x="2340" y="72536"/>
                    <a:pt x="2511" y="75047"/>
                    <a:pt x="2682" y="77558"/>
                  </a:cubicBezTo>
                  <a:cubicBezTo>
                    <a:pt x="2682" y="78015"/>
                    <a:pt x="2797" y="78586"/>
                    <a:pt x="3196" y="78700"/>
                  </a:cubicBezTo>
                  <a:cubicBezTo>
                    <a:pt x="3710" y="77102"/>
                    <a:pt x="4223" y="75504"/>
                    <a:pt x="4680" y="73906"/>
                  </a:cubicBezTo>
                  <a:cubicBezTo>
                    <a:pt x="5277" y="74721"/>
                    <a:pt x="5255" y="79825"/>
                    <a:pt x="6825" y="79825"/>
                  </a:cubicBezTo>
                  <a:cubicBezTo>
                    <a:pt x="6905" y="79825"/>
                    <a:pt x="6989" y="79812"/>
                    <a:pt x="7077" y="79784"/>
                  </a:cubicBezTo>
                  <a:cubicBezTo>
                    <a:pt x="7533" y="79613"/>
                    <a:pt x="7705" y="78985"/>
                    <a:pt x="7705" y="78471"/>
                  </a:cubicBezTo>
                  <a:cubicBezTo>
                    <a:pt x="7876" y="75047"/>
                    <a:pt x="7362" y="71794"/>
                    <a:pt x="7590" y="68427"/>
                  </a:cubicBezTo>
                  <a:cubicBezTo>
                    <a:pt x="7876" y="64261"/>
                    <a:pt x="8104" y="60152"/>
                    <a:pt x="8389" y="55986"/>
                  </a:cubicBezTo>
                  <a:cubicBezTo>
                    <a:pt x="8789" y="47882"/>
                    <a:pt x="9074" y="39664"/>
                    <a:pt x="8846" y="31503"/>
                  </a:cubicBezTo>
                  <a:cubicBezTo>
                    <a:pt x="8732" y="28250"/>
                    <a:pt x="8846" y="24997"/>
                    <a:pt x="9074" y="21687"/>
                  </a:cubicBezTo>
                  <a:cubicBezTo>
                    <a:pt x="9188" y="18434"/>
                    <a:pt x="9417" y="15124"/>
                    <a:pt x="9588" y="11814"/>
                  </a:cubicBezTo>
                  <a:cubicBezTo>
                    <a:pt x="9702" y="8960"/>
                    <a:pt x="10615" y="5707"/>
                    <a:pt x="10387" y="2911"/>
                  </a:cubicBezTo>
                  <a:cubicBezTo>
                    <a:pt x="10273" y="1712"/>
                    <a:pt x="9645" y="514"/>
                    <a:pt x="8618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7"/>
            <p:cNvSpPr/>
            <p:nvPr/>
          </p:nvSpPr>
          <p:spPr>
            <a:xfrm>
              <a:off x="377400" y="388275"/>
              <a:ext cx="194600" cy="443100"/>
            </a:xfrm>
            <a:custGeom>
              <a:rect b="b" l="l" r="r" t="t"/>
              <a:pathLst>
                <a:path extrusionOk="0" h="17724" w="7784">
                  <a:moveTo>
                    <a:pt x="4110" y="0"/>
                  </a:moveTo>
                  <a:cubicBezTo>
                    <a:pt x="769" y="0"/>
                    <a:pt x="944" y="2686"/>
                    <a:pt x="764" y="4803"/>
                  </a:cubicBezTo>
                  <a:cubicBezTo>
                    <a:pt x="220" y="11324"/>
                    <a:pt x="0" y="17723"/>
                    <a:pt x="236" y="17723"/>
                  </a:cubicBezTo>
                  <a:cubicBezTo>
                    <a:pt x="396" y="17723"/>
                    <a:pt x="768" y="14761"/>
                    <a:pt x="1392" y="6858"/>
                  </a:cubicBezTo>
                  <a:cubicBezTo>
                    <a:pt x="1729" y="2710"/>
                    <a:pt x="1048" y="723"/>
                    <a:pt x="4926" y="723"/>
                  </a:cubicBezTo>
                  <a:cubicBezTo>
                    <a:pt x="5638" y="723"/>
                    <a:pt x="6502" y="790"/>
                    <a:pt x="7555" y="922"/>
                  </a:cubicBezTo>
                  <a:cubicBezTo>
                    <a:pt x="7726" y="922"/>
                    <a:pt x="7783" y="694"/>
                    <a:pt x="7612" y="637"/>
                  </a:cubicBezTo>
                  <a:cubicBezTo>
                    <a:pt x="6145" y="192"/>
                    <a:pt x="5002" y="0"/>
                    <a:pt x="411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7"/>
            <p:cNvSpPr/>
            <p:nvPr/>
          </p:nvSpPr>
          <p:spPr>
            <a:xfrm>
              <a:off x="339875" y="1342150"/>
              <a:ext cx="48175" cy="889750"/>
            </a:xfrm>
            <a:custGeom>
              <a:rect b="b" l="l" r="r" t="t"/>
              <a:pathLst>
                <a:path extrusionOk="0" h="35590" w="1927">
                  <a:moveTo>
                    <a:pt x="1905" y="1"/>
                  </a:moveTo>
                  <a:cubicBezTo>
                    <a:pt x="1709" y="1"/>
                    <a:pt x="0" y="28005"/>
                    <a:pt x="1009" y="34961"/>
                  </a:cubicBezTo>
                  <a:cubicBezTo>
                    <a:pt x="1067" y="35386"/>
                    <a:pt x="1118" y="35589"/>
                    <a:pt x="1162" y="35589"/>
                  </a:cubicBezTo>
                  <a:cubicBezTo>
                    <a:pt x="1552" y="35589"/>
                    <a:pt x="1461" y="19812"/>
                    <a:pt x="1922" y="491"/>
                  </a:cubicBezTo>
                  <a:cubicBezTo>
                    <a:pt x="1926" y="157"/>
                    <a:pt x="1920" y="1"/>
                    <a:pt x="1905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7"/>
            <p:cNvSpPr/>
            <p:nvPr/>
          </p:nvSpPr>
          <p:spPr>
            <a:xfrm>
              <a:off x="874400" y="2549525"/>
              <a:ext cx="978375" cy="48975"/>
            </a:xfrm>
            <a:custGeom>
              <a:rect b="b" l="l" r="r" t="t"/>
              <a:pathLst>
                <a:path extrusionOk="0" h="1959" w="39135">
                  <a:moveTo>
                    <a:pt x="659" y="1"/>
                  </a:moveTo>
                  <a:cubicBezTo>
                    <a:pt x="48" y="1"/>
                    <a:pt x="1" y="25"/>
                    <a:pt x="687" y="77"/>
                  </a:cubicBezTo>
                  <a:cubicBezTo>
                    <a:pt x="7029" y="537"/>
                    <a:pt x="32169" y="1959"/>
                    <a:pt x="37639" y="1959"/>
                  </a:cubicBezTo>
                  <a:cubicBezTo>
                    <a:pt x="38962" y="1959"/>
                    <a:pt x="39134" y="1876"/>
                    <a:pt x="37611" y="1675"/>
                  </a:cubicBezTo>
                  <a:cubicBezTo>
                    <a:pt x="33005" y="1032"/>
                    <a:pt x="4671" y="1"/>
                    <a:pt x="659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7"/>
            <p:cNvSpPr/>
            <p:nvPr/>
          </p:nvSpPr>
          <p:spPr>
            <a:xfrm>
              <a:off x="1831700" y="2580325"/>
              <a:ext cx="438125" cy="54225"/>
            </a:xfrm>
            <a:custGeom>
              <a:rect b="b" l="l" r="r" t="t"/>
              <a:pathLst>
                <a:path extrusionOk="0" h="2169" w="17525">
                  <a:moveTo>
                    <a:pt x="1416" y="0"/>
                  </a:moveTo>
                  <a:cubicBezTo>
                    <a:pt x="0" y="0"/>
                    <a:pt x="1463" y="356"/>
                    <a:pt x="9078" y="1299"/>
                  </a:cubicBezTo>
                  <a:cubicBezTo>
                    <a:pt x="14440" y="1988"/>
                    <a:pt x="15604" y="2168"/>
                    <a:pt x="16701" y="2168"/>
                  </a:cubicBezTo>
                  <a:cubicBezTo>
                    <a:pt x="16876" y="2168"/>
                    <a:pt x="17050" y="2163"/>
                    <a:pt x="17239" y="2156"/>
                  </a:cubicBezTo>
                  <a:cubicBezTo>
                    <a:pt x="17411" y="2156"/>
                    <a:pt x="17525" y="1870"/>
                    <a:pt x="17297" y="1813"/>
                  </a:cubicBezTo>
                  <a:lnTo>
                    <a:pt x="17297" y="1813"/>
                  </a:lnTo>
                  <a:lnTo>
                    <a:pt x="17297" y="1870"/>
                  </a:lnTo>
                  <a:cubicBezTo>
                    <a:pt x="14055" y="980"/>
                    <a:pt x="3767" y="0"/>
                    <a:pt x="1416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7"/>
            <p:cNvSpPr/>
            <p:nvPr/>
          </p:nvSpPr>
          <p:spPr>
            <a:xfrm>
              <a:off x="3270350" y="463800"/>
              <a:ext cx="163725" cy="2104450"/>
            </a:xfrm>
            <a:custGeom>
              <a:rect b="b" l="l" r="r" t="t"/>
              <a:pathLst>
                <a:path extrusionOk="0" h="84178" w="6549">
                  <a:moveTo>
                    <a:pt x="1387" y="0"/>
                  </a:moveTo>
                  <a:cubicBezTo>
                    <a:pt x="497" y="0"/>
                    <a:pt x="1" y="143"/>
                    <a:pt x="613" y="184"/>
                  </a:cubicBezTo>
                  <a:cubicBezTo>
                    <a:pt x="6548" y="469"/>
                    <a:pt x="5007" y="1953"/>
                    <a:pt x="4722" y="15022"/>
                  </a:cubicBezTo>
                  <a:cubicBezTo>
                    <a:pt x="4551" y="25181"/>
                    <a:pt x="3466" y="73234"/>
                    <a:pt x="3866" y="83792"/>
                  </a:cubicBezTo>
                  <a:cubicBezTo>
                    <a:pt x="3866" y="84049"/>
                    <a:pt x="4051" y="84177"/>
                    <a:pt x="4237" y="84177"/>
                  </a:cubicBezTo>
                  <a:cubicBezTo>
                    <a:pt x="4422" y="84177"/>
                    <a:pt x="4608" y="84049"/>
                    <a:pt x="4608" y="83792"/>
                  </a:cubicBezTo>
                  <a:cubicBezTo>
                    <a:pt x="4608" y="83735"/>
                    <a:pt x="5863" y="2923"/>
                    <a:pt x="5863" y="2809"/>
                  </a:cubicBezTo>
                  <a:cubicBezTo>
                    <a:pt x="5863" y="462"/>
                    <a:pt x="2988" y="0"/>
                    <a:pt x="1387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7"/>
            <p:cNvSpPr/>
            <p:nvPr/>
          </p:nvSpPr>
          <p:spPr>
            <a:xfrm>
              <a:off x="424075" y="797325"/>
              <a:ext cx="24275" cy="164950"/>
            </a:xfrm>
            <a:custGeom>
              <a:rect b="b" l="l" r="r" t="t"/>
              <a:pathLst>
                <a:path extrusionOk="0" h="6598" w="971">
                  <a:moveTo>
                    <a:pt x="776" y="1"/>
                  </a:moveTo>
                  <a:cubicBezTo>
                    <a:pt x="518" y="1"/>
                    <a:pt x="1" y="5735"/>
                    <a:pt x="266" y="6418"/>
                  </a:cubicBezTo>
                  <a:cubicBezTo>
                    <a:pt x="291" y="6492"/>
                    <a:pt x="401" y="6598"/>
                    <a:pt x="518" y="6598"/>
                  </a:cubicBezTo>
                  <a:cubicBezTo>
                    <a:pt x="671" y="6598"/>
                    <a:pt x="837" y="6414"/>
                    <a:pt x="837" y="5733"/>
                  </a:cubicBezTo>
                  <a:cubicBezTo>
                    <a:pt x="971" y="1453"/>
                    <a:pt x="906" y="1"/>
                    <a:pt x="7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7"/>
            <p:cNvSpPr/>
            <p:nvPr/>
          </p:nvSpPr>
          <p:spPr>
            <a:xfrm>
              <a:off x="3346300" y="1024275"/>
              <a:ext cx="24625" cy="281675"/>
            </a:xfrm>
            <a:custGeom>
              <a:rect b="b" l="l" r="r" t="t"/>
              <a:pathLst>
                <a:path extrusionOk="0" h="11267" w="985">
                  <a:moveTo>
                    <a:pt x="818" y="1"/>
                  </a:moveTo>
                  <a:cubicBezTo>
                    <a:pt x="576" y="1"/>
                    <a:pt x="0" y="9256"/>
                    <a:pt x="257" y="10695"/>
                  </a:cubicBezTo>
                  <a:cubicBezTo>
                    <a:pt x="328" y="11091"/>
                    <a:pt x="392" y="11267"/>
                    <a:pt x="451" y="11267"/>
                  </a:cubicBezTo>
                  <a:cubicBezTo>
                    <a:pt x="866" y="11267"/>
                    <a:pt x="985" y="2465"/>
                    <a:pt x="885" y="365"/>
                  </a:cubicBezTo>
                  <a:cubicBezTo>
                    <a:pt x="868" y="114"/>
                    <a:pt x="845" y="1"/>
                    <a:pt x="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7"/>
            <p:cNvSpPr/>
            <p:nvPr/>
          </p:nvSpPr>
          <p:spPr>
            <a:xfrm>
              <a:off x="315425" y="364350"/>
              <a:ext cx="3145625" cy="2299225"/>
            </a:xfrm>
            <a:custGeom>
              <a:rect b="b" l="l" r="r" t="t"/>
              <a:pathLst>
                <a:path extrusionOk="0" h="91969" w="125825">
                  <a:moveTo>
                    <a:pt x="5583" y="2850"/>
                  </a:moveTo>
                  <a:cubicBezTo>
                    <a:pt x="3871" y="12494"/>
                    <a:pt x="6382" y="13065"/>
                    <a:pt x="4099" y="35551"/>
                  </a:cubicBezTo>
                  <a:cubicBezTo>
                    <a:pt x="3985" y="36920"/>
                    <a:pt x="3871" y="38119"/>
                    <a:pt x="3813" y="39203"/>
                  </a:cubicBezTo>
                  <a:cubicBezTo>
                    <a:pt x="3985" y="20370"/>
                    <a:pt x="4156" y="3249"/>
                    <a:pt x="5583" y="2850"/>
                  </a:cubicBezTo>
                  <a:close/>
                  <a:moveTo>
                    <a:pt x="15968" y="1147"/>
                  </a:moveTo>
                  <a:lnTo>
                    <a:pt x="15968" y="1147"/>
                  </a:lnTo>
                  <a:cubicBezTo>
                    <a:pt x="14600" y="13755"/>
                    <a:pt x="14485" y="24547"/>
                    <a:pt x="13344" y="67738"/>
                  </a:cubicBezTo>
                  <a:cubicBezTo>
                    <a:pt x="12881" y="84378"/>
                    <a:pt x="13283" y="85697"/>
                    <a:pt x="11922" y="85697"/>
                  </a:cubicBezTo>
                  <a:cubicBezTo>
                    <a:pt x="11665" y="85697"/>
                    <a:pt x="11347" y="85650"/>
                    <a:pt x="10948" y="85650"/>
                  </a:cubicBezTo>
                  <a:cubicBezTo>
                    <a:pt x="10857" y="85650"/>
                    <a:pt x="10761" y="85652"/>
                    <a:pt x="10662" y="85658"/>
                  </a:cubicBezTo>
                  <a:cubicBezTo>
                    <a:pt x="12488" y="69336"/>
                    <a:pt x="11461" y="53014"/>
                    <a:pt x="12146" y="36692"/>
                  </a:cubicBezTo>
                  <a:cubicBezTo>
                    <a:pt x="12659" y="24764"/>
                    <a:pt x="14200" y="12380"/>
                    <a:pt x="13687" y="1651"/>
                  </a:cubicBezTo>
                  <a:cubicBezTo>
                    <a:pt x="15464" y="1429"/>
                    <a:pt x="15944" y="1261"/>
                    <a:pt x="15968" y="1147"/>
                  </a:cubicBezTo>
                  <a:close/>
                  <a:moveTo>
                    <a:pt x="12872" y="1601"/>
                  </a:moveTo>
                  <a:cubicBezTo>
                    <a:pt x="13921" y="1601"/>
                    <a:pt x="13147" y="5802"/>
                    <a:pt x="11689" y="34695"/>
                  </a:cubicBezTo>
                  <a:cubicBezTo>
                    <a:pt x="10947" y="49932"/>
                    <a:pt x="11803" y="85658"/>
                    <a:pt x="9520" y="85658"/>
                  </a:cubicBezTo>
                  <a:cubicBezTo>
                    <a:pt x="9603" y="63452"/>
                    <a:pt x="9656" y="38779"/>
                    <a:pt x="9570" y="38779"/>
                  </a:cubicBezTo>
                  <a:cubicBezTo>
                    <a:pt x="9537" y="38779"/>
                    <a:pt x="9485" y="42296"/>
                    <a:pt x="9406" y="50788"/>
                  </a:cubicBezTo>
                  <a:cubicBezTo>
                    <a:pt x="9067" y="84545"/>
                    <a:pt x="9756" y="85832"/>
                    <a:pt x="8228" y="85832"/>
                  </a:cubicBezTo>
                  <a:cubicBezTo>
                    <a:pt x="8102" y="85832"/>
                    <a:pt x="7961" y="85824"/>
                    <a:pt x="7802" y="85824"/>
                  </a:cubicBezTo>
                  <a:cubicBezTo>
                    <a:pt x="7619" y="85824"/>
                    <a:pt x="7413" y="85835"/>
                    <a:pt x="7181" y="85887"/>
                  </a:cubicBezTo>
                  <a:lnTo>
                    <a:pt x="7181" y="85887"/>
                  </a:lnTo>
                  <a:cubicBezTo>
                    <a:pt x="7593" y="74803"/>
                    <a:pt x="7866" y="61438"/>
                    <a:pt x="7746" y="61438"/>
                  </a:cubicBezTo>
                  <a:cubicBezTo>
                    <a:pt x="7734" y="61438"/>
                    <a:pt x="7716" y="61591"/>
                    <a:pt x="7694" y="61917"/>
                  </a:cubicBezTo>
                  <a:cubicBezTo>
                    <a:pt x="5982" y="88283"/>
                    <a:pt x="7580" y="85658"/>
                    <a:pt x="5982" y="86172"/>
                  </a:cubicBezTo>
                  <a:cubicBezTo>
                    <a:pt x="4898" y="73674"/>
                    <a:pt x="7409" y="60604"/>
                    <a:pt x="7637" y="21283"/>
                  </a:cubicBezTo>
                  <a:cubicBezTo>
                    <a:pt x="7714" y="8046"/>
                    <a:pt x="7995" y="2539"/>
                    <a:pt x="8258" y="2539"/>
                  </a:cubicBezTo>
                  <a:cubicBezTo>
                    <a:pt x="8780" y="2539"/>
                    <a:pt x="9232" y="24304"/>
                    <a:pt x="7865" y="50389"/>
                  </a:cubicBezTo>
                  <a:cubicBezTo>
                    <a:pt x="7633" y="54606"/>
                    <a:pt x="7594" y="56480"/>
                    <a:pt x="7665" y="56480"/>
                  </a:cubicBezTo>
                  <a:cubicBezTo>
                    <a:pt x="7892" y="56480"/>
                    <a:pt x="9238" y="37516"/>
                    <a:pt x="9064" y="14720"/>
                  </a:cubicBezTo>
                  <a:cubicBezTo>
                    <a:pt x="8950" y="224"/>
                    <a:pt x="7923" y="3192"/>
                    <a:pt x="11004" y="2279"/>
                  </a:cubicBezTo>
                  <a:lnTo>
                    <a:pt x="11004" y="2279"/>
                  </a:lnTo>
                  <a:cubicBezTo>
                    <a:pt x="11061" y="9812"/>
                    <a:pt x="10833" y="17288"/>
                    <a:pt x="10719" y="24764"/>
                  </a:cubicBezTo>
                  <a:cubicBezTo>
                    <a:pt x="10581" y="30466"/>
                    <a:pt x="10594" y="32835"/>
                    <a:pt x="10681" y="32835"/>
                  </a:cubicBezTo>
                  <a:cubicBezTo>
                    <a:pt x="10882" y="32835"/>
                    <a:pt x="11478" y="20158"/>
                    <a:pt x="11518" y="6730"/>
                  </a:cubicBezTo>
                  <a:cubicBezTo>
                    <a:pt x="11518" y="6445"/>
                    <a:pt x="11347" y="2222"/>
                    <a:pt x="11461" y="2165"/>
                  </a:cubicBezTo>
                  <a:cubicBezTo>
                    <a:pt x="12105" y="1958"/>
                    <a:pt x="12567" y="1601"/>
                    <a:pt x="12872" y="1601"/>
                  </a:cubicBezTo>
                  <a:close/>
                  <a:moveTo>
                    <a:pt x="30436" y="85943"/>
                  </a:moveTo>
                  <a:cubicBezTo>
                    <a:pt x="42329" y="85943"/>
                    <a:pt x="53215" y="87305"/>
                    <a:pt x="47354" y="87305"/>
                  </a:cubicBezTo>
                  <a:cubicBezTo>
                    <a:pt x="46732" y="87305"/>
                    <a:pt x="45922" y="87290"/>
                    <a:pt x="44904" y="87256"/>
                  </a:cubicBezTo>
                  <a:cubicBezTo>
                    <a:pt x="22932" y="86514"/>
                    <a:pt x="25386" y="86571"/>
                    <a:pt x="19165" y="86457"/>
                  </a:cubicBezTo>
                  <a:cubicBezTo>
                    <a:pt x="22677" y="86084"/>
                    <a:pt x="26609" y="85943"/>
                    <a:pt x="30436" y="85943"/>
                  </a:cubicBezTo>
                  <a:close/>
                  <a:moveTo>
                    <a:pt x="16711" y="681"/>
                  </a:moveTo>
                  <a:cubicBezTo>
                    <a:pt x="31523" y="2389"/>
                    <a:pt x="40091" y="2729"/>
                    <a:pt x="44875" y="2729"/>
                  </a:cubicBezTo>
                  <a:cubicBezTo>
                    <a:pt x="48046" y="2729"/>
                    <a:pt x="49555" y="2580"/>
                    <a:pt x="50118" y="2580"/>
                  </a:cubicBezTo>
                  <a:cubicBezTo>
                    <a:pt x="50352" y="2580"/>
                    <a:pt x="50423" y="2605"/>
                    <a:pt x="50383" y="2678"/>
                  </a:cubicBezTo>
                  <a:cubicBezTo>
                    <a:pt x="50440" y="2678"/>
                    <a:pt x="50440" y="2621"/>
                    <a:pt x="50440" y="2621"/>
                  </a:cubicBezTo>
                  <a:cubicBezTo>
                    <a:pt x="50896" y="2621"/>
                    <a:pt x="51353" y="2621"/>
                    <a:pt x="51752" y="2678"/>
                  </a:cubicBezTo>
                  <a:cubicBezTo>
                    <a:pt x="52095" y="2678"/>
                    <a:pt x="52323" y="2735"/>
                    <a:pt x="52608" y="2792"/>
                  </a:cubicBezTo>
                  <a:cubicBezTo>
                    <a:pt x="52736" y="2786"/>
                    <a:pt x="52866" y="2783"/>
                    <a:pt x="52997" y="2783"/>
                  </a:cubicBezTo>
                  <a:cubicBezTo>
                    <a:pt x="54089" y="2783"/>
                    <a:pt x="55278" y="2982"/>
                    <a:pt x="56603" y="3135"/>
                  </a:cubicBezTo>
                  <a:cubicBezTo>
                    <a:pt x="56660" y="3135"/>
                    <a:pt x="56775" y="3078"/>
                    <a:pt x="56832" y="3078"/>
                  </a:cubicBezTo>
                  <a:cubicBezTo>
                    <a:pt x="57117" y="3021"/>
                    <a:pt x="57345" y="3021"/>
                    <a:pt x="57574" y="3021"/>
                  </a:cubicBezTo>
                  <a:lnTo>
                    <a:pt x="58201" y="3021"/>
                  </a:lnTo>
                  <a:cubicBezTo>
                    <a:pt x="58544" y="2915"/>
                    <a:pt x="59131" y="2874"/>
                    <a:pt x="59841" y="2874"/>
                  </a:cubicBezTo>
                  <a:cubicBezTo>
                    <a:pt x="62199" y="2874"/>
                    <a:pt x="65906" y="3332"/>
                    <a:pt x="66476" y="3420"/>
                  </a:cubicBezTo>
                  <a:cubicBezTo>
                    <a:pt x="62653" y="59121"/>
                    <a:pt x="64308" y="86743"/>
                    <a:pt x="63223" y="87085"/>
                  </a:cubicBezTo>
                  <a:cubicBezTo>
                    <a:pt x="61627" y="87595"/>
                    <a:pt x="60021" y="87792"/>
                    <a:pt x="58352" y="87792"/>
                  </a:cubicBezTo>
                  <a:cubicBezTo>
                    <a:pt x="54234" y="87792"/>
                    <a:pt x="49733" y="86593"/>
                    <a:pt x="44048" y="85944"/>
                  </a:cubicBezTo>
                  <a:cubicBezTo>
                    <a:pt x="39674" y="85423"/>
                    <a:pt x="35378" y="85177"/>
                    <a:pt x="31136" y="85177"/>
                  </a:cubicBezTo>
                  <a:cubicBezTo>
                    <a:pt x="25139" y="85177"/>
                    <a:pt x="19251" y="85669"/>
                    <a:pt x="13401" y="86571"/>
                  </a:cubicBezTo>
                  <a:cubicBezTo>
                    <a:pt x="15113" y="23052"/>
                    <a:pt x="15228" y="13750"/>
                    <a:pt x="16711" y="681"/>
                  </a:cubicBezTo>
                  <a:close/>
                  <a:moveTo>
                    <a:pt x="116617" y="4343"/>
                  </a:moveTo>
                  <a:cubicBezTo>
                    <a:pt x="116780" y="4343"/>
                    <a:pt x="117008" y="4511"/>
                    <a:pt x="117326" y="4562"/>
                  </a:cubicBezTo>
                  <a:lnTo>
                    <a:pt x="117269" y="4562"/>
                  </a:lnTo>
                  <a:cubicBezTo>
                    <a:pt x="118239" y="20770"/>
                    <a:pt x="118125" y="17174"/>
                    <a:pt x="117383" y="40173"/>
                  </a:cubicBezTo>
                  <a:cubicBezTo>
                    <a:pt x="117111" y="48041"/>
                    <a:pt x="117072" y="51204"/>
                    <a:pt x="117151" y="51204"/>
                  </a:cubicBezTo>
                  <a:lnTo>
                    <a:pt x="117151" y="51204"/>
                  </a:lnTo>
                  <a:cubicBezTo>
                    <a:pt x="117401" y="51204"/>
                    <a:pt x="118842" y="18960"/>
                    <a:pt x="117668" y="4619"/>
                  </a:cubicBezTo>
                  <a:lnTo>
                    <a:pt x="117668" y="4619"/>
                  </a:lnTo>
                  <a:cubicBezTo>
                    <a:pt x="120408" y="5075"/>
                    <a:pt x="119723" y="3306"/>
                    <a:pt x="119894" y="13807"/>
                  </a:cubicBezTo>
                  <a:cubicBezTo>
                    <a:pt x="120000" y="19015"/>
                    <a:pt x="120151" y="22596"/>
                    <a:pt x="120249" y="22596"/>
                  </a:cubicBezTo>
                  <a:cubicBezTo>
                    <a:pt x="120310" y="22596"/>
                    <a:pt x="120351" y="21260"/>
                    <a:pt x="120351" y="18144"/>
                  </a:cubicBezTo>
                  <a:cubicBezTo>
                    <a:pt x="120304" y="6309"/>
                    <a:pt x="119759" y="4980"/>
                    <a:pt x="120444" y="4980"/>
                  </a:cubicBezTo>
                  <a:cubicBezTo>
                    <a:pt x="120594" y="4980"/>
                    <a:pt x="120804" y="5044"/>
                    <a:pt x="121093" y="5075"/>
                  </a:cubicBezTo>
                  <a:cubicBezTo>
                    <a:pt x="120783" y="8207"/>
                    <a:pt x="121137" y="12772"/>
                    <a:pt x="121367" y="12772"/>
                  </a:cubicBezTo>
                  <a:cubicBezTo>
                    <a:pt x="121519" y="12772"/>
                    <a:pt x="121616" y="10795"/>
                    <a:pt x="121435" y="5132"/>
                  </a:cubicBezTo>
                  <a:lnTo>
                    <a:pt x="121435" y="5132"/>
                  </a:lnTo>
                  <a:cubicBezTo>
                    <a:pt x="123489" y="5589"/>
                    <a:pt x="121663" y="44625"/>
                    <a:pt x="121378" y="69450"/>
                  </a:cubicBezTo>
                  <a:cubicBezTo>
                    <a:pt x="121101" y="87668"/>
                    <a:pt x="121831" y="89337"/>
                    <a:pt x="120826" y="89337"/>
                  </a:cubicBezTo>
                  <a:cubicBezTo>
                    <a:pt x="120600" y="89337"/>
                    <a:pt x="120288" y="89253"/>
                    <a:pt x="119856" y="89253"/>
                  </a:cubicBezTo>
                  <a:cubicBezTo>
                    <a:pt x="119831" y="89253"/>
                    <a:pt x="119806" y="89253"/>
                    <a:pt x="119780" y="89254"/>
                  </a:cubicBezTo>
                  <a:cubicBezTo>
                    <a:pt x="118810" y="62488"/>
                    <a:pt x="121492" y="55468"/>
                    <a:pt x="120807" y="38233"/>
                  </a:cubicBezTo>
                  <a:cubicBezTo>
                    <a:pt x="120522" y="31327"/>
                    <a:pt x="120522" y="30757"/>
                    <a:pt x="121150" y="23851"/>
                  </a:cubicBezTo>
                  <a:cubicBezTo>
                    <a:pt x="121162" y="23709"/>
                    <a:pt x="121158" y="23639"/>
                    <a:pt x="121142" y="23639"/>
                  </a:cubicBezTo>
                  <a:cubicBezTo>
                    <a:pt x="121011" y="23639"/>
                    <a:pt x="120045" y="28384"/>
                    <a:pt x="120351" y="36578"/>
                  </a:cubicBezTo>
                  <a:cubicBezTo>
                    <a:pt x="121035" y="55582"/>
                    <a:pt x="119152" y="61346"/>
                    <a:pt x="119095" y="74986"/>
                  </a:cubicBezTo>
                  <a:cubicBezTo>
                    <a:pt x="119005" y="87659"/>
                    <a:pt x="119984" y="89390"/>
                    <a:pt x="118793" y="89390"/>
                  </a:cubicBezTo>
                  <a:cubicBezTo>
                    <a:pt x="118477" y="89390"/>
                    <a:pt x="118008" y="89268"/>
                    <a:pt x="117326" y="89197"/>
                  </a:cubicBezTo>
                  <a:cubicBezTo>
                    <a:pt x="117932" y="59100"/>
                    <a:pt x="117662" y="56083"/>
                    <a:pt x="117543" y="56083"/>
                  </a:cubicBezTo>
                  <a:cubicBezTo>
                    <a:pt x="117516" y="56083"/>
                    <a:pt x="117497" y="56236"/>
                    <a:pt x="117497" y="56267"/>
                  </a:cubicBezTo>
                  <a:cubicBezTo>
                    <a:pt x="116847" y="85769"/>
                    <a:pt x="117369" y="89174"/>
                    <a:pt x="116354" y="89174"/>
                  </a:cubicBezTo>
                  <a:cubicBezTo>
                    <a:pt x="116122" y="89174"/>
                    <a:pt x="115810" y="88996"/>
                    <a:pt x="115386" y="88911"/>
                  </a:cubicBezTo>
                  <a:cubicBezTo>
                    <a:pt x="115271" y="88854"/>
                    <a:pt x="115785" y="42114"/>
                    <a:pt x="116070" y="22425"/>
                  </a:cubicBezTo>
                  <a:cubicBezTo>
                    <a:pt x="116248" y="6374"/>
                    <a:pt x="116046" y="4343"/>
                    <a:pt x="116617" y="4343"/>
                  </a:cubicBezTo>
                  <a:close/>
                  <a:moveTo>
                    <a:pt x="84090" y="2710"/>
                  </a:moveTo>
                  <a:cubicBezTo>
                    <a:pt x="85243" y="2710"/>
                    <a:pt x="86484" y="2718"/>
                    <a:pt x="87821" y="2735"/>
                  </a:cubicBezTo>
                  <a:cubicBezTo>
                    <a:pt x="103629" y="2964"/>
                    <a:pt x="115785" y="3363"/>
                    <a:pt x="115785" y="3477"/>
                  </a:cubicBezTo>
                  <a:cubicBezTo>
                    <a:pt x="114929" y="65684"/>
                    <a:pt x="114986" y="57466"/>
                    <a:pt x="114529" y="89596"/>
                  </a:cubicBezTo>
                  <a:cubicBezTo>
                    <a:pt x="111591" y="89664"/>
                    <a:pt x="108676" y="89697"/>
                    <a:pt x="105784" y="89697"/>
                  </a:cubicBezTo>
                  <a:cubicBezTo>
                    <a:pt x="91604" y="89697"/>
                    <a:pt x="77961" y="88897"/>
                    <a:pt x="64593" y="87427"/>
                  </a:cubicBezTo>
                  <a:cubicBezTo>
                    <a:pt x="64650" y="55069"/>
                    <a:pt x="65620" y="30186"/>
                    <a:pt x="67161" y="3420"/>
                  </a:cubicBezTo>
                  <a:cubicBezTo>
                    <a:pt x="67487" y="3500"/>
                    <a:pt x="67781" y="3533"/>
                    <a:pt x="68110" y="3533"/>
                  </a:cubicBezTo>
                  <a:cubicBezTo>
                    <a:pt x="69749" y="3533"/>
                    <a:pt x="72266" y="2710"/>
                    <a:pt x="84090" y="2710"/>
                  </a:cubicBezTo>
                  <a:close/>
                  <a:moveTo>
                    <a:pt x="16530" y="1"/>
                  </a:moveTo>
                  <a:cubicBezTo>
                    <a:pt x="16167" y="1"/>
                    <a:pt x="16107" y="85"/>
                    <a:pt x="16084" y="281"/>
                  </a:cubicBezTo>
                  <a:cubicBezTo>
                    <a:pt x="16026" y="567"/>
                    <a:pt x="16026" y="852"/>
                    <a:pt x="15969" y="1137"/>
                  </a:cubicBezTo>
                  <a:cubicBezTo>
                    <a:pt x="15969" y="1080"/>
                    <a:pt x="15855" y="1080"/>
                    <a:pt x="15798" y="1080"/>
                  </a:cubicBezTo>
                  <a:cubicBezTo>
                    <a:pt x="15635" y="1080"/>
                    <a:pt x="8862" y="207"/>
                    <a:pt x="4985" y="207"/>
                  </a:cubicBezTo>
                  <a:cubicBezTo>
                    <a:pt x="3434" y="207"/>
                    <a:pt x="2346" y="347"/>
                    <a:pt x="2330" y="738"/>
                  </a:cubicBezTo>
                  <a:cubicBezTo>
                    <a:pt x="1474" y="29844"/>
                    <a:pt x="732" y="58436"/>
                    <a:pt x="47" y="87199"/>
                  </a:cubicBezTo>
                  <a:cubicBezTo>
                    <a:pt x="1" y="88724"/>
                    <a:pt x="81376" y="91969"/>
                    <a:pt x="112437" y="91969"/>
                  </a:cubicBezTo>
                  <a:cubicBezTo>
                    <a:pt x="119744" y="91969"/>
                    <a:pt x="124267" y="91789"/>
                    <a:pt x="124288" y="91365"/>
                  </a:cubicBezTo>
                  <a:cubicBezTo>
                    <a:pt x="125316" y="57637"/>
                    <a:pt x="125715" y="24023"/>
                    <a:pt x="125658" y="2850"/>
                  </a:cubicBezTo>
                  <a:cubicBezTo>
                    <a:pt x="125658" y="2622"/>
                    <a:pt x="125824" y="2561"/>
                    <a:pt x="124165" y="2561"/>
                  </a:cubicBezTo>
                  <a:cubicBezTo>
                    <a:pt x="122905" y="2561"/>
                    <a:pt x="120593" y="2597"/>
                    <a:pt x="116356" y="2621"/>
                  </a:cubicBezTo>
                  <a:cubicBezTo>
                    <a:pt x="116070" y="2621"/>
                    <a:pt x="116070" y="2964"/>
                    <a:pt x="116299" y="2964"/>
                  </a:cubicBezTo>
                  <a:cubicBezTo>
                    <a:pt x="119266" y="3021"/>
                    <a:pt x="122234" y="3021"/>
                    <a:pt x="125145" y="3078"/>
                  </a:cubicBezTo>
                  <a:cubicBezTo>
                    <a:pt x="124973" y="43712"/>
                    <a:pt x="124517" y="66996"/>
                    <a:pt x="123775" y="91080"/>
                  </a:cubicBezTo>
                  <a:cubicBezTo>
                    <a:pt x="120679" y="91189"/>
                    <a:pt x="116453" y="91243"/>
                    <a:pt x="111376" y="91243"/>
                  </a:cubicBezTo>
                  <a:cubicBezTo>
                    <a:pt x="84633" y="91243"/>
                    <a:pt x="34249" y="89744"/>
                    <a:pt x="675" y="86914"/>
                  </a:cubicBezTo>
                  <a:cubicBezTo>
                    <a:pt x="1359" y="57922"/>
                    <a:pt x="2101" y="29558"/>
                    <a:pt x="2957" y="1023"/>
                  </a:cubicBezTo>
                  <a:cubicBezTo>
                    <a:pt x="4275" y="912"/>
                    <a:pt x="5592" y="852"/>
                    <a:pt x="6905" y="852"/>
                  </a:cubicBezTo>
                  <a:cubicBezTo>
                    <a:pt x="8950" y="852"/>
                    <a:pt x="10986" y="996"/>
                    <a:pt x="13002" y="1309"/>
                  </a:cubicBezTo>
                  <a:cubicBezTo>
                    <a:pt x="8950" y="2964"/>
                    <a:pt x="7181" y="2108"/>
                    <a:pt x="7181" y="2678"/>
                  </a:cubicBezTo>
                  <a:cubicBezTo>
                    <a:pt x="7808" y="52215"/>
                    <a:pt x="4441" y="72475"/>
                    <a:pt x="5583" y="85887"/>
                  </a:cubicBezTo>
                  <a:lnTo>
                    <a:pt x="5583" y="85887"/>
                  </a:lnTo>
                  <a:cubicBezTo>
                    <a:pt x="5531" y="85868"/>
                    <a:pt x="5481" y="85861"/>
                    <a:pt x="5433" y="85861"/>
                  </a:cubicBezTo>
                  <a:cubicBezTo>
                    <a:pt x="5266" y="85861"/>
                    <a:pt x="5124" y="85950"/>
                    <a:pt x="5008" y="85950"/>
                  </a:cubicBezTo>
                  <a:cubicBezTo>
                    <a:pt x="4253" y="85950"/>
                    <a:pt x="4653" y="82116"/>
                    <a:pt x="6610" y="24137"/>
                  </a:cubicBezTo>
                  <a:cubicBezTo>
                    <a:pt x="6610" y="24065"/>
                    <a:pt x="6560" y="24033"/>
                    <a:pt x="6502" y="24033"/>
                  </a:cubicBezTo>
                  <a:cubicBezTo>
                    <a:pt x="6421" y="24033"/>
                    <a:pt x="6325" y="24094"/>
                    <a:pt x="6325" y="24194"/>
                  </a:cubicBezTo>
                  <a:cubicBezTo>
                    <a:pt x="2283" y="81034"/>
                    <a:pt x="5934" y="85674"/>
                    <a:pt x="3736" y="85674"/>
                  </a:cubicBezTo>
                  <a:cubicBezTo>
                    <a:pt x="3451" y="85674"/>
                    <a:pt x="3069" y="85596"/>
                    <a:pt x="2558" y="85544"/>
                  </a:cubicBezTo>
                  <a:cubicBezTo>
                    <a:pt x="3585" y="78867"/>
                    <a:pt x="3699" y="60604"/>
                    <a:pt x="3813" y="42970"/>
                  </a:cubicBezTo>
                  <a:cubicBezTo>
                    <a:pt x="3939" y="44679"/>
                    <a:pt x="4186" y="45323"/>
                    <a:pt x="4309" y="45323"/>
                  </a:cubicBezTo>
                  <a:cubicBezTo>
                    <a:pt x="4355" y="45323"/>
                    <a:pt x="4384" y="45235"/>
                    <a:pt x="4384" y="45081"/>
                  </a:cubicBezTo>
                  <a:cubicBezTo>
                    <a:pt x="4670" y="28816"/>
                    <a:pt x="4898" y="36692"/>
                    <a:pt x="5526" y="27960"/>
                  </a:cubicBezTo>
                  <a:cubicBezTo>
                    <a:pt x="6210" y="19343"/>
                    <a:pt x="4670" y="12209"/>
                    <a:pt x="5811" y="2792"/>
                  </a:cubicBezTo>
                  <a:cubicBezTo>
                    <a:pt x="7909" y="2302"/>
                    <a:pt x="7926" y="2085"/>
                    <a:pt x="7271" y="2085"/>
                  </a:cubicBezTo>
                  <a:cubicBezTo>
                    <a:pt x="6554" y="2085"/>
                    <a:pt x="5033" y="2345"/>
                    <a:pt x="4555" y="2792"/>
                  </a:cubicBezTo>
                  <a:cubicBezTo>
                    <a:pt x="3928" y="3420"/>
                    <a:pt x="2843" y="31955"/>
                    <a:pt x="3129" y="66996"/>
                  </a:cubicBezTo>
                  <a:cubicBezTo>
                    <a:pt x="3243" y="84060"/>
                    <a:pt x="1531" y="85944"/>
                    <a:pt x="2273" y="86001"/>
                  </a:cubicBezTo>
                  <a:cubicBezTo>
                    <a:pt x="4704" y="86244"/>
                    <a:pt x="5294" y="86314"/>
                    <a:pt x="5472" y="86314"/>
                  </a:cubicBezTo>
                  <a:cubicBezTo>
                    <a:pt x="5545" y="86314"/>
                    <a:pt x="5550" y="86303"/>
                    <a:pt x="5583" y="86286"/>
                  </a:cubicBezTo>
                  <a:cubicBezTo>
                    <a:pt x="5633" y="86386"/>
                    <a:pt x="5595" y="86706"/>
                    <a:pt x="5816" y="86706"/>
                  </a:cubicBezTo>
                  <a:cubicBezTo>
                    <a:pt x="5847" y="86706"/>
                    <a:pt x="5883" y="86700"/>
                    <a:pt x="5925" y="86685"/>
                  </a:cubicBezTo>
                  <a:cubicBezTo>
                    <a:pt x="7211" y="86213"/>
                    <a:pt x="7978" y="86091"/>
                    <a:pt x="8564" y="86091"/>
                  </a:cubicBezTo>
                  <a:cubicBezTo>
                    <a:pt x="9196" y="86091"/>
                    <a:pt x="9618" y="86233"/>
                    <a:pt x="10254" y="86233"/>
                  </a:cubicBezTo>
                  <a:cubicBezTo>
                    <a:pt x="10312" y="86233"/>
                    <a:pt x="10372" y="86232"/>
                    <a:pt x="10434" y="86229"/>
                  </a:cubicBezTo>
                  <a:cubicBezTo>
                    <a:pt x="11575" y="86138"/>
                    <a:pt x="12187" y="86046"/>
                    <a:pt x="12510" y="86046"/>
                  </a:cubicBezTo>
                  <a:cubicBezTo>
                    <a:pt x="12995" y="86046"/>
                    <a:pt x="12831" y="86252"/>
                    <a:pt x="12831" y="86971"/>
                  </a:cubicBezTo>
                  <a:cubicBezTo>
                    <a:pt x="12831" y="87161"/>
                    <a:pt x="12862" y="87242"/>
                    <a:pt x="13113" y="87242"/>
                  </a:cubicBezTo>
                  <a:cubicBezTo>
                    <a:pt x="13540" y="87242"/>
                    <a:pt x="14602" y="87009"/>
                    <a:pt x="17225" y="86685"/>
                  </a:cubicBezTo>
                  <a:cubicBezTo>
                    <a:pt x="19394" y="86914"/>
                    <a:pt x="52437" y="87998"/>
                    <a:pt x="53293" y="87998"/>
                  </a:cubicBezTo>
                  <a:cubicBezTo>
                    <a:pt x="55556" y="88342"/>
                    <a:pt x="57333" y="88466"/>
                    <a:pt x="58726" y="88466"/>
                  </a:cubicBezTo>
                  <a:cubicBezTo>
                    <a:pt x="62392" y="88466"/>
                    <a:pt x="63400" y="87604"/>
                    <a:pt x="63587" y="87604"/>
                  </a:cubicBezTo>
                  <a:cubicBezTo>
                    <a:pt x="63613" y="87604"/>
                    <a:pt x="63623" y="87620"/>
                    <a:pt x="63623" y="87656"/>
                  </a:cubicBezTo>
                  <a:cubicBezTo>
                    <a:pt x="63623" y="89831"/>
                    <a:pt x="94448" y="90450"/>
                    <a:pt x="108946" y="90450"/>
                  </a:cubicBezTo>
                  <a:cubicBezTo>
                    <a:pt x="111567" y="90450"/>
                    <a:pt x="113654" y="90430"/>
                    <a:pt x="114929" y="90395"/>
                  </a:cubicBezTo>
                  <a:cubicBezTo>
                    <a:pt x="115386" y="90395"/>
                    <a:pt x="115328" y="89824"/>
                    <a:pt x="115328" y="89368"/>
                  </a:cubicBezTo>
                  <a:lnTo>
                    <a:pt x="115328" y="89368"/>
                  </a:lnTo>
                  <a:cubicBezTo>
                    <a:pt x="116251" y="89565"/>
                    <a:pt x="118277" y="89763"/>
                    <a:pt x="119825" y="89763"/>
                  </a:cubicBezTo>
                  <a:cubicBezTo>
                    <a:pt x="120958" y="89763"/>
                    <a:pt x="121834" y="89657"/>
                    <a:pt x="121834" y="89368"/>
                  </a:cubicBezTo>
                  <a:cubicBezTo>
                    <a:pt x="121378" y="67567"/>
                    <a:pt x="123547" y="7472"/>
                    <a:pt x="122633" y="5361"/>
                  </a:cubicBezTo>
                  <a:cubicBezTo>
                    <a:pt x="122405" y="4847"/>
                    <a:pt x="121892" y="4904"/>
                    <a:pt x="121435" y="4790"/>
                  </a:cubicBezTo>
                  <a:cubicBezTo>
                    <a:pt x="121406" y="4733"/>
                    <a:pt x="121349" y="4704"/>
                    <a:pt x="121292" y="4704"/>
                  </a:cubicBezTo>
                  <a:cubicBezTo>
                    <a:pt x="121235" y="4704"/>
                    <a:pt x="121178" y="4733"/>
                    <a:pt x="121150" y="4790"/>
                  </a:cubicBezTo>
                  <a:cubicBezTo>
                    <a:pt x="115443" y="3991"/>
                    <a:pt x="116299" y="4447"/>
                    <a:pt x="116299" y="3249"/>
                  </a:cubicBezTo>
                  <a:cubicBezTo>
                    <a:pt x="116299" y="2742"/>
                    <a:pt x="98755" y="2188"/>
                    <a:pt x="84374" y="2188"/>
                  </a:cubicBezTo>
                  <a:cubicBezTo>
                    <a:pt x="76113" y="2188"/>
                    <a:pt x="68896" y="2371"/>
                    <a:pt x="66648" y="2850"/>
                  </a:cubicBezTo>
                  <a:cubicBezTo>
                    <a:pt x="65512" y="2483"/>
                    <a:pt x="62685" y="2376"/>
                    <a:pt x="60473" y="2376"/>
                  </a:cubicBezTo>
                  <a:cubicBezTo>
                    <a:pt x="59238" y="2376"/>
                    <a:pt x="58195" y="2409"/>
                    <a:pt x="57745" y="2450"/>
                  </a:cubicBezTo>
                  <a:cubicBezTo>
                    <a:pt x="54599" y="2170"/>
                    <a:pt x="53251" y="1998"/>
                    <a:pt x="52430" y="1998"/>
                  </a:cubicBezTo>
                  <a:cubicBezTo>
                    <a:pt x="51911" y="1998"/>
                    <a:pt x="51602" y="2067"/>
                    <a:pt x="51182" y="2222"/>
                  </a:cubicBezTo>
                  <a:cubicBezTo>
                    <a:pt x="24091" y="1311"/>
                    <a:pt x="17960" y="1"/>
                    <a:pt x="16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7"/>
            <p:cNvSpPr/>
            <p:nvPr/>
          </p:nvSpPr>
          <p:spPr>
            <a:xfrm>
              <a:off x="3272550" y="1296350"/>
              <a:ext cx="34525" cy="637975"/>
            </a:xfrm>
            <a:custGeom>
              <a:rect b="b" l="l" r="r" t="t"/>
              <a:pathLst>
                <a:path extrusionOk="0" h="25519" w="1381">
                  <a:moveTo>
                    <a:pt x="835" y="1"/>
                  </a:moveTo>
                  <a:cubicBezTo>
                    <a:pt x="819" y="1"/>
                    <a:pt x="810" y="67"/>
                    <a:pt x="810" y="154"/>
                  </a:cubicBezTo>
                  <a:cubicBezTo>
                    <a:pt x="468" y="14079"/>
                    <a:pt x="1381" y="10141"/>
                    <a:pt x="11" y="25322"/>
                  </a:cubicBezTo>
                  <a:cubicBezTo>
                    <a:pt x="0" y="25421"/>
                    <a:pt x="32" y="25519"/>
                    <a:pt x="91" y="25519"/>
                  </a:cubicBezTo>
                  <a:cubicBezTo>
                    <a:pt x="337" y="25519"/>
                    <a:pt x="1060" y="23829"/>
                    <a:pt x="1153" y="13565"/>
                  </a:cubicBezTo>
                  <a:cubicBezTo>
                    <a:pt x="1201" y="2016"/>
                    <a:pt x="922" y="1"/>
                    <a:pt x="835" y="1"/>
                  </a:cubicBezTo>
                  <a:close/>
                </a:path>
              </a:pathLst>
            </a:custGeom>
            <a:solidFill>
              <a:srgbClr val="7258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2" name="Google Shape;222;p17"/>
          <p:cNvSpPr txBox="1"/>
          <p:nvPr>
            <p:ph type="title"/>
          </p:nvPr>
        </p:nvSpPr>
        <p:spPr>
          <a:xfrm>
            <a:off x="1398375" y="445025"/>
            <a:ext cx="3332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18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5" name="Google Shape;225;p18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226" name="Google Shape;226;p18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8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8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8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8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3" name="Google Shape;233;p18"/>
          <p:cNvSpPr txBox="1"/>
          <p:nvPr>
            <p:ph type="title"/>
          </p:nvPr>
        </p:nvSpPr>
        <p:spPr>
          <a:xfrm>
            <a:off x="3557400" y="2788963"/>
            <a:ext cx="4360200" cy="531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b="0" i="1"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34" name="Google Shape;234;p18"/>
          <p:cNvSpPr txBox="1"/>
          <p:nvPr>
            <p:ph idx="1" type="subTitle"/>
          </p:nvPr>
        </p:nvSpPr>
        <p:spPr>
          <a:xfrm>
            <a:off x="1226400" y="1310563"/>
            <a:ext cx="6691200" cy="1478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19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19"/>
          <p:cNvGrpSpPr/>
          <p:nvPr/>
        </p:nvGrpSpPr>
        <p:grpSpPr>
          <a:xfrm rot="-33946">
            <a:off x="208521" y="115071"/>
            <a:ext cx="8728591" cy="4878962"/>
            <a:chOff x="315425" y="364350"/>
            <a:chExt cx="3145625" cy="2299225"/>
          </a:xfrm>
        </p:grpSpPr>
        <p:sp>
          <p:nvSpPr>
            <p:cNvPr id="238" name="Google Shape;238;p19"/>
            <p:cNvSpPr/>
            <p:nvPr/>
          </p:nvSpPr>
          <p:spPr>
            <a:xfrm>
              <a:off x="332275" y="374100"/>
              <a:ext cx="3126050" cy="2279075"/>
            </a:xfrm>
            <a:custGeom>
              <a:rect b="b" l="l" r="r" t="t"/>
              <a:pathLst>
                <a:path extrusionOk="0" h="91163" w="125042">
                  <a:moveTo>
                    <a:pt x="6040" y="0"/>
                  </a:moveTo>
                  <a:cubicBezTo>
                    <a:pt x="5232" y="0"/>
                    <a:pt x="4419" y="21"/>
                    <a:pt x="3596" y="63"/>
                  </a:cubicBezTo>
                  <a:cubicBezTo>
                    <a:pt x="3139" y="63"/>
                    <a:pt x="2626" y="405"/>
                    <a:pt x="2283" y="690"/>
                  </a:cubicBezTo>
                  <a:cubicBezTo>
                    <a:pt x="2112" y="5484"/>
                    <a:pt x="1941" y="10335"/>
                    <a:pt x="1770" y="15129"/>
                  </a:cubicBezTo>
                  <a:cubicBezTo>
                    <a:pt x="1313" y="28712"/>
                    <a:pt x="1142" y="42294"/>
                    <a:pt x="685" y="55877"/>
                  </a:cubicBezTo>
                  <a:cubicBezTo>
                    <a:pt x="514" y="61128"/>
                    <a:pt x="685" y="66378"/>
                    <a:pt x="286" y="71628"/>
                  </a:cubicBezTo>
                  <a:cubicBezTo>
                    <a:pt x="1" y="75224"/>
                    <a:pt x="400" y="78876"/>
                    <a:pt x="115" y="82472"/>
                  </a:cubicBezTo>
                  <a:cubicBezTo>
                    <a:pt x="1" y="83727"/>
                    <a:pt x="58" y="85040"/>
                    <a:pt x="58" y="86295"/>
                  </a:cubicBezTo>
                  <a:cubicBezTo>
                    <a:pt x="58" y="87266"/>
                    <a:pt x="8276" y="87608"/>
                    <a:pt x="9417" y="87665"/>
                  </a:cubicBezTo>
                  <a:cubicBezTo>
                    <a:pt x="12271" y="87836"/>
                    <a:pt x="15124" y="87836"/>
                    <a:pt x="17921" y="88008"/>
                  </a:cubicBezTo>
                  <a:cubicBezTo>
                    <a:pt x="23114" y="88236"/>
                    <a:pt x="28250" y="88521"/>
                    <a:pt x="33444" y="88864"/>
                  </a:cubicBezTo>
                  <a:cubicBezTo>
                    <a:pt x="41262" y="89320"/>
                    <a:pt x="49195" y="89606"/>
                    <a:pt x="57014" y="89891"/>
                  </a:cubicBezTo>
                  <a:cubicBezTo>
                    <a:pt x="58612" y="89948"/>
                    <a:pt x="60210" y="90005"/>
                    <a:pt x="61808" y="90062"/>
                  </a:cubicBezTo>
                  <a:cubicBezTo>
                    <a:pt x="68485" y="90233"/>
                    <a:pt x="75219" y="90405"/>
                    <a:pt x="81896" y="90576"/>
                  </a:cubicBezTo>
                  <a:cubicBezTo>
                    <a:pt x="83897" y="90645"/>
                    <a:pt x="85892" y="90656"/>
                    <a:pt x="87884" y="90656"/>
                  </a:cubicBezTo>
                  <a:cubicBezTo>
                    <a:pt x="88900" y="90656"/>
                    <a:pt x="89916" y="90653"/>
                    <a:pt x="90931" y="90653"/>
                  </a:cubicBezTo>
                  <a:cubicBezTo>
                    <a:pt x="94507" y="90653"/>
                    <a:pt x="98075" y="90691"/>
                    <a:pt x="101642" y="91032"/>
                  </a:cubicBezTo>
                  <a:cubicBezTo>
                    <a:pt x="102773" y="91129"/>
                    <a:pt x="103898" y="91162"/>
                    <a:pt x="105023" y="91162"/>
                  </a:cubicBezTo>
                  <a:cubicBezTo>
                    <a:pt x="107412" y="91162"/>
                    <a:pt x="109799" y="91013"/>
                    <a:pt x="112219" y="91013"/>
                  </a:cubicBezTo>
                  <a:cubicBezTo>
                    <a:pt x="112687" y="91013"/>
                    <a:pt x="113156" y="91019"/>
                    <a:pt x="113627" y="91032"/>
                  </a:cubicBezTo>
                  <a:cubicBezTo>
                    <a:pt x="114693" y="91070"/>
                    <a:pt x="115758" y="91089"/>
                    <a:pt x="116821" y="91089"/>
                  </a:cubicBezTo>
                  <a:cubicBezTo>
                    <a:pt x="118947" y="91089"/>
                    <a:pt x="121065" y="91013"/>
                    <a:pt x="123158" y="90861"/>
                  </a:cubicBezTo>
                  <a:cubicBezTo>
                    <a:pt x="123329" y="90861"/>
                    <a:pt x="123557" y="90861"/>
                    <a:pt x="123672" y="90747"/>
                  </a:cubicBezTo>
                  <a:cubicBezTo>
                    <a:pt x="123786" y="90633"/>
                    <a:pt x="123786" y="90576"/>
                    <a:pt x="123672" y="90519"/>
                  </a:cubicBezTo>
                  <a:cubicBezTo>
                    <a:pt x="124413" y="86067"/>
                    <a:pt x="123957" y="81216"/>
                    <a:pt x="124014" y="76651"/>
                  </a:cubicBezTo>
                  <a:cubicBezTo>
                    <a:pt x="124014" y="73797"/>
                    <a:pt x="124299" y="71115"/>
                    <a:pt x="124299" y="68204"/>
                  </a:cubicBezTo>
                  <a:cubicBezTo>
                    <a:pt x="124242" y="65065"/>
                    <a:pt x="124699" y="61927"/>
                    <a:pt x="124699" y="58788"/>
                  </a:cubicBezTo>
                  <a:cubicBezTo>
                    <a:pt x="124642" y="51939"/>
                    <a:pt x="124699" y="45091"/>
                    <a:pt x="124870" y="38300"/>
                  </a:cubicBezTo>
                  <a:cubicBezTo>
                    <a:pt x="125041" y="31736"/>
                    <a:pt x="124870" y="25230"/>
                    <a:pt x="124927" y="18724"/>
                  </a:cubicBezTo>
                  <a:cubicBezTo>
                    <a:pt x="124984" y="13303"/>
                    <a:pt x="124984" y="7938"/>
                    <a:pt x="125041" y="2517"/>
                  </a:cubicBezTo>
                  <a:cubicBezTo>
                    <a:pt x="123254" y="2342"/>
                    <a:pt x="121466" y="2268"/>
                    <a:pt x="119679" y="2268"/>
                  </a:cubicBezTo>
                  <a:cubicBezTo>
                    <a:pt x="119126" y="2268"/>
                    <a:pt x="118574" y="2275"/>
                    <a:pt x="118022" y="2288"/>
                  </a:cubicBezTo>
                  <a:cubicBezTo>
                    <a:pt x="116709" y="2345"/>
                    <a:pt x="115396" y="2402"/>
                    <a:pt x="114141" y="2460"/>
                  </a:cubicBezTo>
                  <a:cubicBezTo>
                    <a:pt x="114341" y="2574"/>
                    <a:pt x="114498" y="2588"/>
                    <a:pt x="114662" y="2588"/>
                  </a:cubicBezTo>
                  <a:cubicBezTo>
                    <a:pt x="114716" y="2588"/>
                    <a:pt x="114772" y="2586"/>
                    <a:pt x="114830" y="2586"/>
                  </a:cubicBezTo>
                  <a:cubicBezTo>
                    <a:pt x="114946" y="2586"/>
                    <a:pt x="115073" y="2593"/>
                    <a:pt x="115225" y="2631"/>
                  </a:cubicBezTo>
                  <a:cubicBezTo>
                    <a:pt x="115453" y="2688"/>
                    <a:pt x="115739" y="2859"/>
                    <a:pt x="115739" y="3144"/>
                  </a:cubicBezTo>
                  <a:cubicBezTo>
                    <a:pt x="115796" y="3373"/>
                    <a:pt x="115739" y="3601"/>
                    <a:pt x="115739" y="3772"/>
                  </a:cubicBezTo>
                  <a:cubicBezTo>
                    <a:pt x="115739" y="3770"/>
                    <a:pt x="115746" y="3769"/>
                    <a:pt x="115760" y="3769"/>
                  </a:cubicBezTo>
                  <a:cubicBezTo>
                    <a:pt x="116121" y="3769"/>
                    <a:pt x="121004" y="4459"/>
                    <a:pt x="121389" y="4514"/>
                  </a:cubicBezTo>
                  <a:cubicBezTo>
                    <a:pt x="121674" y="4571"/>
                    <a:pt x="121788" y="4742"/>
                    <a:pt x="121902" y="4971"/>
                  </a:cubicBezTo>
                  <a:cubicBezTo>
                    <a:pt x="122074" y="5256"/>
                    <a:pt x="122074" y="5541"/>
                    <a:pt x="122074" y="5827"/>
                  </a:cubicBezTo>
                  <a:cubicBezTo>
                    <a:pt x="122188" y="9879"/>
                    <a:pt x="122245" y="13874"/>
                    <a:pt x="122245" y="17868"/>
                  </a:cubicBezTo>
                  <a:cubicBezTo>
                    <a:pt x="122188" y="30538"/>
                    <a:pt x="121845" y="43150"/>
                    <a:pt x="121446" y="55820"/>
                  </a:cubicBezTo>
                  <a:cubicBezTo>
                    <a:pt x="121103" y="66720"/>
                    <a:pt x="121275" y="77678"/>
                    <a:pt x="121160" y="88578"/>
                  </a:cubicBezTo>
                  <a:cubicBezTo>
                    <a:pt x="121160" y="88864"/>
                    <a:pt x="121046" y="88921"/>
                    <a:pt x="120761" y="89035"/>
                  </a:cubicBezTo>
                  <a:cubicBezTo>
                    <a:pt x="120590" y="89138"/>
                    <a:pt x="120419" y="89158"/>
                    <a:pt x="120235" y="89158"/>
                  </a:cubicBezTo>
                  <a:cubicBezTo>
                    <a:pt x="120113" y="89158"/>
                    <a:pt x="119985" y="89149"/>
                    <a:pt x="119848" y="89149"/>
                  </a:cubicBezTo>
                  <a:cubicBezTo>
                    <a:pt x="119334" y="89149"/>
                    <a:pt x="118821" y="89149"/>
                    <a:pt x="118307" y="89092"/>
                  </a:cubicBezTo>
                  <a:cubicBezTo>
                    <a:pt x="117108" y="89092"/>
                    <a:pt x="115910" y="89035"/>
                    <a:pt x="114826" y="88521"/>
                  </a:cubicBezTo>
                  <a:cubicBezTo>
                    <a:pt x="114792" y="88505"/>
                    <a:pt x="114754" y="88498"/>
                    <a:pt x="114715" y="88498"/>
                  </a:cubicBezTo>
                  <a:cubicBezTo>
                    <a:pt x="114621" y="88498"/>
                    <a:pt x="114524" y="88538"/>
                    <a:pt x="114483" y="88578"/>
                  </a:cubicBezTo>
                  <a:cubicBezTo>
                    <a:pt x="114483" y="88921"/>
                    <a:pt x="114483" y="89206"/>
                    <a:pt x="114426" y="89548"/>
                  </a:cubicBezTo>
                  <a:cubicBezTo>
                    <a:pt x="112714" y="89548"/>
                    <a:pt x="110945" y="89606"/>
                    <a:pt x="109233" y="89663"/>
                  </a:cubicBezTo>
                  <a:cubicBezTo>
                    <a:pt x="108856" y="89674"/>
                    <a:pt x="108473" y="89679"/>
                    <a:pt x="108085" y="89679"/>
                  </a:cubicBezTo>
                  <a:cubicBezTo>
                    <a:pt x="106532" y="89679"/>
                    <a:pt x="104907" y="89606"/>
                    <a:pt x="103355" y="89606"/>
                  </a:cubicBezTo>
                  <a:cubicBezTo>
                    <a:pt x="95479" y="89491"/>
                    <a:pt x="87546" y="89377"/>
                    <a:pt x="79670" y="88864"/>
                  </a:cubicBezTo>
                  <a:cubicBezTo>
                    <a:pt x="74591" y="88578"/>
                    <a:pt x="69512" y="88065"/>
                    <a:pt x="64433" y="87551"/>
                  </a:cubicBezTo>
                  <a:cubicBezTo>
                    <a:pt x="63976" y="87494"/>
                    <a:pt x="63348" y="87209"/>
                    <a:pt x="63577" y="86809"/>
                  </a:cubicBezTo>
                  <a:lnTo>
                    <a:pt x="63577" y="86809"/>
                  </a:lnTo>
                  <a:cubicBezTo>
                    <a:pt x="62243" y="87515"/>
                    <a:pt x="60722" y="87655"/>
                    <a:pt x="59196" y="87655"/>
                  </a:cubicBezTo>
                  <a:cubicBezTo>
                    <a:pt x="58502" y="87655"/>
                    <a:pt x="57806" y="87626"/>
                    <a:pt x="57128" y="87608"/>
                  </a:cubicBezTo>
                  <a:cubicBezTo>
                    <a:pt x="51307" y="87437"/>
                    <a:pt x="45600" y="87037"/>
                    <a:pt x="39778" y="86866"/>
                  </a:cubicBezTo>
                  <a:cubicBezTo>
                    <a:pt x="33786" y="86638"/>
                    <a:pt x="27737" y="86410"/>
                    <a:pt x="21744" y="86124"/>
                  </a:cubicBezTo>
                  <a:cubicBezTo>
                    <a:pt x="20330" y="86070"/>
                    <a:pt x="18902" y="86003"/>
                    <a:pt x="17481" y="86003"/>
                  </a:cubicBezTo>
                  <a:cubicBezTo>
                    <a:pt x="15919" y="86003"/>
                    <a:pt x="14365" y="86084"/>
                    <a:pt x="12841" y="86353"/>
                  </a:cubicBezTo>
                  <a:cubicBezTo>
                    <a:pt x="12841" y="85953"/>
                    <a:pt x="12784" y="85554"/>
                    <a:pt x="12670" y="85211"/>
                  </a:cubicBezTo>
                  <a:cubicBezTo>
                    <a:pt x="11751" y="85458"/>
                    <a:pt x="10788" y="85484"/>
                    <a:pt x="9822" y="85484"/>
                  </a:cubicBezTo>
                  <a:cubicBezTo>
                    <a:pt x="9558" y="85484"/>
                    <a:pt x="9295" y="85482"/>
                    <a:pt x="9032" y="85482"/>
                  </a:cubicBezTo>
                  <a:cubicBezTo>
                    <a:pt x="7805" y="85482"/>
                    <a:pt x="6592" y="85525"/>
                    <a:pt x="5479" y="86010"/>
                  </a:cubicBezTo>
                  <a:cubicBezTo>
                    <a:pt x="5479" y="85839"/>
                    <a:pt x="5422" y="85725"/>
                    <a:pt x="5365" y="85554"/>
                  </a:cubicBezTo>
                  <a:cubicBezTo>
                    <a:pt x="5184" y="85563"/>
                    <a:pt x="5002" y="85568"/>
                    <a:pt x="4819" y="85568"/>
                  </a:cubicBezTo>
                  <a:cubicBezTo>
                    <a:pt x="3902" y="85568"/>
                    <a:pt x="2959" y="85449"/>
                    <a:pt x="2055" y="85211"/>
                  </a:cubicBezTo>
                  <a:cubicBezTo>
                    <a:pt x="2455" y="80588"/>
                    <a:pt x="2740" y="75566"/>
                    <a:pt x="2968" y="70944"/>
                  </a:cubicBezTo>
                  <a:cubicBezTo>
                    <a:pt x="3139" y="67634"/>
                    <a:pt x="3025" y="64209"/>
                    <a:pt x="3082" y="60956"/>
                  </a:cubicBezTo>
                  <a:cubicBezTo>
                    <a:pt x="3082" y="59415"/>
                    <a:pt x="3139" y="57875"/>
                    <a:pt x="3082" y="56334"/>
                  </a:cubicBezTo>
                  <a:cubicBezTo>
                    <a:pt x="2854" y="50855"/>
                    <a:pt x="2797" y="45262"/>
                    <a:pt x="3254" y="39783"/>
                  </a:cubicBezTo>
                  <a:cubicBezTo>
                    <a:pt x="3425" y="37101"/>
                    <a:pt x="3197" y="34248"/>
                    <a:pt x="3139" y="31565"/>
                  </a:cubicBezTo>
                  <a:cubicBezTo>
                    <a:pt x="3139" y="29967"/>
                    <a:pt x="3311" y="28426"/>
                    <a:pt x="3425" y="26886"/>
                  </a:cubicBezTo>
                  <a:cubicBezTo>
                    <a:pt x="3596" y="25002"/>
                    <a:pt x="3425" y="23119"/>
                    <a:pt x="3482" y="21293"/>
                  </a:cubicBezTo>
                  <a:cubicBezTo>
                    <a:pt x="3653" y="15015"/>
                    <a:pt x="3938" y="8908"/>
                    <a:pt x="4224" y="2688"/>
                  </a:cubicBezTo>
                  <a:cubicBezTo>
                    <a:pt x="4224" y="2692"/>
                    <a:pt x="4227" y="2694"/>
                    <a:pt x="4232" y="2694"/>
                  </a:cubicBezTo>
                  <a:cubicBezTo>
                    <a:pt x="4299" y="2694"/>
                    <a:pt x="4737" y="2398"/>
                    <a:pt x="4737" y="2345"/>
                  </a:cubicBezTo>
                  <a:cubicBezTo>
                    <a:pt x="4909" y="2174"/>
                    <a:pt x="5080" y="2117"/>
                    <a:pt x="5308" y="2060"/>
                  </a:cubicBezTo>
                  <a:cubicBezTo>
                    <a:pt x="5651" y="2003"/>
                    <a:pt x="5936" y="2003"/>
                    <a:pt x="6278" y="1889"/>
                  </a:cubicBezTo>
                  <a:cubicBezTo>
                    <a:pt x="6488" y="1847"/>
                    <a:pt x="6760" y="1712"/>
                    <a:pt x="7003" y="1712"/>
                  </a:cubicBezTo>
                  <a:cubicBezTo>
                    <a:pt x="7090" y="1712"/>
                    <a:pt x="7173" y="1729"/>
                    <a:pt x="7249" y="1775"/>
                  </a:cubicBezTo>
                  <a:cubicBezTo>
                    <a:pt x="7306" y="1832"/>
                    <a:pt x="7363" y="1889"/>
                    <a:pt x="7420" y="1946"/>
                  </a:cubicBezTo>
                  <a:cubicBezTo>
                    <a:pt x="7534" y="2022"/>
                    <a:pt x="7692" y="2047"/>
                    <a:pt x="7868" y="2047"/>
                  </a:cubicBezTo>
                  <a:cubicBezTo>
                    <a:pt x="8219" y="2047"/>
                    <a:pt x="8637" y="1946"/>
                    <a:pt x="8904" y="1946"/>
                  </a:cubicBezTo>
                  <a:cubicBezTo>
                    <a:pt x="9417" y="1889"/>
                    <a:pt x="9988" y="1775"/>
                    <a:pt x="10502" y="1603"/>
                  </a:cubicBezTo>
                  <a:cubicBezTo>
                    <a:pt x="11015" y="1432"/>
                    <a:pt x="11529" y="1318"/>
                    <a:pt x="12099" y="1147"/>
                  </a:cubicBezTo>
                  <a:cubicBezTo>
                    <a:pt x="12328" y="1033"/>
                    <a:pt x="12613" y="976"/>
                    <a:pt x="12898" y="919"/>
                  </a:cubicBezTo>
                  <a:cubicBezTo>
                    <a:pt x="13070" y="862"/>
                    <a:pt x="13469" y="690"/>
                    <a:pt x="13640" y="690"/>
                  </a:cubicBezTo>
                  <a:lnTo>
                    <a:pt x="13697" y="690"/>
                  </a:lnTo>
                  <a:cubicBezTo>
                    <a:pt x="11096" y="213"/>
                    <a:pt x="8594" y="0"/>
                    <a:pt x="604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9"/>
            <p:cNvSpPr/>
            <p:nvPr/>
          </p:nvSpPr>
          <p:spPr>
            <a:xfrm>
              <a:off x="380800" y="371375"/>
              <a:ext cx="3011900" cy="2247175"/>
            </a:xfrm>
            <a:custGeom>
              <a:rect b="b" l="l" r="r" t="t"/>
              <a:pathLst>
                <a:path extrusionOk="0" h="89887" w="120476">
                  <a:moveTo>
                    <a:pt x="13982" y="0"/>
                  </a:moveTo>
                  <a:lnTo>
                    <a:pt x="13982" y="742"/>
                  </a:lnTo>
                  <a:cubicBezTo>
                    <a:pt x="13354" y="742"/>
                    <a:pt x="12613" y="856"/>
                    <a:pt x="11985" y="913"/>
                  </a:cubicBezTo>
                  <a:cubicBezTo>
                    <a:pt x="11471" y="913"/>
                    <a:pt x="10957" y="913"/>
                    <a:pt x="10444" y="1085"/>
                  </a:cubicBezTo>
                  <a:cubicBezTo>
                    <a:pt x="10158" y="1199"/>
                    <a:pt x="9930" y="1370"/>
                    <a:pt x="9588" y="1484"/>
                  </a:cubicBezTo>
                  <a:cubicBezTo>
                    <a:pt x="9017" y="1712"/>
                    <a:pt x="8332" y="1770"/>
                    <a:pt x="7704" y="1884"/>
                  </a:cubicBezTo>
                  <a:cubicBezTo>
                    <a:pt x="7248" y="1998"/>
                    <a:pt x="6848" y="2169"/>
                    <a:pt x="6392" y="2226"/>
                  </a:cubicBezTo>
                  <a:cubicBezTo>
                    <a:pt x="6164" y="2226"/>
                    <a:pt x="5935" y="2226"/>
                    <a:pt x="5764" y="2169"/>
                  </a:cubicBezTo>
                  <a:cubicBezTo>
                    <a:pt x="5536" y="2055"/>
                    <a:pt x="5422" y="1884"/>
                    <a:pt x="5193" y="1827"/>
                  </a:cubicBezTo>
                  <a:lnTo>
                    <a:pt x="4965" y="1827"/>
                  </a:lnTo>
                  <a:cubicBezTo>
                    <a:pt x="4509" y="1884"/>
                    <a:pt x="4052" y="1884"/>
                    <a:pt x="3595" y="2055"/>
                  </a:cubicBezTo>
                  <a:cubicBezTo>
                    <a:pt x="3139" y="2169"/>
                    <a:pt x="2625" y="2340"/>
                    <a:pt x="2340" y="2740"/>
                  </a:cubicBezTo>
                  <a:cubicBezTo>
                    <a:pt x="1769" y="3482"/>
                    <a:pt x="2169" y="5194"/>
                    <a:pt x="2112" y="6107"/>
                  </a:cubicBezTo>
                  <a:cubicBezTo>
                    <a:pt x="1997" y="7477"/>
                    <a:pt x="1883" y="8903"/>
                    <a:pt x="1826" y="10330"/>
                  </a:cubicBezTo>
                  <a:cubicBezTo>
                    <a:pt x="1655" y="13241"/>
                    <a:pt x="1541" y="16094"/>
                    <a:pt x="1427" y="19005"/>
                  </a:cubicBezTo>
                  <a:cubicBezTo>
                    <a:pt x="1256" y="24712"/>
                    <a:pt x="1198" y="30476"/>
                    <a:pt x="1256" y="36183"/>
                  </a:cubicBezTo>
                  <a:cubicBezTo>
                    <a:pt x="1370" y="45942"/>
                    <a:pt x="1141" y="55472"/>
                    <a:pt x="1084" y="65231"/>
                  </a:cubicBezTo>
                  <a:cubicBezTo>
                    <a:pt x="1084" y="68542"/>
                    <a:pt x="1084" y="71852"/>
                    <a:pt x="970" y="75162"/>
                  </a:cubicBezTo>
                  <a:cubicBezTo>
                    <a:pt x="799" y="78358"/>
                    <a:pt x="856" y="81896"/>
                    <a:pt x="57" y="85035"/>
                  </a:cubicBezTo>
                  <a:cubicBezTo>
                    <a:pt x="57" y="85092"/>
                    <a:pt x="0" y="85206"/>
                    <a:pt x="57" y="85263"/>
                  </a:cubicBezTo>
                  <a:cubicBezTo>
                    <a:pt x="114" y="85377"/>
                    <a:pt x="285" y="85434"/>
                    <a:pt x="400" y="85434"/>
                  </a:cubicBezTo>
                  <a:cubicBezTo>
                    <a:pt x="1484" y="85548"/>
                    <a:pt x="2511" y="85720"/>
                    <a:pt x="3595" y="85834"/>
                  </a:cubicBezTo>
                  <a:cubicBezTo>
                    <a:pt x="3652" y="85948"/>
                    <a:pt x="3652" y="86119"/>
                    <a:pt x="3538" y="86233"/>
                  </a:cubicBezTo>
                  <a:cubicBezTo>
                    <a:pt x="4337" y="85891"/>
                    <a:pt x="5250" y="85663"/>
                    <a:pt x="6107" y="85606"/>
                  </a:cubicBezTo>
                  <a:cubicBezTo>
                    <a:pt x="6601" y="85567"/>
                    <a:pt x="7108" y="85561"/>
                    <a:pt x="7618" y="85561"/>
                  </a:cubicBezTo>
                  <a:cubicBezTo>
                    <a:pt x="7873" y="85561"/>
                    <a:pt x="8128" y="85563"/>
                    <a:pt x="8382" y="85563"/>
                  </a:cubicBezTo>
                  <a:cubicBezTo>
                    <a:pt x="9145" y="85563"/>
                    <a:pt x="9902" y="85548"/>
                    <a:pt x="10615" y="85434"/>
                  </a:cubicBezTo>
                  <a:cubicBezTo>
                    <a:pt x="10615" y="85948"/>
                    <a:pt x="10729" y="86290"/>
                    <a:pt x="10843" y="86804"/>
                  </a:cubicBezTo>
                  <a:cubicBezTo>
                    <a:pt x="10847" y="86811"/>
                    <a:pt x="10864" y="86814"/>
                    <a:pt x="10893" y="86814"/>
                  </a:cubicBezTo>
                  <a:cubicBezTo>
                    <a:pt x="11358" y="86814"/>
                    <a:pt x="14919" y="86005"/>
                    <a:pt x="15295" y="86005"/>
                  </a:cubicBezTo>
                  <a:cubicBezTo>
                    <a:pt x="15923" y="86005"/>
                    <a:pt x="16607" y="86347"/>
                    <a:pt x="17235" y="86404"/>
                  </a:cubicBezTo>
                  <a:cubicBezTo>
                    <a:pt x="17482" y="86424"/>
                    <a:pt x="17736" y="86430"/>
                    <a:pt x="17992" y="86430"/>
                  </a:cubicBezTo>
                  <a:cubicBezTo>
                    <a:pt x="18503" y="86430"/>
                    <a:pt x="19023" y="86404"/>
                    <a:pt x="19518" y="86404"/>
                  </a:cubicBezTo>
                  <a:cubicBezTo>
                    <a:pt x="20365" y="86364"/>
                    <a:pt x="21212" y="86347"/>
                    <a:pt x="22059" y="86347"/>
                  </a:cubicBezTo>
                  <a:cubicBezTo>
                    <a:pt x="26006" y="86347"/>
                    <a:pt x="29953" y="86720"/>
                    <a:pt x="33900" y="86861"/>
                  </a:cubicBezTo>
                  <a:cubicBezTo>
                    <a:pt x="39036" y="86975"/>
                    <a:pt x="44172" y="87203"/>
                    <a:pt x="49309" y="87489"/>
                  </a:cubicBezTo>
                  <a:cubicBezTo>
                    <a:pt x="51510" y="87621"/>
                    <a:pt x="53814" y="87923"/>
                    <a:pt x="56062" y="87923"/>
                  </a:cubicBezTo>
                  <a:cubicBezTo>
                    <a:pt x="56728" y="87923"/>
                    <a:pt x="57388" y="87896"/>
                    <a:pt x="58040" y="87831"/>
                  </a:cubicBezTo>
                  <a:cubicBezTo>
                    <a:pt x="59296" y="87660"/>
                    <a:pt x="60494" y="87318"/>
                    <a:pt x="61636" y="86975"/>
                  </a:cubicBezTo>
                  <a:cubicBezTo>
                    <a:pt x="62321" y="87660"/>
                    <a:pt x="63348" y="87774"/>
                    <a:pt x="64318" y="87888"/>
                  </a:cubicBezTo>
                  <a:cubicBezTo>
                    <a:pt x="67799" y="88231"/>
                    <a:pt x="71224" y="88516"/>
                    <a:pt x="74705" y="88859"/>
                  </a:cubicBezTo>
                  <a:cubicBezTo>
                    <a:pt x="82906" y="89638"/>
                    <a:pt x="91204" y="89886"/>
                    <a:pt x="99472" y="89886"/>
                  </a:cubicBezTo>
                  <a:cubicBezTo>
                    <a:pt x="103920" y="89886"/>
                    <a:pt x="108359" y="89814"/>
                    <a:pt x="112771" y="89715"/>
                  </a:cubicBezTo>
                  <a:cubicBezTo>
                    <a:pt x="112656" y="89429"/>
                    <a:pt x="112542" y="88973"/>
                    <a:pt x="112599" y="88687"/>
                  </a:cubicBezTo>
                  <a:lnTo>
                    <a:pt x="112599" y="88687"/>
                  </a:lnTo>
                  <a:cubicBezTo>
                    <a:pt x="113741" y="89030"/>
                    <a:pt x="114996" y="89087"/>
                    <a:pt x="116195" y="89087"/>
                  </a:cubicBezTo>
                  <a:cubicBezTo>
                    <a:pt x="116591" y="89117"/>
                    <a:pt x="117377" y="89245"/>
                    <a:pt x="118076" y="89245"/>
                  </a:cubicBezTo>
                  <a:cubicBezTo>
                    <a:pt x="118686" y="89245"/>
                    <a:pt x="119231" y="89147"/>
                    <a:pt x="119391" y="88801"/>
                  </a:cubicBezTo>
                  <a:cubicBezTo>
                    <a:pt x="119505" y="88630"/>
                    <a:pt x="119219" y="87660"/>
                    <a:pt x="119219" y="87432"/>
                  </a:cubicBezTo>
                  <a:cubicBezTo>
                    <a:pt x="119219" y="86690"/>
                    <a:pt x="119219" y="85948"/>
                    <a:pt x="119219" y="85206"/>
                  </a:cubicBezTo>
                  <a:cubicBezTo>
                    <a:pt x="118877" y="82067"/>
                    <a:pt x="119334" y="78757"/>
                    <a:pt x="119277" y="75675"/>
                  </a:cubicBezTo>
                  <a:cubicBezTo>
                    <a:pt x="119277" y="72251"/>
                    <a:pt x="119277" y="68884"/>
                    <a:pt x="119505" y="65517"/>
                  </a:cubicBezTo>
                  <a:cubicBezTo>
                    <a:pt x="119790" y="61636"/>
                    <a:pt x="119505" y="57984"/>
                    <a:pt x="119676" y="54103"/>
                  </a:cubicBezTo>
                  <a:cubicBezTo>
                    <a:pt x="119904" y="48738"/>
                    <a:pt x="119790" y="43317"/>
                    <a:pt x="119904" y="37895"/>
                  </a:cubicBezTo>
                  <a:cubicBezTo>
                    <a:pt x="120133" y="29277"/>
                    <a:pt x="120418" y="20603"/>
                    <a:pt x="120418" y="11928"/>
                  </a:cubicBezTo>
                  <a:cubicBezTo>
                    <a:pt x="120475" y="9588"/>
                    <a:pt x="120475" y="7248"/>
                    <a:pt x="119961" y="4965"/>
                  </a:cubicBezTo>
                  <a:cubicBezTo>
                    <a:pt x="119505" y="4680"/>
                    <a:pt x="118934" y="4452"/>
                    <a:pt x="118363" y="4395"/>
                  </a:cubicBezTo>
                  <a:cubicBezTo>
                    <a:pt x="116823" y="4224"/>
                    <a:pt x="115282" y="3995"/>
                    <a:pt x="113741" y="3824"/>
                  </a:cubicBezTo>
                  <a:cubicBezTo>
                    <a:pt x="113798" y="3482"/>
                    <a:pt x="113684" y="3196"/>
                    <a:pt x="113684" y="2911"/>
                  </a:cubicBezTo>
                  <a:lnTo>
                    <a:pt x="113684" y="2854"/>
                  </a:lnTo>
                  <a:cubicBezTo>
                    <a:pt x="105922" y="2226"/>
                    <a:pt x="97989" y="2340"/>
                    <a:pt x="90228" y="2112"/>
                  </a:cubicBezTo>
                  <a:cubicBezTo>
                    <a:pt x="87809" y="2018"/>
                    <a:pt x="85390" y="1975"/>
                    <a:pt x="82970" y="1975"/>
                  </a:cubicBezTo>
                  <a:cubicBezTo>
                    <a:pt x="80995" y="1975"/>
                    <a:pt x="79020" y="2004"/>
                    <a:pt x="77045" y="2055"/>
                  </a:cubicBezTo>
                  <a:cubicBezTo>
                    <a:pt x="74876" y="2112"/>
                    <a:pt x="72650" y="2112"/>
                    <a:pt x="70482" y="2283"/>
                  </a:cubicBezTo>
                  <a:cubicBezTo>
                    <a:pt x="68760" y="2431"/>
                    <a:pt x="67081" y="2705"/>
                    <a:pt x="65371" y="2705"/>
                  </a:cubicBezTo>
                  <a:cubicBezTo>
                    <a:pt x="65097" y="2705"/>
                    <a:pt x="64822" y="2698"/>
                    <a:pt x="64546" y="2683"/>
                  </a:cubicBezTo>
                  <a:cubicBezTo>
                    <a:pt x="47654" y="1712"/>
                    <a:pt x="30704" y="2340"/>
                    <a:pt x="13982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9"/>
            <p:cNvSpPr/>
            <p:nvPr/>
          </p:nvSpPr>
          <p:spPr>
            <a:xfrm>
              <a:off x="464975" y="427025"/>
              <a:ext cx="265400" cy="1995625"/>
            </a:xfrm>
            <a:custGeom>
              <a:rect b="b" l="l" r="r" t="t"/>
              <a:pathLst>
                <a:path extrusionOk="0" h="79825" w="10616">
                  <a:moveTo>
                    <a:pt x="8618" y="0"/>
                  </a:moveTo>
                  <a:cubicBezTo>
                    <a:pt x="8504" y="3938"/>
                    <a:pt x="7933" y="7933"/>
                    <a:pt x="6963" y="11757"/>
                  </a:cubicBezTo>
                  <a:cubicBezTo>
                    <a:pt x="4623" y="9873"/>
                    <a:pt x="6563" y="5365"/>
                    <a:pt x="4337" y="3310"/>
                  </a:cubicBezTo>
                  <a:cubicBezTo>
                    <a:pt x="4109" y="6563"/>
                    <a:pt x="3881" y="9816"/>
                    <a:pt x="3710" y="13069"/>
                  </a:cubicBezTo>
                  <a:cubicBezTo>
                    <a:pt x="2055" y="11129"/>
                    <a:pt x="3367" y="7705"/>
                    <a:pt x="1427" y="6050"/>
                  </a:cubicBezTo>
                  <a:cubicBezTo>
                    <a:pt x="628" y="7134"/>
                    <a:pt x="571" y="8618"/>
                    <a:pt x="571" y="9987"/>
                  </a:cubicBezTo>
                  <a:cubicBezTo>
                    <a:pt x="514" y="29049"/>
                    <a:pt x="2568" y="48224"/>
                    <a:pt x="628" y="67172"/>
                  </a:cubicBezTo>
                  <a:cubicBezTo>
                    <a:pt x="343" y="69911"/>
                    <a:pt x="0" y="72707"/>
                    <a:pt x="685" y="75333"/>
                  </a:cubicBezTo>
                  <a:cubicBezTo>
                    <a:pt x="913" y="74191"/>
                    <a:pt x="1027" y="70596"/>
                    <a:pt x="2226" y="70082"/>
                  </a:cubicBezTo>
                  <a:cubicBezTo>
                    <a:pt x="2340" y="72536"/>
                    <a:pt x="2511" y="75047"/>
                    <a:pt x="2682" y="77558"/>
                  </a:cubicBezTo>
                  <a:cubicBezTo>
                    <a:pt x="2682" y="78015"/>
                    <a:pt x="2797" y="78586"/>
                    <a:pt x="3196" y="78700"/>
                  </a:cubicBezTo>
                  <a:cubicBezTo>
                    <a:pt x="3710" y="77102"/>
                    <a:pt x="4223" y="75504"/>
                    <a:pt x="4680" y="73906"/>
                  </a:cubicBezTo>
                  <a:cubicBezTo>
                    <a:pt x="5277" y="74721"/>
                    <a:pt x="5255" y="79825"/>
                    <a:pt x="6825" y="79825"/>
                  </a:cubicBezTo>
                  <a:cubicBezTo>
                    <a:pt x="6905" y="79825"/>
                    <a:pt x="6989" y="79812"/>
                    <a:pt x="7077" y="79784"/>
                  </a:cubicBezTo>
                  <a:cubicBezTo>
                    <a:pt x="7533" y="79613"/>
                    <a:pt x="7705" y="78985"/>
                    <a:pt x="7705" y="78471"/>
                  </a:cubicBezTo>
                  <a:cubicBezTo>
                    <a:pt x="7876" y="75047"/>
                    <a:pt x="7362" y="71794"/>
                    <a:pt x="7590" y="68427"/>
                  </a:cubicBezTo>
                  <a:cubicBezTo>
                    <a:pt x="7876" y="64261"/>
                    <a:pt x="8104" y="60152"/>
                    <a:pt x="8389" y="55986"/>
                  </a:cubicBezTo>
                  <a:cubicBezTo>
                    <a:pt x="8789" y="47882"/>
                    <a:pt x="9074" y="39664"/>
                    <a:pt x="8846" y="31503"/>
                  </a:cubicBezTo>
                  <a:cubicBezTo>
                    <a:pt x="8732" y="28250"/>
                    <a:pt x="8846" y="24997"/>
                    <a:pt x="9074" y="21687"/>
                  </a:cubicBezTo>
                  <a:cubicBezTo>
                    <a:pt x="9188" y="18434"/>
                    <a:pt x="9417" y="15124"/>
                    <a:pt x="9588" y="11814"/>
                  </a:cubicBezTo>
                  <a:cubicBezTo>
                    <a:pt x="9702" y="8960"/>
                    <a:pt x="10615" y="5707"/>
                    <a:pt x="10387" y="2911"/>
                  </a:cubicBezTo>
                  <a:cubicBezTo>
                    <a:pt x="10273" y="1712"/>
                    <a:pt x="9645" y="514"/>
                    <a:pt x="8618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9"/>
            <p:cNvSpPr/>
            <p:nvPr/>
          </p:nvSpPr>
          <p:spPr>
            <a:xfrm>
              <a:off x="377400" y="388275"/>
              <a:ext cx="194600" cy="443100"/>
            </a:xfrm>
            <a:custGeom>
              <a:rect b="b" l="l" r="r" t="t"/>
              <a:pathLst>
                <a:path extrusionOk="0" h="17724" w="7784">
                  <a:moveTo>
                    <a:pt x="4110" y="0"/>
                  </a:moveTo>
                  <a:cubicBezTo>
                    <a:pt x="769" y="0"/>
                    <a:pt x="944" y="2686"/>
                    <a:pt x="764" y="4803"/>
                  </a:cubicBezTo>
                  <a:cubicBezTo>
                    <a:pt x="220" y="11324"/>
                    <a:pt x="0" y="17723"/>
                    <a:pt x="236" y="17723"/>
                  </a:cubicBezTo>
                  <a:cubicBezTo>
                    <a:pt x="396" y="17723"/>
                    <a:pt x="768" y="14761"/>
                    <a:pt x="1392" y="6858"/>
                  </a:cubicBezTo>
                  <a:cubicBezTo>
                    <a:pt x="1729" y="2710"/>
                    <a:pt x="1048" y="723"/>
                    <a:pt x="4926" y="723"/>
                  </a:cubicBezTo>
                  <a:cubicBezTo>
                    <a:pt x="5638" y="723"/>
                    <a:pt x="6502" y="790"/>
                    <a:pt x="7555" y="922"/>
                  </a:cubicBezTo>
                  <a:cubicBezTo>
                    <a:pt x="7726" y="922"/>
                    <a:pt x="7783" y="694"/>
                    <a:pt x="7612" y="637"/>
                  </a:cubicBezTo>
                  <a:cubicBezTo>
                    <a:pt x="6145" y="192"/>
                    <a:pt x="5002" y="0"/>
                    <a:pt x="411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9"/>
            <p:cNvSpPr/>
            <p:nvPr/>
          </p:nvSpPr>
          <p:spPr>
            <a:xfrm>
              <a:off x="339875" y="1342150"/>
              <a:ext cx="48175" cy="889750"/>
            </a:xfrm>
            <a:custGeom>
              <a:rect b="b" l="l" r="r" t="t"/>
              <a:pathLst>
                <a:path extrusionOk="0" h="35590" w="1927">
                  <a:moveTo>
                    <a:pt x="1905" y="1"/>
                  </a:moveTo>
                  <a:cubicBezTo>
                    <a:pt x="1709" y="1"/>
                    <a:pt x="0" y="28005"/>
                    <a:pt x="1009" y="34961"/>
                  </a:cubicBezTo>
                  <a:cubicBezTo>
                    <a:pt x="1067" y="35386"/>
                    <a:pt x="1118" y="35589"/>
                    <a:pt x="1162" y="35589"/>
                  </a:cubicBezTo>
                  <a:cubicBezTo>
                    <a:pt x="1552" y="35589"/>
                    <a:pt x="1461" y="19812"/>
                    <a:pt x="1922" y="491"/>
                  </a:cubicBezTo>
                  <a:cubicBezTo>
                    <a:pt x="1926" y="157"/>
                    <a:pt x="1920" y="1"/>
                    <a:pt x="1905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9"/>
            <p:cNvSpPr/>
            <p:nvPr/>
          </p:nvSpPr>
          <p:spPr>
            <a:xfrm>
              <a:off x="874400" y="2549525"/>
              <a:ext cx="978375" cy="48975"/>
            </a:xfrm>
            <a:custGeom>
              <a:rect b="b" l="l" r="r" t="t"/>
              <a:pathLst>
                <a:path extrusionOk="0" h="1959" w="39135">
                  <a:moveTo>
                    <a:pt x="659" y="1"/>
                  </a:moveTo>
                  <a:cubicBezTo>
                    <a:pt x="48" y="1"/>
                    <a:pt x="1" y="25"/>
                    <a:pt x="687" y="77"/>
                  </a:cubicBezTo>
                  <a:cubicBezTo>
                    <a:pt x="7029" y="537"/>
                    <a:pt x="32169" y="1959"/>
                    <a:pt x="37639" y="1959"/>
                  </a:cubicBezTo>
                  <a:cubicBezTo>
                    <a:pt x="38962" y="1959"/>
                    <a:pt x="39134" y="1876"/>
                    <a:pt x="37611" y="1675"/>
                  </a:cubicBezTo>
                  <a:cubicBezTo>
                    <a:pt x="33005" y="1032"/>
                    <a:pt x="4671" y="1"/>
                    <a:pt x="659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9"/>
            <p:cNvSpPr/>
            <p:nvPr/>
          </p:nvSpPr>
          <p:spPr>
            <a:xfrm>
              <a:off x="1831700" y="2580325"/>
              <a:ext cx="438125" cy="54225"/>
            </a:xfrm>
            <a:custGeom>
              <a:rect b="b" l="l" r="r" t="t"/>
              <a:pathLst>
                <a:path extrusionOk="0" h="2169" w="17525">
                  <a:moveTo>
                    <a:pt x="1416" y="0"/>
                  </a:moveTo>
                  <a:cubicBezTo>
                    <a:pt x="0" y="0"/>
                    <a:pt x="1463" y="356"/>
                    <a:pt x="9078" y="1299"/>
                  </a:cubicBezTo>
                  <a:cubicBezTo>
                    <a:pt x="14440" y="1988"/>
                    <a:pt x="15604" y="2168"/>
                    <a:pt x="16701" y="2168"/>
                  </a:cubicBezTo>
                  <a:cubicBezTo>
                    <a:pt x="16876" y="2168"/>
                    <a:pt x="17050" y="2163"/>
                    <a:pt x="17239" y="2156"/>
                  </a:cubicBezTo>
                  <a:cubicBezTo>
                    <a:pt x="17411" y="2156"/>
                    <a:pt x="17525" y="1870"/>
                    <a:pt x="17297" y="1813"/>
                  </a:cubicBezTo>
                  <a:lnTo>
                    <a:pt x="17297" y="1813"/>
                  </a:lnTo>
                  <a:lnTo>
                    <a:pt x="17297" y="1870"/>
                  </a:lnTo>
                  <a:cubicBezTo>
                    <a:pt x="14055" y="980"/>
                    <a:pt x="3767" y="0"/>
                    <a:pt x="1416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9"/>
            <p:cNvSpPr/>
            <p:nvPr/>
          </p:nvSpPr>
          <p:spPr>
            <a:xfrm>
              <a:off x="3270350" y="463800"/>
              <a:ext cx="163725" cy="2104450"/>
            </a:xfrm>
            <a:custGeom>
              <a:rect b="b" l="l" r="r" t="t"/>
              <a:pathLst>
                <a:path extrusionOk="0" h="84178" w="6549">
                  <a:moveTo>
                    <a:pt x="1387" y="0"/>
                  </a:moveTo>
                  <a:cubicBezTo>
                    <a:pt x="497" y="0"/>
                    <a:pt x="1" y="143"/>
                    <a:pt x="613" y="184"/>
                  </a:cubicBezTo>
                  <a:cubicBezTo>
                    <a:pt x="6548" y="469"/>
                    <a:pt x="5007" y="1953"/>
                    <a:pt x="4722" y="15022"/>
                  </a:cubicBezTo>
                  <a:cubicBezTo>
                    <a:pt x="4551" y="25181"/>
                    <a:pt x="3466" y="73234"/>
                    <a:pt x="3866" y="83792"/>
                  </a:cubicBezTo>
                  <a:cubicBezTo>
                    <a:pt x="3866" y="84049"/>
                    <a:pt x="4051" y="84177"/>
                    <a:pt x="4237" y="84177"/>
                  </a:cubicBezTo>
                  <a:cubicBezTo>
                    <a:pt x="4422" y="84177"/>
                    <a:pt x="4608" y="84049"/>
                    <a:pt x="4608" y="83792"/>
                  </a:cubicBezTo>
                  <a:cubicBezTo>
                    <a:pt x="4608" y="83735"/>
                    <a:pt x="5863" y="2923"/>
                    <a:pt x="5863" y="2809"/>
                  </a:cubicBezTo>
                  <a:cubicBezTo>
                    <a:pt x="5863" y="462"/>
                    <a:pt x="2988" y="0"/>
                    <a:pt x="1387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9"/>
            <p:cNvSpPr/>
            <p:nvPr/>
          </p:nvSpPr>
          <p:spPr>
            <a:xfrm>
              <a:off x="424075" y="797325"/>
              <a:ext cx="24275" cy="164950"/>
            </a:xfrm>
            <a:custGeom>
              <a:rect b="b" l="l" r="r" t="t"/>
              <a:pathLst>
                <a:path extrusionOk="0" h="6598" w="971">
                  <a:moveTo>
                    <a:pt x="776" y="1"/>
                  </a:moveTo>
                  <a:cubicBezTo>
                    <a:pt x="518" y="1"/>
                    <a:pt x="1" y="5735"/>
                    <a:pt x="266" y="6418"/>
                  </a:cubicBezTo>
                  <a:cubicBezTo>
                    <a:pt x="291" y="6492"/>
                    <a:pt x="401" y="6598"/>
                    <a:pt x="518" y="6598"/>
                  </a:cubicBezTo>
                  <a:cubicBezTo>
                    <a:pt x="671" y="6598"/>
                    <a:pt x="837" y="6414"/>
                    <a:pt x="837" y="5733"/>
                  </a:cubicBezTo>
                  <a:cubicBezTo>
                    <a:pt x="971" y="1453"/>
                    <a:pt x="906" y="1"/>
                    <a:pt x="7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9"/>
            <p:cNvSpPr/>
            <p:nvPr/>
          </p:nvSpPr>
          <p:spPr>
            <a:xfrm>
              <a:off x="3346300" y="1024275"/>
              <a:ext cx="24625" cy="281675"/>
            </a:xfrm>
            <a:custGeom>
              <a:rect b="b" l="l" r="r" t="t"/>
              <a:pathLst>
                <a:path extrusionOk="0" h="11267" w="985">
                  <a:moveTo>
                    <a:pt x="818" y="1"/>
                  </a:moveTo>
                  <a:cubicBezTo>
                    <a:pt x="576" y="1"/>
                    <a:pt x="0" y="9256"/>
                    <a:pt x="257" y="10695"/>
                  </a:cubicBezTo>
                  <a:cubicBezTo>
                    <a:pt x="328" y="11091"/>
                    <a:pt x="392" y="11267"/>
                    <a:pt x="451" y="11267"/>
                  </a:cubicBezTo>
                  <a:cubicBezTo>
                    <a:pt x="866" y="11267"/>
                    <a:pt x="985" y="2465"/>
                    <a:pt x="885" y="365"/>
                  </a:cubicBezTo>
                  <a:cubicBezTo>
                    <a:pt x="868" y="114"/>
                    <a:pt x="845" y="1"/>
                    <a:pt x="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9"/>
            <p:cNvSpPr/>
            <p:nvPr/>
          </p:nvSpPr>
          <p:spPr>
            <a:xfrm>
              <a:off x="315425" y="364350"/>
              <a:ext cx="3145625" cy="2299225"/>
            </a:xfrm>
            <a:custGeom>
              <a:rect b="b" l="l" r="r" t="t"/>
              <a:pathLst>
                <a:path extrusionOk="0" h="91969" w="125825">
                  <a:moveTo>
                    <a:pt x="5583" y="2850"/>
                  </a:moveTo>
                  <a:cubicBezTo>
                    <a:pt x="3871" y="12494"/>
                    <a:pt x="6382" y="13065"/>
                    <a:pt x="4099" y="35551"/>
                  </a:cubicBezTo>
                  <a:cubicBezTo>
                    <a:pt x="3985" y="36920"/>
                    <a:pt x="3871" y="38119"/>
                    <a:pt x="3813" y="39203"/>
                  </a:cubicBezTo>
                  <a:cubicBezTo>
                    <a:pt x="3985" y="20370"/>
                    <a:pt x="4156" y="3249"/>
                    <a:pt x="5583" y="2850"/>
                  </a:cubicBezTo>
                  <a:close/>
                  <a:moveTo>
                    <a:pt x="15968" y="1147"/>
                  </a:moveTo>
                  <a:lnTo>
                    <a:pt x="15968" y="1147"/>
                  </a:lnTo>
                  <a:cubicBezTo>
                    <a:pt x="14600" y="13755"/>
                    <a:pt x="14485" y="24547"/>
                    <a:pt x="13344" y="67738"/>
                  </a:cubicBezTo>
                  <a:cubicBezTo>
                    <a:pt x="12881" y="84378"/>
                    <a:pt x="13283" y="85697"/>
                    <a:pt x="11922" y="85697"/>
                  </a:cubicBezTo>
                  <a:cubicBezTo>
                    <a:pt x="11665" y="85697"/>
                    <a:pt x="11347" y="85650"/>
                    <a:pt x="10948" y="85650"/>
                  </a:cubicBezTo>
                  <a:cubicBezTo>
                    <a:pt x="10857" y="85650"/>
                    <a:pt x="10761" y="85652"/>
                    <a:pt x="10662" y="85658"/>
                  </a:cubicBezTo>
                  <a:cubicBezTo>
                    <a:pt x="12488" y="69336"/>
                    <a:pt x="11461" y="53014"/>
                    <a:pt x="12146" y="36692"/>
                  </a:cubicBezTo>
                  <a:cubicBezTo>
                    <a:pt x="12659" y="24764"/>
                    <a:pt x="14200" y="12380"/>
                    <a:pt x="13687" y="1651"/>
                  </a:cubicBezTo>
                  <a:cubicBezTo>
                    <a:pt x="15464" y="1429"/>
                    <a:pt x="15944" y="1261"/>
                    <a:pt x="15968" y="1147"/>
                  </a:cubicBezTo>
                  <a:close/>
                  <a:moveTo>
                    <a:pt x="12872" y="1601"/>
                  </a:moveTo>
                  <a:cubicBezTo>
                    <a:pt x="13921" y="1601"/>
                    <a:pt x="13147" y="5802"/>
                    <a:pt x="11689" y="34695"/>
                  </a:cubicBezTo>
                  <a:cubicBezTo>
                    <a:pt x="10947" y="49932"/>
                    <a:pt x="11803" y="85658"/>
                    <a:pt x="9520" y="85658"/>
                  </a:cubicBezTo>
                  <a:cubicBezTo>
                    <a:pt x="9603" y="63452"/>
                    <a:pt x="9656" y="38779"/>
                    <a:pt x="9570" y="38779"/>
                  </a:cubicBezTo>
                  <a:cubicBezTo>
                    <a:pt x="9537" y="38779"/>
                    <a:pt x="9485" y="42296"/>
                    <a:pt x="9406" y="50788"/>
                  </a:cubicBezTo>
                  <a:cubicBezTo>
                    <a:pt x="9067" y="84545"/>
                    <a:pt x="9756" y="85832"/>
                    <a:pt x="8228" y="85832"/>
                  </a:cubicBezTo>
                  <a:cubicBezTo>
                    <a:pt x="8102" y="85832"/>
                    <a:pt x="7961" y="85824"/>
                    <a:pt x="7802" y="85824"/>
                  </a:cubicBezTo>
                  <a:cubicBezTo>
                    <a:pt x="7619" y="85824"/>
                    <a:pt x="7413" y="85835"/>
                    <a:pt x="7181" y="85887"/>
                  </a:cubicBezTo>
                  <a:lnTo>
                    <a:pt x="7181" y="85887"/>
                  </a:lnTo>
                  <a:cubicBezTo>
                    <a:pt x="7593" y="74803"/>
                    <a:pt x="7866" y="61438"/>
                    <a:pt x="7746" y="61438"/>
                  </a:cubicBezTo>
                  <a:cubicBezTo>
                    <a:pt x="7734" y="61438"/>
                    <a:pt x="7716" y="61591"/>
                    <a:pt x="7694" y="61917"/>
                  </a:cubicBezTo>
                  <a:cubicBezTo>
                    <a:pt x="5982" y="88283"/>
                    <a:pt x="7580" y="85658"/>
                    <a:pt x="5982" y="86172"/>
                  </a:cubicBezTo>
                  <a:cubicBezTo>
                    <a:pt x="4898" y="73674"/>
                    <a:pt x="7409" y="60604"/>
                    <a:pt x="7637" y="21283"/>
                  </a:cubicBezTo>
                  <a:cubicBezTo>
                    <a:pt x="7714" y="8046"/>
                    <a:pt x="7995" y="2539"/>
                    <a:pt x="8258" y="2539"/>
                  </a:cubicBezTo>
                  <a:cubicBezTo>
                    <a:pt x="8780" y="2539"/>
                    <a:pt x="9232" y="24304"/>
                    <a:pt x="7865" y="50389"/>
                  </a:cubicBezTo>
                  <a:cubicBezTo>
                    <a:pt x="7633" y="54606"/>
                    <a:pt x="7594" y="56480"/>
                    <a:pt x="7665" y="56480"/>
                  </a:cubicBezTo>
                  <a:cubicBezTo>
                    <a:pt x="7892" y="56480"/>
                    <a:pt x="9238" y="37516"/>
                    <a:pt x="9064" y="14720"/>
                  </a:cubicBezTo>
                  <a:cubicBezTo>
                    <a:pt x="8950" y="224"/>
                    <a:pt x="7923" y="3192"/>
                    <a:pt x="11004" y="2279"/>
                  </a:cubicBezTo>
                  <a:lnTo>
                    <a:pt x="11004" y="2279"/>
                  </a:lnTo>
                  <a:cubicBezTo>
                    <a:pt x="11061" y="9812"/>
                    <a:pt x="10833" y="17288"/>
                    <a:pt x="10719" y="24764"/>
                  </a:cubicBezTo>
                  <a:cubicBezTo>
                    <a:pt x="10581" y="30466"/>
                    <a:pt x="10594" y="32835"/>
                    <a:pt x="10681" y="32835"/>
                  </a:cubicBezTo>
                  <a:cubicBezTo>
                    <a:pt x="10882" y="32835"/>
                    <a:pt x="11478" y="20158"/>
                    <a:pt x="11518" y="6730"/>
                  </a:cubicBezTo>
                  <a:cubicBezTo>
                    <a:pt x="11518" y="6445"/>
                    <a:pt x="11347" y="2222"/>
                    <a:pt x="11461" y="2165"/>
                  </a:cubicBezTo>
                  <a:cubicBezTo>
                    <a:pt x="12105" y="1958"/>
                    <a:pt x="12567" y="1601"/>
                    <a:pt x="12872" y="1601"/>
                  </a:cubicBezTo>
                  <a:close/>
                  <a:moveTo>
                    <a:pt x="30436" y="85943"/>
                  </a:moveTo>
                  <a:cubicBezTo>
                    <a:pt x="42329" y="85943"/>
                    <a:pt x="53215" y="87305"/>
                    <a:pt x="47354" y="87305"/>
                  </a:cubicBezTo>
                  <a:cubicBezTo>
                    <a:pt x="46732" y="87305"/>
                    <a:pt x="45922" y="87290"/>
                    <a:pt x="44904" y="87256"/>
                  </a:cubicBezTo>
                  <a:cubicBezTo>
                    <a:pt x="22932" y="86514"/>
                    <a:pt x="25386" y="86571"/>
                    <a:pt x="19165" y="86457"/>
                  </a:cubicBezTo>
                  <a:cubicBezTo>
                    <a:pt x="22677" y="86084"/>
                    <a:pt x="26609" y="85943"/>
                    <a:pt x="30436" y="85943"/>
                  </a:cubicBezTo>
                  <a:close/>
                  <a:moveTo>
                    <a:pt x="16711" y="681"/>
                  </a:moveTo>
                  <a:cubicBezTo>
                    <a:pt x="31523" y="2389"/>
                    <a:pt x="40091" y="2729"/>
                    <a:pt x="44875" y="2729"/>
                  </a:cubicBezTo>
                  <a:cubicBezTo>
                    <a:pt x="48046" y="2729"/>
                    <a:pt x="49555" y="2580"/>
                    <a:pt x="50118" y="2580"/>
                  </a:cubicBezTo>
                  <a:cubicBezTo>
                    <a:pt x="50352" y="2580"/>
                    <a:pt x="50423" y="2605"/>
                    <a:pt x="50383" y="2678"/>
                  </a:cubicBezTo>
                  <a:cubicBezTo>
                    <a:pt x="50440" y="2678"/>
                    <a:pt x="50440" y="2621"/>
                    <a:pt x="50440" y="2621"/>
                  </a:cubicBezTo>
                  <a:cubicBezTo>
                    <a:pt x="50896" y="2621"/>
                    <a:pt x="51353" y="2621"/>
                    <a:pt x="51752" y="2678"/>
                  </a:cubicBezTo>
                  <a:cubicBezTo>
                    <a:pt x="52095" y="2678"/>
                    <a:pt x="52323" y="2735"/>
                    <a:pt x="52608" y="2792"/>
                  </a:cubicBezTo>
                  <a:cubicBezTo>
                    <a:pt x="52736" y="2786"/>
                    <a:pt x="52866" y="2783"/>
                    <a:pt x="52997" y="2783"/>
                  </a:cubicBezTo>
                  <a:cubicBezTo>
                    <a:pt x="54089" y="2783"/>
                    <a:pt x="55278" y="2982"/>
                    <a:pt x="56603" y="3135"/>
                  </a:cubicBezTo>
                  <a:cubicBezTo>
                    <a:pt x="56660" y="3135"/>
                    <a:pt x="56775" y="3078"/>
                    <a:pt x="56832" y="3078"/>
                  </a:cubicBezTo>
                  <a:cubicBezTo>
                    <a:pt x="57117" y="3021"/>
                    <a:pt x="57345" y="3021"/>
                    <a:pt x="57574" y="3021"/>
                  </a:cubicBezTo>
                  <a:lnTo>
                    <a:pt x="58201" y="3021"/>
                  </a:lnTo>
                  <a:cubicBezTo>
                    <a:pt x="58544" y="2915"/>
                    <a:pt x="59131" y="2874"/>
                    <a:pt x="59841" y="2874"/>
                  </a:cubicBezTo>
                  <a:cubicBezTo>
                    <a:pt x="62199" y="2874"/>
                    <a:pt x="65906" y="3332"/>
                    <a:pt x="66476" y="3420"/>
                  </a:cubicBezTo>
                  <a:cubicBezTo>
                    <a:pt x="62653" y="59121"/>
                    <a:pt x="64308" y="86743"/>
                    <a:pt x="63223" y="87085"/>
                  </a:cubicBezTo>
                  <a:cubicBezTo>
                    <a:pt x="61627" y="87595"/>
                    <a:pt x="60021" y="87792"/>
                    <a:pt x="58352" y="87792"/>
                  </a:cubicBezTo>
                  <a:cubicBezTo>
                    <a:pt x="54234" y="87792"/>
                    <a:pt x="49733" y="86593"/>
                    <a:pt x="44048" y="85944"/>
                  </a:cubicBezTo>
                  <a:cubicBezTo>
                    <a:pt x="39674" y="85423"/>
                    <a:pt x="35378" y="85177"/>
                    <a:pt x="31136" y="85177"/>
                  </a:cubicBezTo>
                  <a:cubicBezTo>
                    <a:pt x="25139" y="85177"/>
                    <a:pt x="19251" y="85669"/>
                    <a:pt x="13401" y="86571"/>
                  </a:cubicBezTo>
                  <a:cubicBezTo>
                    <a:pt x="15113" y="23052"/>
                    <a:pt x="15228" y="13750"/>
                    <a:pt x="16711" y="681"/>
                  </a:cubicBezTo>
                  <a:close/>
                  <a:moveTo>
                    <a:pt x="116617" y="4343"/>
                  </a:moveTo>
                  <a:cubicBezTo>
                    <a:pt x="116780" y="4343"/>
                    <a:pt x="117008" y="4511"/>
                    <a:pt x="117326" y="4562"/>
                  </a:cubicBezTo>
                  <a:lnTo>
                    <a:pt x="117269" y="4562"/>
                  </a:lnTo>
                  <a:cubicBezTo>
                    <a:pt x="118239" y="20770"/>
                    <a:pt x="118125" y="17174"/>
                    <a:pt x="117383" y="40173"/>
                  </a:cubicBezTo>
                  <a:cubicBezTo>
                    <a:pt x="117111" y="48041"/>
                    <a:pt x="117072" y="51204"/>
                    <a:pt x="117151" y="51204"/>
                  </a:cubicBezTo>
                  <a:lnTo>
                    <a:pt x="117151" y="51204"/>
                  </a:lnTo>
                  <a:cubicBezTo>
                    <a:pt x="117401" y="51204"/>
                    <a:pt x="118842" y="18960"/>
                    <a:pt x="117668" y="4619"/>
                  </a:cubicBezTo>
                  <a:lnTo>
                    <a:pt x="117668" y="4619"/>
                  </a:lnTo>
                  <a:cubicBezTo>
                    <a:pt x="120408" y="5075"/>
                    <a:pt x="119723" y="3306"/>
                    <a:pt x="119894" y="13807"/>
                  </a:cubicBezTo>
                  <a:cubicBezTo>
                    <a:pt x="120000" y="19015"/>
                    <a:pt x="120151" y="22596"/>
                    <a:pt x="120249" y="22596"/>
                  </a:cubicBezTo>
                  <a:cubicBezTo>
                    <a:pt x="120310" y="22596"/>
                    <a:pt x="120351" y="21260"/>
                    <a:pt x="120351" y="18144"/>
                  </a:cubicBezTo>
                  <a:cubicBezTo>
                    <a:pt x="120304" y="6309"/>
                    <a:pt x="119759" y="4980"/>
                    <a:pt x="120444" y="4980"/>
                  </a:cubicBezTo>
                  <a:cubicBezTo>
                    <a:pt x="120594" y="4980"/>
                    <a:pt x="120804" y="5044"/>
                    <a:pt x="121093" y="5075"/>
                  </a:cubicBezTo>
                  <a:cubicBezTo>
                    <a:pt x="120783" y="8207"/>
                    <a:pt x="121137" y="12772"/>
                    <a:pt x="121367" y="12772"/>
                  </a:cubicBezTo>
                  <a:cubicBezTo>
                    <a:pt x="121519" y="12772"/>
                    <a:pt x="121616" y="10795"/>
                    <a:pt x="121435" y="5132"/>
                  </a:cubicBezTo>
                  <a:lnTo>
                    <a:pt x="121435" y="5132"/>
                  </a:lnTo>
                  <a:cubicBezTo>
                    <a:pt x="123489" y="5589"/>
                    <a:pt x="121663" y="44625"/>
                    <a:pt x="121378" y="69450"/>
                  </a:cubicBezTo>
                  <a:cubicBezTo>
                    <a:pt x="121101" y="87668"/>
                    <a:pt x="121831" y="89337"/>
                    <a:pt x="120826" y="89337"/>
                  </a:cubicBezTo>
                  <a:cubicBezTo>
                    <a:pt x="120600" y="89337"/>
                    <a:pt x="120288" y="89253"/>
                    <a:pt x="119856" y="89253"/>
                  </a:cubicBezTo>
                  <a:cubicBezTo>
                    <a:pt x="119831" y="89253"/>
                    <a:pt x="119806" y="89253"/>
                    <a:pt x="119780" y="89254"/>
                  </a:cubicBezTo>
                  <a:cubicBezTo>
                    <a:pt x="118810" y="62488"/>
                    <a:pt x="121492" y="55468"/>
                    <a:pt x="120807" y="38233"/>
                  </a:cubicBezTo>
                  <a:cubicBezTo>
                    <a:pt x="120522" y="31327"/>
                    <a:pt x="120522" y="30757"/>
                    <a:pt x="121150" y="23851"/>
                  </a:cubicBezTo>
                  <a:cubicBezTo>
                    <a:pt x="121162" y="23709"/>
                    <a:pt x="121158" y="23639"/>
                    <a:pt x="121142" y="23639"/>
                  </a:cubicBezTo>
                  <a:cubicBezTo>
                    <a:pt x="121011" y="23639"/>
                    <a:pt x="120045" y="28384"/>
                    <a:pt x="120351" y="36578"/>
                  </a:cubicBezTo>
                  <a:cubicBezTo>
                    <a:pt x="121035" y="55582"/>
                    <a:pt x="119152" y="61346"/>
                    <a:pt x="119095" y="74986"/>
                  </a:cubicBezTo>
                  <a:cubicBezTo>
                    <a:pt x="119005" y="87659"/>
                    <a:pt x="119984" y="89390"/>
                    <a:pt x="118793" y="89390"/>
                  </a:cubicBezTo>
                  <a:cubicBezTo>
                    <a:pt x="118477" y="89390"/>
                    <a:pt x="118008" y="89268"/>
                    <a:pt x="117326" y="89197"/>
                  </a:cubicBezTo>
                  <a:cubicBezTo>
                    <a:pt x="117932" y="59100"/>
                    <a:pt x="117662" y="56083"/>
                    <a:pt x="117543" y="56083"/>
                  </a:cubicBezTo>
                  <a:cubicBezTo>
                    <a:pt x="117516" y="56083"/>
                    <a:pt x="117497" y="56236"/>
                    <a:pt x="117497" y="56267"/>
                  </a:cubicBezTo>
                  <a:cubicBezTo>
                    <a:pt x="116847" y="85769"/>
                    <a:pt x="117369" y="89174"/>
                    <a:pt x="116354" y="89174"/>
                  </a:cubicBezTo>
                  <a:cubicBezTo>
                    <a:pt x="116122" y="89174"/>
                    <a:pt x="115810" y="88996"/>
                    <a:pt x="115386" y="88911"/>
                  </a:cubicBezTo>
                  <a:cubicBezTo>
                    <a:pt x="115271" y="88854"/>
                    <a:pt x="115785" y="42114"/>
                    <a:pt x="116070" y="22425"/>
                  </a:cubicBezTo>
                  <a:cubicBezTo>
                    <a:pt x="116248" y="6374"/>
                    <a:pt x="116046" y="4343"/>
                    <a:pt x="116617" y="4343"/>
                  </a:cubicBezTo>
                  <a:close/>
                  <a:moveTo>
                    <a:pt x="84090" y="2710"/>
                  </a:moveTo>
                  <a:cubicBezTo>
                    <a:pt x="85243" y="2710"/>
                    <a:pt x="86484" y="2718"/>
                    <a:pt x="87821" y="2735"/>
                  </a:cubicBezTo>
                  <a:cubicBezTo>
                    <a:pt x="103629" y="2964"/>
                    <a:pt x="115785" y="3363"/>
                    <a:pt x="115785" y="3477"/>
                  </a:cubicBezTo>
                  <a:cubicBezTo>
                    <a:pt x="114929" y="65684"/>
                    <a:pt x="114986" y="57466"/>
                    <a:pt x="114529" y="89596"/>
                  </a:cubicBezTo>
                  <a:cubicBezTo>
                    <a:pt x="111591" y="89664"/>
                    <a:pt x="108676" y="89697"/>
                    <a:pt x="105784" y="89697"/>
                  </a:cubicBezTo>
                  <a:cubicBezTo>
                    <a:pt x="91604" y="89697"/>
                    <a:pt x="77961" y="88897"/>
                    <a:pt x="64593" y="87427"/>
                  </a:cubicBezTo>
                  <a:cubicBezTo>
                    <a:pt x="64650" y="55069"/>
                    <a:pt x="65620" y="30186"/>
                    <a:pt x="67161" y="3420"/>
                  </a:cubicBezTo>
                  <a:cubicBezTo>
                    <a:pt x="67487" y="3500"/>
                    <a:pt x="67781" y="3533"/>
                    <a:pt x="68110" y="3533"/>
                  </a:cubicBezTo>
                  <a:cubicBezTo>
                    <a:pt x="69749" y="3533"/>
                    <a:pt x="72266" y="2710"/>
                    <a:pt x="84090" y="2710"/>
                  </a:cubicBezTo>
                  <a:close/>
                  <a:moveTo>
                    <a:pt x="16530" y="1"/>
                  </a:moveTo>
                  <a:cubicBezTo>
                    <a:pt x="16167" y="1"/>
                    <a:pt x="16107" y="85"/>
                    <a:pt x="16084" y="281"/>
                  </a:cubicBezTo>
                  <a:cubicBezTo>
                    <a:pt x="16026" y="567"/>
                    <a:pt x="16026" y="852"/>
                    <a:pt x="15969" y="1137"/>
                  </a:cubicBezTo>
                  <a:cubicBezTo>
                    <a:pt x="15969" y="1080"/>
                    <a:pt x="15855" y="1080"/>
                    <a:pt x="15798" y="1080"/>
                  </a:cubicBezTo>
                  <a:cubicBezTo>
                    <a:pt x="15635" y="1080"/>
                    <a:pt x="8862" y="207"/>
                    <a:pt x="4985" y="207"/>
                  </a:cubicBezTo>
                  <a:cubicBezTo>
                    <a:pt x="3434" y="207"/>
                    <a:pt x="2346" y="347"/>
                    <a:pt x="2330" y="738"/>
                  </a:cubicBezTo>
                  <a:cubicBezTo>
                    <a:pt x="1474" y="29844"/>
                    <a:pt x="732" y="58436"/>
                    <a:pt x="47" y="87199"/>
                  </a:cubicBezTo>
                  <a:cubicBezTo>
                    <a:pt x="1" y="88724"/>
                    <a:pt x="81376" y="91969"/>
                    <a:pt x="112437" y="91969"/>
                  </a:cubicBezTo>
                  <a:cubicBezTo>
                    <a:pt x="119744" y="91969"/>
                    <a:pt x="124267" y="91789"/>
                    <a:pt x="124288" y="91365"/>
                  </a:cubicBezTo>
                  <a:cubicBezTo>
                    <a:pt x="125316" y="57637"/>
                    <a:pt x="125715" y="24023"/>
                    <a:pt x="125658" y="2850"/>
                  </a:cubicBezTo>
                  <a:cubicBezTo>
                    <a:pt x="125658" y="2622"/>
                    <a:pt x="125824" y="2561"/>
                    <a:pt x="124165" y="2561"/>
                  </a:cubicBezTo>
                  <a:cubicBezTo>
                    <a:pt x="122905" y="2561"/>
                    <a:pt x="120593" y="2597"/>
                    <a:pt x="116356" y="2621"/>
                  </a:cubicBezTo>
                  <a:cubicBezTo>
                    <a:pt x="116070" y="2621"/>
                    <a:pt x="116070" y="2964"/>
                    <a:pt x="116299" y="2964"/>
                  </a:cubicBezTo>
                  <a:cubicBezTo>
                    <a:pt x="119266" y="3021"/>
                    <a:pt x="122234" y="3021"/>
                    <a:pt x="125145" y="3078"/>
                  </a:cubicBezTo>
                  <a:cubicBezTo>
                    <a:pt x="124973" y="43712"/>
                    <a:pt x="124517" y="66996"/>
                    <a:pt x="123775" y="91080"/>
                  </a:cubicBezTo>
                  <a:cubicBezTo>
                    <a:pt x="120679" y="91189"/>
                    <a:pt x="116453" y="91243"/>
                    <a:pt x="111376" y="91243"/>
                  </a:cubicBezTo>
                  <a:cubicBezTo>
                    <a:pt x="84633" y="91243"/>
                    <a:pt x="34249" y="89744"/>
                    <a:pt x="675" y="86914"/>
                  </a:cubicBezTo>
                  <a:cubicBezTo>
                    <a:pt x="1359" y="57922"/>
                    <a:pt x="2101" y="29558"/>
                    <a:pt x="2957" y="1023"/>
                  </a:cubicBezTo>
                  <a:cubicBezTo>
                    <a:pt x="4275" y="912"/>
                    <a:pt x="5592" y="852"/>
                    <a:pt x="6905" y="852"/>
                  </a:cubicBezTo>
                  <a:cubicBezTo>
                    <a:pt x="8950" y="852"/>
                    <a:pt x="10986" y="996"/>
                    <a:pt x="13002" y="1309"/>
                  </a:cubicBezTo>
                  <a:cubicBezTo>
                    <a:pt x="8950" y="2964"/>
                    <a:pt x="7181" y="2108"/>
                    <a:pt x="7181" y="2678"/>
                  </a:cubicBezTo>
                  <a:cubicBezTo>
                    <a:pt x="7808" y="52215"/>
                    <a:pt x="4441" y="72475"/>
                    <a:pt x="5583" y="85887"/>
                  </a:cubicBezTo>
                  <a:lnTo>
                    <a:pt x="5583" y="85887"/>
                  </a:lnTo>
                  <a:cubicBezTo>
                    <a:pt x="5531" y="85868"/>
                    <a:pt x="5481" y="85861"/>
                    <a:pt x="5433" y="85861"/>
                  </a:cubicBezTo>
                  <a:cubicBezTo>
                    <a:pt x="5266" y="85861"/>
                    <a:pt x="5124" y="85950"/>
                    <a:pt x="5008" y="85950"/>
                  </a:cubicBezTo>
                  <a:cubicBezTo>
                    <a:pt x="4253" y="85950"/>
                    <a:pt x="4653" y="82116"/>
                    <a:pt x="6610" y="24137"/>
                  </a:cubicBezTo>
                  <a:cubicBezTo>
                    <a:pt x="6610" y="24065"/>
                    <a:pt x="6560" y="24033"/>
                    <a:pt x="6502" y="24033"/>
                  </a:cubicBezTo>
                  <a:cubicBezTo>
                    <a:pt x="6421" y="24033"/>
                    <a:pt x="6325" y="24094"/>
                    <a:pt x="6325" y="24194"/>
                  </a:cubicBezTo>
                  <a:cubicBezTo>
                    <a:pt x="2283" y="81034"/>
                    <a:pt x="5934" y="85674"/>
                    <a:pt x="3736" y="85674"/>
                  </a:cubicBezTo>
                  <a:cubicBezTo>
                    <a:pt x="3451" y="85674"/>
                    <a:pt x="3069" y="85596"/>
                    <a:pt x="2558" y="85544"/>
                  </a:cubicBezTo>
                  <a:cubicBezTo>
                    <a:pt x="3585" y="78867"/>
                    <a:pt x="3699" y="60604"/>
                    <a:pt x="3813" y="42970"/>
                  </a:cubicBezTo>
                  <a:cubicBezTo>
                    <a:pt x="3939" y="44679"/>
                    <a:pt x="4186" y="45323"/>
                    <a:pt x="4309" y="45323"/>
                  </a:cubicBezTo>
                  <a:cubicBezTo>
                    <a:pt x="4355" y="45323"/>
                    <a:pt x="4384" y="45235"/>
                    <a:pt x="4384" y="45081"/>
                  </a:cubicBezTo>
                  <a:cubicBezTo>
                    <a:pt x="4670" y="28816"/>
                    <a:pt x="4898" y="36692"/>
                    <a:pt x="5526" y="27960"/>
                  </a:cubicBezTo>
                  <a:cubicBezTo>
                    <a:pt x="6210" y="19343"/>
                    <a:pt x="4670" y="12209"/>
                    <a:pt x="5811" y="2792"/>
                  </a:cubicBezTo>
                  <a:cubicBezTo>
                    <a:pt x="7909" y="2302"/>
                    <a:pt x="7926" y="2085"/>
                    <a:pt x="7271" y="2085"/>
                  </a:cubicBezTo>
                  <a:cubicBezTo>
                    <a:pt x="6554" y="2085"/>
                    <a:pt x="5033" y="2345"/>
                    <a:pt x="4555" y="2792"/>
                  </a:cubicBezTo>
                  <a:cubicBezTo>
                    <a:pt x="3928" y="3420"/>
                    <a:pt x="2843" y="31955"/>
                    <a:pt x="3129" y="66996"/>
                  </a:cubicBezTo>
                  <a:cubicBezTo>
                    <a:pt x="3243" y="84060"/>
                    <a:pt x="1531" y="85944"/>
                    <a:pt x="2273" y="86001"/>
                  </a:cubicBezTo>
                  <a:cubicBezTo>
                    <a:pt x="4704" y="86244"/>
                    <a:pt x="5294" y="86314"/>
                    <a:pt x="5472" y="86314"/>
                  </a:cubicBezTo>
                  <a:cubicBezTo>
                    <a:pt x="5545" y="86314"/>
                    <a:pt x="5550" y="86303"/>
                    <a:pt x="5583" y="86286"/>
                  </a:cubicBezTo>
                  <a:cubicBezTo>
                    <a:pt x="5633" y="86386"/>
                    <a:pt x="5595" y="86706"/>
                    <a:pt x="5816" y="86706"/>
                  </a:cubicBezTo>
                  <a:cubicBezTo>
                    <a:pt x="5847" y="86706"/>
                    <a:pt x="5883" y="86700"/>
                    <a:pt x="5925" y="86685"/>
                  </a:cubicBezTo>
                  <a:cubicBezTo>
                    <a:pt x="7211" y="86213"/>
                    <a:pt x="7978" y="86091"/>
                    <a:pt x="8564" y="86091"/>
                  </a:cubicBezTo>
                  <a:cubicBezTo>
                    <a:pt x="9196" y="86091"/>
                    <a:pt x="9618" y="86233"/>
                    <a:pt x="10254" y="86233"/>
                  </a:cubicBezTo>
                  <a:cubicBezTo>
                    <a:pt x="10312" y="86233"/>
                    <a:pt x="10372" y="86232"/>
                    <a:pt x="10434" y="86229"/>
                  </a:cubicBezTo>
                  <a:cubicBezTo>
                    <a:pt x="11575" y="86138"/>
                    <a:pt x="12187" y="86046"/>
                    <a:pt x="12510" y="86046"/>
                  </a:cubicBezTo>
                  <a:cubicBezTo>
                    <a:pt x="12995" y="86046"/>
                    <a:pt x="12831" y="86252"/>
                    <a:pt x="12831" y="86971"/>
                  </a:cubicBezTo>
                  <a:cubicBezTo>
                    <a:pt x="12831" y="87161"/>
                    <a:pt x="12862" y="87242"/>
                    <a:pt x="13113" y="87242"/>
                  </a:cubicBezTo>
                  <a:cubicBezTo>
                    <a:pt x="13540" y="87242"/>
                    <a:pt x="14602" y="87009"/>
                    <a:pt x="17225" y="86685"/>
                  </a:cubicBezTo>
                  <a:cubicBezTo>
                    <a:pt x="19394" y="86914"/>
                    <a:pt x="52437" y="87998"/>
                    <a:pt x="53293" y="87998"/>
                  </a:cubicBezTo>
                  <a:cubicBezTo>
                    <a:pt x="55556" y="88342"/>
                    <a:pt x="57333" y="88466"/>
                    <a:pt x="58726" y="88466"/>
                  </a:cubicBezTo>
                  <a:cubicBezTo>
                    <a:pt x="62392" y="88466"/>
                    <a:pt x="63400" y="87604"/>
                    <a:pt x="63587" y="87604"/>
                  </a:cubicBezTo>
                  <a:cubicBezTo>
                    <a:pt x="63613" y="87604"/>
                    <a:pt x="63623" y="87620"/>
                    <a:pt x="63623" y="87656"/>
                  </a:cubicBezTo>
                  <a:cubicBezTo>
                    <a:pt x="63623" y="89831"/>
                    <a:pt x="94448" y="90450"/>
                    <a:pt x="108946" y="90450"/>
                  </a:cubicBezTo>
                  <a:cubicBezTo>
                    <a:pt x="111567" y="90450"/>
                    <a:pt x="113654" y="90430"/>
                    <a:pt x="114929" y="90395"/>
                  </a:cubicBezTo>
                  <a:cubicBezTo>
                    <a:pt x="115386" y="90395"/>
                    <a:pt x="115328" y="89824"/>
                    <a:pt x="115328" y="89368"/>
                  </a:cubicBezTo>
                  <a:lnTo>
                    <a:pt x="115328" y="89368"/>
                  </a:lnTo>
                  <a:cubicBezTo>
                    <a:pt x="116251" y="89565"/>
                    <a:pt x="118277" y="89763"/>
                    <a:pt x="119825" y="89763"/>
                  </a:cubicBezTo>
                  <a:cubicBezTo>
                    <a:pt x="120958" y="89763"/>
                    <a:pt x="121834" y="89657"/>
                    <a:pt x="121834" y="89368"/>
                  </a:cubicBezTo>
                  <a:cubicBezTo>
                    <a:pt x="121378" y="67567"/>
                    <a:pt x="123547" y="7472"/>
                    <a:pt x="122633" y="5361"/>
                  </a:cubicBezTo>
                  <a:cubicBezTo>
                    <a:pt x="122405" y="4847"/>
                    <a:pt x="121892" y="4904"/>
                    <a:pt x="121435" y="4790"/>
                  </a:cubicBezTo>
                  <a:cubicBezTo>
                    <a:pt x="121406" y="4733"/>
                    <a:pt x="121349" y="4704"/>
                    <a:pt x="121292" y="4704"/>
                  </a:cubicBezTo>
                  <a:cubicBezTo>
                    <a:pt x="121235" y="4704"/>
                    <a:pt x="121178" y="4733"/>
                    <a:pt x="121150" y="4790"/>
                  </a:cubicBezTo>
                  <a:cubicBezTo>
                    <a:pt x="115443" y="3991"/>
                    <a:pt x="116299" y="4447"/>
                    <a:pt x="116299" y="3249"/>
                  </a:cubicBezTo>
                  <a:cubicBezTo>
                    <a:pt x="116299" y="2742"/>
                    <a:pt x="98755" y="2188"/>
                    <a:pt x="84374" y="2188"/>
                  </a:cubicBezTo>
                  <a:cubicBezTo>
                    <a:pt x="76113" y="2188"/>
                    <a:pt x="68896" y="2371"/>
                    <a:pt x="66648" y="2850"/>
                  </a:cubicBezTo>
                  <a:cubicBezTo>
                    <a:pt x="65512" y="2483"/>
                    <a:pt x="62685" y="2376"/>
                    <a:pt x="60473" y="2376"/>
                  </a:cubicBezTo>
                  <a:cubicBezTo>
                    <a:pt x="59238" y="2376"/>
                    <a:pt x="58195" y="2409"/>
                    <a:pt x="57745" y="2450"/>
                  </a:cubicBezTo>
                  <a:cubicBezTo>
                    <a:pt x="54599" y="2170"/>
                    <a:pt x="53251" y="1998"/>
                    <a:pt x="52430" y="1998"/>
                  </a:cubicBezTo>
                  <a:cubicBezTo>
                    <a:pt x="51911" y="1998"/>
                    <a:pt x="51602" y="2067"/>
                    <a:pt x="51182" y="2222"/>
                  </a:cubicBezTo>
                  <a:cubicBezTo>
                    <a:pt x="24091" y="1311"/>
                    <a:pt x="17960" y="1"/>
                    <a:pt x="16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9"/>
            <p:cNvSpPr/>
            <p:nvPr/>
          </p:nvSpPr>
          <p:spPr>
            <a:xfrm>
              <a:off x="3272550" y="1296350"/>
              <a:ext cx="34525" cy="637975"/>
            </a:xfrm>
            <a:custGeom>
              <a:rect b="b" l="l" r="r" t="t"/>
              <a:pathLst>
                <a:path extrusionOk="0" h="25519" w="1381">
                  <a:moveTo>
                    <a:pt x="835" y="1"/>
                  </a:moveTo>
                  <a:cubicBezTo>
                    <a:pt x="819" y="1"/>
                    <a:pt x="810" y="67"/>
                    <a:pt x="810" y="154"/>
                  </a:cubicBezTo>
                  <a:cubicBezTo>
                    <a:pt x="468" y="14079"/>
                    <a:pt x="1381" y="10141"/>
                    <a:pt x="11" y="25322"/>
                  </a:cubicBezTo>
                  <a:cubicBezTo>
                    <a:pt x="0" y="25421"/>
                    <a:pt x="32" y="25519"/>
                    <a:pt x="91" y="25519"/>
                  </a:cubicBezTo>
                  <a:cubicBezTo>
                    <a:pt x="337" y="25519"/>
                    <a:pt x="1060" y="23829"/>
                    <a:pt x="1153" y="13565"/>
                  </a:cubicBezTo>
                  <a:cubicBezTo>
                    <a:pt x="1201" y="2016"/>
                    <a:pt x="922" y="1"/>
                    <a:pt x="835" y="1"/>
                  </a:cubicBezTo>
                  <a:close/>
                </a:path>
              </a:pathLst>
            </a:custGeom>
            <a:solidFill>
              <a:srgbClr val="7258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0" name="Google Shape;250;p19"/>
          <p:cNvSpPr txBox="1"/>
          <p:nvPr>
            <p:ph type="title"/>
          </p:nvPr>
        </p:nvSpPr>
        <p:spPr>
          <a:xfrm>
            <a:off x="1583950" y="765750"/>
            <a:ext cx="2785500" cy="207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1" name="Google Shape;251;p19"/>
          <p:cNvSpPr txBox="1"/>
          <p:nvPr>
            <p:ph idx="1" type="subTitle"/>
          </p:nvPr>
        </p:nvSpPr>
        <p:spPr>
          <a:xfrm>
            <a:off x="1583950" y="3182875"/>
            <a:ext cx="2785500" cy="11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9"/>
          <p:cNvSpPr/>
          <p:nvPr>
            <p:ph idx="2" type="pic"/>
          </p:nvPr>
        </p:nvSpPr>
        <p:spPr>
          <a:xfrm>
            <a:off x="5180257" y="880839"/>
            <a:ext cx="2558100" cy="3347400"/>
          </a:xfrm>
          <a:prstGeom prst="ellipse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0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5" name="Google Shape;255;p20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256" name="Google Shape;256;p20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0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0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0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0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0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0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3" name="Google Shape;263;p20"/>
          <p:cNvSpPr txBox="1"/>
          <p:nvPr>
            <p:ph type="title"/>
          </p:nvPr>
        </p:nvSpPr>
        <p:spPr>
          <a:xfrm>
            <a:off x="946929" y="1289725"/>
            <a:ext cx="2829000" cy="101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4" name="Google Shape;264;p20"/>
          <p:cNvSpPr txBox="1"/>
          <p:nvPr>
            <p:ph idx="1" type="subTitle"/>
          </p:nvPr>
        </p:nvSpPr>
        <p:spPr>
          <a:xfrm>
            <a:off x="946928" y="2229101"/>
            <a:ext cx="2829000" cy="10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1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7" name="Google Shape;267;p21"/>
          <p:cNvGrpSpPr/>
          <p:nvPr/>
        </p:nvGrpSpPr>
        <p:grpSpPr>
          <a:xfrm rot="-33946">
            <a:off x="208521" y="115071"/>
            <a:ext cx="8728591" cy="4878962"/>
            <a:chOff x="315425" y="364350"/>
            <a:chExt cx="3145625" cy="2299225"/>
          </a:xfrm>
        </p:grpSpPr>
        <p:sp>
          <p:nvSpPr>
            <p:cNvPr id="268" name="Google Shape;268;p21"/>
            <p:cNvSpPr/>
            <p:nvPr/>
          </p:nvSpPr>
          <p:spPr>
            <a:xfrm>
              <a:off x="332275" y="374100"/>
              <a:ext cx="3126050" cy="2279075"/>
            </a:xfrm>
            <a:custGeom>
              <a:rect b="b" l="l" r="r" t="t"/>
              <a:pathLst>
                <a:path extrusionOk="0" h="91163" w="125042">
                  <a:moveTo>
                    <a:pt x="6040" y="0"/>
                  </a:moveTo>
                  <a:cubicBezTo>
                    <a:pt x="5232" y="0"/>
                    <a:pt x="4419" y="21"/>
                    <a:pt x="3596" y="63"/>
                  </a:cubicBezTo>
                  <a:cubicBezTo>
                    <a:pt x="3139" y="63"/>
                    <a:pt x="2626" y="405"/>
                    <a:pt x="2283" y="690"/>
                  </a:cubicBezTo>
                  <a:cubicBezTo>
                    <a:pt x="2112" y="5484"/>
                    <a:pt x="1941" y="10335"/>
                    <a:pt x="1770" y="15129"/>
                  </a:cubicBezTo>
                  <a:cubicBezTo>
                    <a:pt x="1313" y="28712"/>
                    <a:pt x="1142" y="42294"/>
                    <a:pt x="685" y="55877"/>
                  </a:cubicBezTo>
                  <a:cubicBezTo>
                    <a:pt x="514" y="61128"/>
                    <a:pt x="685" y="66378"/>
                    <a:pt x="286" y="71628"/>
                  </a:cubicBezTo>
                  <a:cubicBezTo>
                    <a:pt x="1" y="75224"/>
                    <a:pt x="400" y="78876"/>
                    <a:pt x="115" y="82472"/>
                  </a:cubicBezTo>
                  <a:cubicBezTo>
                    <a:pt x="1" y="83727"/>
                    <a:pt x="58" y="85040"/>
                    <a:pt x="58" y="86295"/>
                  </a:cubicBezTo>
                  <a:cubicBezTo>
                    <a:pt x="58" y="87266"/>
                    <a:pt x="8276" y="87608"/>
                    <a:pt x="9417" y="87665"/>
                  </a:cubicBezTo>
                  <a:cubicBezTo>
                    <a:pt x="12271" y="87836"/>
                    <a:pt x="15124" y="87836"/>
                    <a:pt x="17921" y="88008"/>
                  </a:cubicBezTo>
                  <a:cubicBezTo>
                    <a:pt x="23114" y="88236"/>
                    <a:pt x="28250" y="88521"/>
                    <a:pt x="33444" y="88864"/>
                  </a:cubicBezTo>
                  <a:cubicBezTo>
                    <a:pt x="41262" y="89320"/>
                    <a:pt x="49195" y="89606"/>
                    <a:pt x="57014" y="89891"/>
                  </a:cubicBezTo>
                  <a:cubicBezTo>
                    <a:pt x="58612" y="89948"/>
                    <a:pt x="60210" y="90005"/>
                    <a:pt x="61808" y="90062"/>
                  </a:cubicBezTo>
                  <a:cubicBezTo>
                    <a:pt x="68485" y="90233"/>
                    <a:pt x="75219" y="90405"/>
                    <a:pt x="81896" y="90576"/>
                  </a:cubicBezTo>
                  <a:cubicBezTo>
                    <a:pt x="83897" y="90645"/>
                    <a:pt x="85892" y="90656"/>
                    <a:pt x="87884" y="90656"/>
                  </a:cubicBezTo>
                  <a:cubicBezTo>
                    <a:pt x="88900" y="90656"/>
                    <a:pt x="89916" y="90653"/>
                    <a:pt x="90931" y="90653"/>
                  </a:cubicBezTo>
                  <a:cubicBezTo>
                    <a:pt x="94507" y="90653"/>
                    <a:pt x="98075" y="90691"/>
                    <a:pt x="101642" y="91032"/>
                  </a:cubicBezTo>
                  <a:cubicBezTo>
                    <a:pt x="102773" y="91129"/>
                    <a:pt x="103898" y="91162"/>
                    <a:pt x="105023" y="91162"/>
                  </a:cubicBezTo>
                  <a:cubicBezTo>
                    <a:pt x="107412" y="91162"/>
                    <a:pt x="109799" y="91013"/>
                    <a:pt x="112219" y="91013"/>
                  </a:cubicBezTo>
                  <a:cubicBezTo>
                    <a:pt x="112687" y="91013"/>
                    <a:pt x="113156" y="91019"/>
                    <a:pt x="113627" y="91032"/>
                  </a:cubicBezTo>
                  <a:cubicBezTo>
                    <a:pt x="114693" y="91070"/>
                    <a:pt x="115758" y="91089"/>
                    <a:pt x="116821" y="91089"/>
                  </a:cubicBezTo>
                  <a:cubicBezTo>
                    <a:pt x="118947" y="91089"/>
                    <a:pt x="121065" y="91013"/>
                    <a:pt x="123158" y="90861"/>
                  </a:cubicBezTo>
                  <a:cubicBezTo>
                    <a:pt x="123329" y="90861"/>
                    <a:pt x="123557" y="90861"/>
                    <a:pt x="123672" y="90747"/>
                  </a:cubicBezTo>
                  <a:cubicBezTo>
                    <a:pt x="123786" y="90633"/>
                    <a:pt x="123786" y="90576"/>
                    <a:pt x="123672" y="90519"/>
                  </a:cubicBezTo>
                  <a:cubicBezTo>
                    <a:pt x="124413" y="86067"/>
                    <a:pt x="123957" y="81216"/>
                    <a:pt x="124014" y="76651"/>
                  </a:cubicBezTo>
                  <a:cubicBezTo>
                    <a:pt x="124014" y="73797"/>
                    <a:pt x="124299" y="71115"/>
                    <a:pt x="124299" y="68204"/>
                  </a:cubicBezTo>
                  <a:cubicBezTo>
                    <a:pt x="124242" y="65065"/>
                    <a:pt x="124699" y="61927"/>
                    <a:pt x="124699" y="58788"/>
                  </a:cubicBezTo>
                  <a:cubicBezTo>
                    <a:pt x="124642" y="51939"/>
                    <a:pt x="124699" y="45091"/>
                    <a:pt x="124870" y="38300"/>
                  </a:cubicBezTo>
                  <a:cubicBezTo>
                    <a:pt x="125041" y="31736"/>
                    <a:pt x="124870" y="25230"/>
                    <a:pt x="124927" y="18724"/>
                  </a:cubicBezTo>
                  <a:cubicBezTo>
                    <a:pt x="124984" y="13303"/>
                    <a:pt x="124984" y="7938"/>
                    <a:pt x="125041" y="2517"/>
                  </a:cubicBezTo>
                  <a:cubicBezTo>
                    <a:pt x="123254" y="2342"/>
                    <a:pt x="121466" y="2268"/>
                    <a:pt x="119679" y="2268"/>
                  </a:cubicBezTo>
                  <a:cubicBezTo>
                    <a:pt x="119126" y="2268"/>
                    <a:pt x="118574" y="2275"/>
                    <a:pt x="118022" y="2288"/>
                  </a:cubicBezTo>
                  <a:cubicBezTo>
                    <a:pt x="116709" y="2345"/>
                    <a:pt x="115396" y="2402"/>
                    <a:pt x="114141" y="2460"/>
                  </a:cubicBezTo>
                  <a:cubicBezTo>
                    <a:pt x="114341" y="2574"/>
                    <a:pt x="114498" y="2588"/>
                    <a:pt x="114662" y="2588"/>
                  </a:cubicBezTo>
                  <a:cubicBezTo>
                    <a:pt x="114716" y="2588"/>
                    <a:pt x="114772" y="2586"/>
                    <a:pt x="114830" y="2586"/>
                  </a:cubicBezTo>
                  <a:cubicBezTo>
                    <a:pt x="114946" y="2586"/>
                    <a:pt x="115073" y="2593"/>
                    <a:pt x="115225" y="2631"/>
                  </a:cubicBezTo>
                  <a:cubicBezTo>
                    <a:pt x="115453" y="2688"/>
                    <a:pt x="115739" y="2859"/>
                    <a:pt x="115739" y="3144"/>
                  </a:cubicBezTo>
                  <a:cubicBezTo>
                    <a:pt x="115796" y="3373"/>
                    <a:pt x="115739" y="3601"/>
                    <a:pt x="115739" y="3772"/>
                  </a:cubicBezTo>
                  <a:cubicBezTo>
                    <a:pt x="115739" y="3770"/>
                    <a:pt x="115746" y="3769"/>
                    <a:pt x="115760" y="3769"/>
                  </a:cubicBezTo>
                  <a:cubicBezTo>
                    <a:pt x="116121" y="3769"/>
                    <a:pt x="121004" y="4459"/>
                    <a:pt x="121389" y="4514"/>
                  </a:cubicBezTo>
                  <a:cubicBezTo>
                    <a:pt x="121674" y="4571"/>
                    <a:pt x="121788" y="4742"/>
                    <a:pt x="121902" y="4971"/>
                  </a:cubicBezTo>
                  <a:cubicBezTo>
                    <a:pt x="122074" y="5256"/>
                    <a:pt x="122074" y="5541"/>
                    <a:pt x="122074" y="5827"/>
                  </a:cubicBezTo>
                  <a:cubicBezTo>
                    <a:pt x="122188" y="9879"/>
                    <a:pt x="122245" y="13874"/>
                    <a:pt x="122245" y="17868"/>
                  </a:cubicBezTo>
                  <a:cubicBezTo>
                    <a:pt x="122188" y="30538"/>
                    <a:pt x="121845" y="43150"/>
                    <a:pt x="121446" y="55820"/>
                  </a:cubicBezTo>
                  <a:cubicBezTo>
                    <a:pt x="121103" y="66720"/>
                    <a:pt x="121275" y="77678"/>
                    <a:pt x="121160" y="88578"/>
                  </a:cubicBezTo>
                  <a:cubicBezTo>
                    <a:pt x="121160" y="88864"/>
                    <a:pt x="121046" y="88921"/>
                    <a:pt x="120761" y="89035"/>
                  </a:cubicBezTo>
                  <a:cubicBezTo>
                    <a:pt x="120590" y="89138"/>
                    <a:pt x="120419" y="89158"/>
                    <a:pt x="120235" y="89158"/>
                  </a:cubicBezTo>
                  <a:cubicBezTo>
                    <a:pt x="120113" y="89158"/>
                    <a:pt x="119985" y="89149"/>
                    <a:pt x="119848" y="89149"/>
                  </a:cubicBezTo>
                  <a:cubicBezTo>
                    <a:pt x="119334" y="89149"/>
                    <a:pt x="118821" y="89149"/>
                    <a:pt x="118307" y="89092"/>
                  </a:cubicBezTo>
                  <a:cubicBezTo>
                    <a:pt x="117108" y="89092"/>
                    <a:pt x="115910" y="89035"/>
                    <a:pt x="114826" y="88521"/>
                  </a:cubicBezTo>
                  <a:cubicBezTo>
                    <a:pt x="114792" y="88505"/>
                    <a:pt x="114754" y="88498"/>
                    <a:pt x="114715" y="88498"/>
                  </a:cubicBezTo>
                  <a:cubicBezTo>
                    <a:pt x="114621" y="88498"/>
                    <a:pt x="114524" y="88538"/>
                    <a:pt x="114483" y="88578"/>
                  </a:cubicBezTo>
                  <a:cubicBezTo>
                    <a:pt x="114483" y="88921"/>
                    <a:pt x="114483" y="89206"/>
                    <a:pt x="114426" y="89548"/>
                  </a:cubicBezTo>
                  <a:cubicBezTo>
                    <a:pt x="112714" y="89548"/>
                    <a:pt x="110945" y="89606"/>
                    <a:pt x="109233" y="89663"/>
                  </a:cubicBezTo>
                  <a:cubicBezTo>
                    <a:pt x="108856" y="89674"/>
                    <a:pt x="108473" y="89679"/>
                    <a:pt x="108085" y="89679"/>
                  </a:cubicBezTo>
                  <a:cubicBezTo>
                    <a:pt x="106532" y="89679"/>
                    <a:pt x="104907" y="89606"/>
                    <a:pt x="103355" y="89606"/>
                  </a:cubicBezTo>
                  <a:cubicBezTo>
                    <a:pt x="95479" y="89491"/>
                    <a:pt x="87546" y="89377"/>
                    <a:pt x="79670" y="88864"/>
                  </a:cubicBezTo>
                  <a:cubicBezTo>
                    <a:pt x="74591" y="88578"/>
                    <a:pt x="69512" y="88065"/>
                    <a:pt x="64433" y="87551"/>
                  </a:cubicBezTo>
                  <a:cubicBezTo>
                    <a:pt x="63976" y="87494"/>
                    <a:pt x="63348" y="87209"/>
                    <a:pt x="63577" y="86809"/>
                  </a:cubicBezTo>
                  <a:lnTo>
                    <a:pt x="63577" y="86809"/>
                  </a:lnTo>
                  <a:cubicBezTo>
                    <a:pt x="62243" y="87515"/>
                    <a:pt x="60722" y="87655"/>
                    <a:pt x="59196" y="87655"/>
                  </a:cubicBezTo>
                  <a:cubicBezTo>
                    <a:pt x="58502" y="87655"/>
                    <a:pt x="57806" y="87626"/>
                    <a:pt x="57128" y="87608"/>
                  </a:cubicBezTo>
                  <a:cubicBezTo>
                    <a:pt x="51307" y="87437"/>
                    <a:pt x="45600" y="87037"/>
                    <a:pt x="39778" y="86866"/>
                  </a:cubicBezTo>
                  <a:cubicBezTo>
                    <a:pt x="33786" y="86638"/>
                    <a:pt x="27737" y="86410"/>
                    <a:pt x="21744" y="86124"/>
                  </a:cubicBezTo>
                  <a:cubicBezTo>
                    <a:pt x="20330" y="86070"/>
                    <a:pt x="18902" y="86003"/>
                    <a:pt x="17481" y="86003"/>
                  </a:cubicBezTo>
                  <a:cubicBezTo>
                    <a:pt x="15919" y="86003"/>
                    <a:pt x="14365" y="86084"/>
                    <a:pt x="12841" y="86353"/>
                  </a:cubicBezTo>
                  <a:cubicBezTo>
                    <a:pt x="12841" y="85953"/>
                    <a:pt x="12784" y="85554"/>
                    <a:pt x="12670" y="85211"/>
                  </a:cubicBezTo>
                  <a:cubicBezTo>
                    <a:pt x="11751" y="85458"/>
                    <a:pt x="10788" y="85484"/>
                    <a:pt x="9822" y="85484"/>
                  </a:cubicBezTo>
                  <a:cubicBezTo>
                    <a:pt x="9558" y="85484"/>
                    <a:pt x="9295" y="85482"/>
                    <a:pt x="9032" y="85482"/>
                  </a:cubicBezTo>
                  <a:cubicBezTo>
                    <a:pt x="7805" y="85482"/>
                    <a:pt x="6592" y="85525"/>
                    <a:pt x="5479" y="86010"/>
                  </a:cubicBezTo>
                  <a:cubicBezTo>
                    <a:pt x="5479" y="85839"/>
                    <a:pt x="5422" y="85725"/>
                    <a:pt x="5365" y="85554"/>
                  </a:cubicBezTo>
                  <a:cubicBezTo>
                    <a:pt x="5184" y="85563"/>
                    <a:pt x="5002" y="85568"/>
                    <a:pt x="4819" y="85568"/>
                  </a:cubicBezTo>
                  <a:cubicBezTo>
                    <a:pt x="3902" y="85568"/>
                    <a:pt x="2959" y="85449"/>
                    <a:pt x="2055" y="85211"/>
                  </a:cubicBezTo>
                  <a:cubicBezTo>
                    <a:pt x="2455" y="80588"/>
                    <a:pt x="2740" y="75566"/>
                    <a:pt x="2968" y="70944"/>
                  </a:cubicBezTo>
                  <a:cubicBezTo>
                    <a:pt x="3139" y="67634"/>
                    <a:pt x="3025" y="64209"/>
                    <a:pt x="3082" y="60956"/>
                  </a:cubicBezTo>
                  <a:cubicBezTo>
                    <a:pt x="3082" y="59415"/>
                    <a:pt x="3139" y="57875"/>
                    <a:pt x="3082" y="56334"/>
                  </a:cubicBezTo>
                  <a:cubicBezTo>
                    <a:pt x="2854" y="50855"/>
                    <a:pt x="2797" y="45262"/>
                    <a:pt x="3254" y="39783"/>
                  </a:cubicBezTo>
                  <a:cubicBezTo>
                    <a:pt x="3425" y="37101"/>
                    <a:pt x="3197" y="34248"/>
                    <a:pt x="3139" y="31565"/>
                  </a:cubicBezTo>
                  <a:cubicBezTo>
                    <a:pt x="3139" y="29967"/>
                    <a:pt x="3311" y="28426"/>
                    <a:pt x="3425" y="26886"/>
                  </a:cubicBezTo>
                  <a:cubicBezTo>
                    <a:pt x="3596" y="25002"/>
                    <a:pt x="3425" y="23119"/>
                    <a:pt x="3482" y="21293"/>
                  </a:cubicBezTo>
                  <a:cubicBezTo>
                    <a:pt x="3653" y="15015"/>
                    <a:pt x="3938" y="8908"/>
                    <a:pt x="4224" y="2688"/>
                  </a:cubicBezTo>
                  <a:cubicBezTo>
                    <a:pt x="4224" y="2692"/>
                    <a:pt x="4227" y="2694"/>
                    <a:pt x="4232" y="2694"/>
                  </a:cubicBezTo>
                  <a:cubicBezTo>
                    <a:pt x="4299" y="2694"/>
                    <a:pt x="4737" y="2398"/>
                    <a:pt x="4737" y="2345"/>
                  </a:cubicBezTo>
                  <a:cubicBezTo>
                    <a:pt x="4909" y="2174"/>
                    <a:pt x="5080" y="2117"/>
                    <a:pt x="5308" y="2060"/>
                  </a:cubicBezTo>
                  <a:cubicBezTo>
                    <a:pt x="5651" y="2003"/>
                    <a:pt x="5936" y="2003"/>
                    <a:pt x="6278" y="1889"/>
                  </a:cubicBezTo>
                  <a:cubicBezTo>
                    <a:pt x="6488" y="1847"/>
                    <a:pt x="6760" y="1712"/>
                    <a:pt x="7003" y="1712"/>
                  </a:cubicBezTo>
                  <a:cubicBezTo>
                    <a:pt x="7090" y="1712"/>
                    <a:pt x="7173" y="1729"/>
                    <a:pt x="7249" y="1775"/>
                  </a:cubicBezTo>
                  <a:cubicBezTo>
                    <a:pt x="7306" y="1832"/>
                    <a:pt x="7363" y="1889"/>
                    <a:pt x="7420" y="1946"/>
                  </a:cubicBezTo>
                  <a:cubicBezTo>
                    <a:pt x="7534" y="2022"/>
                    <a:pt x="7692" y="2047"/>
                    <a:pt x="7868" y="2047"/>
                  </a:cubicBezTo>
                  <a:cubicBezTo>
                    <a:pt x="8219" y="2047"/>
                    <a:pt x="8637" y="1946"/>
                    <a:pt x="8904" y="1946"/>
                  </a:cubicBezTo>
                  <a:cubicBezTo>
                    <a:pt x="9417" y="1889"/>
                    <a:pt x="9988" y="1775"/>
                    <a:pt x="10502" y="1603"/>
                  </a:cubicBezTo>
                  <a:cubicBezTo>
                    <a:pt x="11015" y="1432"/>
                    <a:pt x="11529" y="1318"/>
                    <a:pt x="12099" y="1147"/>
                  </a:cubicBezTo>
                  <a:cubicBezTo>
                    <a:pt x="12328" y="1033"/>
                    <a:pt x="12613" y="976"/>
                    <a:pt x="12898" y="919"/>
                  </a:cubicBezTo>
                  <a:cubicBezTo>
                    <a:pt x="13070" y="862"/>
                    <a:pt x="13469" y="690"/>
                    <a:pt x="13640" y="690"/>
                  </a:cubicBezTo>
                  <a:lnTo>
                    <a:pt x="13697" y="690"/>
                  </a:lnTo>
                  <a:cubicBezTo>
                    <a:pt x="11096" y="213"/>
                    <a:pt x="8594" y="0"/>
                    <a:pt x="604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1"/>
            <p:cNvSpPr/>
            <p:nvPr/>
          </p:nvSpPr>
          <p:spPr>
            <a:xfrm>
              <a:off x="380800" y="371375"/>
              <a:ext cx="3011900" cy="2247175"/>
            </a:xfrm>
            <a:custGeom>
              <a:rect b="b" l="l" r="r" t="t"/>
              <a:pathLst>
                <a:path extrusionOk="0" h="89887" w="120476">
                  <a:moveTo>
                    <a:pt x="13982" y="0"/>
                  </a:moveTo>
                  <a:lnTo>
                    <a:pt x="13982" y="742"/>
                  </a:lnTo>
                  <a:cubicBezTo>
                    <a:pt x="13354" y="742"/>
                    <a:pt x="12613" y="856"/>
                    <a:pt x="11985" y="913"/>
                  </a:cubicBezTo>
                  <a:cubicBezTo>
                    <a:pt x="11471" y="913"/>
                    <a:pt x="10957" y="913"/>
                    <a:pt x="10444" y="1085"/>
                  </a:cubicBezTo>
                  <a:cubicBezTo>
                    <a:pt x="10158" y="1199"/>
                    <a:pt x="9930" y="1370"/>
                    <a:pt x="9588" y="1484"/>
                  </a:cubicBezTo>
                  <a:cubicBezTo>
                    <a:pt x="9017" y="1712"/>
                    <a:pt x="8332" y="1770"/>
                    <a:pt x="7704" y="1884"/>
                  </a:cubicBezTo>
                  <a:cubicBezTo>
                    <a:pt x="7248" y="1998"/>
                    <a:pt x="6848" y="2169"/>
                    <a:pt x="6392" y="2226"/>
                  </a:cubicBezTo>
                  <a:cubicBezTo>
                    <a:pt x="6164" y="2226"/>
                    <a:pt x="5935" y="2226"/>
                    <a:pt x="5764" y="2169"/>
                  </a:cubicBezTo>
                  <a:cubicBezTo>
                    <a:pt x="5536" y="2055"/>
                    <a:pt x="5422" y="1884"/>
                    <a:pt x="5193" y="1827"/>
                  </a:cubicBezTo>
                  <a:lnTo>
                    <a:pt x="4965" y="1827"/>
                  </a:lnTo>
                  <a:cubicBezTo>
                    <a:pt x="4509" y="1884"/>
                    <a:pt x="4052" y="1884"/>
                    <a:pt x="3595" y="2055"/>
                  </a:cubicBezTo>
                  <a:cubicBezTo>
                    <a:pt x="3139" y="2169"/>
                    <a:pt x="2625" y="2340"/>
                    <a:pt x="2340" y="2740"/>
                  </a:cubicBezTo>
                  <a:cubicBezTo>
                    <a:pt x="1769" y="3482"/>
                    <a:pt x="2169" y="5194"/>
                    <a:pt x="2112" y="6107"/>
                  </a:cubicBezTo>
                  <a:cubicBezTo>
                    <a:pt x="1997" y="7477"/>
                    <a:pt x="1883" y="8903"/>
                    <a:pt x="1826" y="10330"/>
                  </a:cubicBezTo>
                  <a:cubicBezTo>
                    <a:pt x="1655" y="13241"/>
                    <a:pt x="1541" y="16094"/>
                    <a:pt x="1427" y="19005"/>
                  </a:cubicBezTo>
                  <a:cubicBezTo>
                    <a:pt x="1256" y="24712"/>
                    <a:pt x="1198" y="30476"/>
                    <a:pt x="1256" y="36183"/>
                  </a:cubicBezTo>
                  <a:cubicBezTo>
                    <a:pt x="1370" y="45942"/>
                    <a:pt x="1141" y="55472"/>
                    <a:pt x="1084" y="65231"/>
                  </a:cubicBezTo>
                  <a:cubicBezTo>
                    <a:pt x="1084" y="68542"/>
                    <a:pt x="1084" y="71852"/>
                    <a:pt x="970" y="75162"/>
                  </a:cubicBezTo>
                  <a:cubicBezTo>
                    <a:pt x="799" y="78358"/>
                    <a:pt x="856" y="81896"/>
                    <a:pt x="57" y="85035"/>
                  </a:cubicBezTo>
                  <a:cubicBezTo>
                    <a:pt x="57" y="85092"/>
                    <a:pt x="0" y="85206"/>
                    <a:pt x="57" y="85263"/>
                  </a:cubicBezTo>
                  <a:cubicBezTo>
                    <a:pt x="114" y="85377"/>
                    <a:pt x="285" y="85434"/>
                    <a:pt x="400" y="85434"/>
                  </a:cubicBezTo>
                  <a:cubicBezTo>
                    <a:pt x="1484" y="85548"/>
                    <a:pt x="2511" y="85720"/>
                    <a:pt x="3595" y="85834"/>
                  </a:cubicBezTo>
                  <a:cubicBezTo>
                    <a:pt x="3652" y="85948"/>
                    <a:pt x="3652" y="86119"/>
                    <a:pt x="3538" y="86233"/>
                  </a:cubicBezTo>
                  <a:cubicBezTo>
                    <a:pt x="4337" y="85891"/>
                    <a:pt x="5250" y="85663"/>
                    <a:pt x="6107" y="85606"/>
                  </a:cubicBezTo>
                  <a:cubicBezTo>
                    <a:pt x="6601" y="85567"/>
                    <a:pt x="7108" y="85561"/>
                    <a:pt x="7618" y="85561"/>
                  </a:cubicBezTo>
                  <a:cubicBezTo>
                    <a:pt x="7873" y="85561"/>
                    <a:pt x="8128" y="85563"/>
                    <a:pt x="8382" y="85563"/>
                  </a:cubicBezTo>
                  <a:cubicBezTo>
                    <a:pt x="9145" y="85563"/>
                    <a:pt x="9902" y="85548"/>
                    <a:pt x="10615" y="85434"/>
                  </a:cubicBezTo>
                  <a:cubicBezTo>
                    <a:pt x="10615" y="85948"/>
                    <a:pt x="10729" y="86290"/>
                    <a:pt x="10843" y="86804"/>
                  </a:cubicBezTo>
                  <a:cubicBezTo>
                    <a:pt x="10847" y="86811"/>
                    <a:pt x="10864" y="86814"/>
                    <a:pt x="10893" y="86814"/>
                  </a:cubicBezTo>
                  <a:cubicBezTo>
                    <a:pt x="11358" y="86814"/>
                    <a:pt x="14919" y="86005"/>
                    <a:pt x="15295" y="86005"/>
                  </a:cubicBezTo>
                  <a:cubicBezTo>
                    <a:pt x="15923" y="86005"/>
                    <a:pt x="16607" y="86347"/>
                    <a:pt x="17235" y="86404"/>
                  </a:cubicBezTo>
                  <a:cubicBezTo>
                    <a:pt x="17482" y="86424"/>
                    <a:pt x="17736" y="86430"/>
                    <a:pt x="17992" y="86430"/>
                  </a:cubicBezTo>
                  <a:cubicBezTo>
                    <a:pt x="18503" y="86430"/>
                    <a:pt x="19023" y="86404"/>
                    <a:pt x="19518" y="86404"/>
                  </a:cubicBezTo>
                  <a:cubicBezTo>
                    <a:pt x="20365" y="86364"/>
                    <a:pt x="21212" y="86347"/>
                    <a:pt x="22059" y="86347"/>
                  </a:cubicBezTo>
                  <a:cubicBezTo>
                    <a:pt x="26006" y="86347"/>
                    <a:pt x="29953" y="86720"/>
                    <a:pt x="33900" y="86861"/>
                  </a:cubicBezTo>
                  <a:cubicBezTo>
                    <a:pt x="39036" y="86975"/>
                    <a:pt x="44172" y="87203"/>
                    <a:pt x="49309" y="87489"/>
                  </a:cubicBezTo>
                  <a:cubicBezTo>
                    <a:pt x="51510" y="87621"/>
                    <a:pt x="53814" y="87923"/>
                    <a:pt x="56062" y="87923"/>
                  </a:cubicBezTo>
                  <a:cubicBezTo>
                    <a:pt x="56728" y="87923"/>
                    <a:pt x="57388" y="87896"/>
                    <a:pt x="58040" y="87831"/>
                  </a:cubicBezTo>
                  <a:cubicBezTo>
                    <a:pt x="59296" y="87660"/>
                    <a:pt x="60494" y="87318"/>
                    <a:pt x="61636" y="86975"/>
                  </a:cubicBezTo>
                  <a:cubicBezTo>
                    <a:pt x="62321" y="87660"/>
                    <a:pt x="63348" y="87774"/>
                    <a:pt x="64318" y="87888"/>
                  </a:cubicBezTo>
                  <a:cubicBezTo>
                    <a:pt x="67799" y="88231"/>
                    <a:pt x="71224" y="88516"/>
                    <a:pt x="74705" y="88859"/>
                  </a:cubicBezTo>
                  <a:cubicBezTo>
                    <a:pt x="82906" y="89638"/>
                    <a:pt x="91204" y="89886"/>
                    <a:pt x="99472" y="89886"/>
                  </a:cubicBezTo>
                  <a:cubicBezTo>
                    <a:pt x="103920" y="89886"/>
                    <a:pt x="108359" y="89814"/>
                    <a:pt x="112771" y="89715"/>
                  </a:cubicBezTo>
                  <a:cubicBezTo>
                    <a:pt x="112656" y="89429"/>
                    <a:pt x="112542" y="88973"/>
                    <a:pt x="112599" y="88687"/>
                  </a:cubicBezTo>
                  <a:lnTo>
                    <a:pt x="112599" y="88687"/>
                  </a:lnTo>
                  <a:cubicBezTo>
                    <a:pt x="113741" y="89030"/>
                    <a:pt x="114996" y="89087"/>
                    <a:pt x="116195" y="89087"/>
                  </a:cubicBezTo>
                  <a:cubicBezTo>
                    <a:pt x="116591" y="89117"/>
                    <a:pt x="117377" y="89245"/>
                    <a:pt x="118076" y="89245"/>
                  </a:cubicBezTo>
                  <a:cubicBezTo>
                    <a:pt x="118686" y="89245"/>
                    <a:pt x="119231" y="89147"/>
                    <a:pt x="119391" y="88801"/>
                  </a:cubicBezTo>
                  <a:cubicBezTo>
                    <a:pt x="119505" y="88630"/>
                    <a:pt x="119219" y="87660"/>
                    <a:pt x="119219" y="87432"/>
                  </a:cubicBezTo>
                  <a:cubicBezTo>
                    <a:pt x="119219" y="86690"/>
                    <a:pt x="119219" y="85948"/>
                    <a:pt x="119219" y="85206"/>
                  </a:cubicBezTo>
                  <a:cubicBezTo>
                    <a:pt x="118877" y="82067"/>
                    <a:pt x="119334" y="78757"/>
                    <a:pt x="119277" y="75675"/>
                  </a:cubicBezTo>
                  <a:cubicBezTo>
                    <a:pt x="119277" y="72251"/>
                    <a:pt x="119277" y="68884"/>
                    <a:pt x="119505" y="65517"/>
                  </a:cubicBezTo>
                  <a:cubicBezTo>
                    <a:pt x="119790" y="61636"/>
                    <a:pt x="119505" y="57984"/>
                    <a:pt x="119676" y="54103"/>
                  </a:cubicBezTo>
                  <a:cubicBezTo>
                    <a:pt x="119904" y="48738"/>
                    <a:pt x="119790" y="43317"/>
                    <a:pt x="119904" y="37895"/>
                  </a:cubicBezTo>
                  <a:cubicBezTo>
                    <a:pt x="120133" y="29277"/>
                    <a:pt x="120418" y="20603"/>
                    <a:pt x="120418" y="11928"/>
                  </a:cubicBezTo>
                  <a:cubicBezTo>
                    <a:pt x="120475" y="9588"/>
                    <a:pt x="120475" y="7248"/>
                    <a:pt x="119961" y="4965"/>
                  </a:cubicBezTo>
                  <a:cubicBezTo>
                    <a:pt x="119505" y="4680"/>
                    <a:pt x="118934" y="4452"/>
                    <a:pt x="118363" y="4395"/>
                  </a:cubicBezTo>
                  <a:cubicBezTo>
                    <a:pt x="116823" y="4224"/>
                    <a:pt x="115282" y="3995"/>
                    <a:pt x="113741" y="3824"/>
                  </a:cubicBezTo>
                  <a:cubicBezTo>
                    <a:pt x="113798" y="3482"/>
                    <a:pt x="113684" y="3196"/>
                    <a:pt x="113684" y="2911"/>
                  </a:cubicBezTo>
                  <a:lnTo>
                    <a:pt x="113684" y="2854"/>
                  </a:lnTo>
                  <a:cubicBezTo>
                    <a:pt x="105922" y="2226"/>
                    <a:pt x="97989" y="2340"/>
                    <a:pt x="90228" y="2112"/>
                  </a:cubicBezTo>
                  <a:cubicBezTo>
                    <a:pt x="87809" y="2018"/>
                    <a:pt x="85390" y="1975"/>
                    <a:pt x="82970" y="1975"/>
                  </a:cubicBezTo>
                  <a:cubicBezTo>
                    <a:pt x="80995" y="1975"/>
                    <a:pt x="79020" y="2004"/>
                    <a:pt x="77045" y="2055"/>
                  </a:cubicBezTo>
                  <a:cubicBezTo>
                    <a:pt x="74876" y="2112"/>
                    <a:pt x="72650" y="2112"/>
                    <a:pt x="70482" y="2283"/>
                  </a:cubicBezTo>
                  <a:cubicBezTo>
                    <a:pt x="68760" y="2431"/>
                    <a:pt x="67081" y="2705"/>
                    <a:pt x="65371" y="2705"/>
                  </a:cubicBezTo>
                  <a:cubicBezTo>
                    <a:pt x="65097" y="2705"/>
                    <a:pt x="64822" y="2698"/>
                    <a:pt x="64546" y="2683"/>
                  </a:cubicBezTo>
                  <a:cubicBezTo>
                    <a:pt x="47654" y="1712"/>
                    <a:pt x="30704" y="2340"/>
                    <a:pt x="13982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1"/>
            <p:cNvSpPr/>
            <p:nvPr/>
          </p:nvSpPr>
          <p:spPr>
            <a:xfrm>
              <a:off x="464975" y="427025"/>
              <a:ext cx="265400" cy="1995625"/>
            </a:xfrm>
            <a:custGeom>
              <a:rect b="b" l="l" r="r" t="t"/>
              <a:pathLst>
                <a:path extrusionOk="0" h="79825" w="10616">
                  <a:moveTo>
                    <a:pt x="8618" y="0"/>
                  </a:moveTo>
                  <a:cubicBezTo>
                    <a:pt x="8504" y="3938"/>
                    <a:pt x="7933" y="7933"/>
                    <a:pt x="6963" y="11757"/>
                  </a:cubicBezTo>
                  <a:cubicBezTo>
                    <a:pt x="4623" y="9873"/>
                    <a:pt x="6563" y="5365"/>
                    <a:pt x="4337" y="3310"/>
                  </a:cubicBezTo>
                  <a:cubicBezTo>
                    <a:pt x="4109" y="6563"/>
                    <a:pt x="3881" y="9816"/>
                    <a:pt x="3710" y="13069"/>
                  </a:cubicBezTo>
                  <a:cubicBezTo>
                    <a:pt x="2055" y="11129"/>
                    <a:pt x="3367" y="7705"/>
                    <a:pt x="1427" y="6050"/>
                  </a:cubicBezTo>
                  <a:cubicBezTo>
                    <a:pt x="628" y="7134"/>
                    <a:pt x="571" y="8618"/>
                    <a:pt x="571" y="9987"/>
                  </a:cubicBezTo>
                  <a:cubicBezTo>
                    <a:pt x="514" y="29049"/>
                    <a:pt x="2568" y="48224"/>
                    <a:pt x="628" y="67172"/>
                  </a:cubicBezTo>
                  <a:cubicBezTo>
                    <a:pt x="343" y="69911"/>
                    <a:pt x="0" y="72707"/>
                    <a:pt x="685" y="75333"/>
                  </a:cubicBezTo>
                  <a:cubicBezTo>
                    <a:pt x="913" y="74191"/>
                    <a:pt x="1027" y="70596"/>
                    <a:pt x="2226" y="70082"/>
                  </a:cubicBezTo>
                  <a:cubicBezTo>
                    <a:pt x="2340" y="72536"/>
                    <a:pt x="2511" y="75047"/>
                    <a:pt x="2682" y="77558"/>
                  </a:cubicBezTo>
                  <a:cubicBezTo>
                    <a:pt x="2682" y="78015"/>
                    <a:pt x="2797" y="78586"/>
                    <a:pt x="3196" y="78700"/>
                  </a:cubicBezTo>
                  <a:cubicBezTo>
                    <a:pt x="3710" y="77102"/>
                    <a:pt x="4223" y="75504"/>
                    <a:pt x="4680" y="73906"/>
                  </a:cubicBezTo>
                  <a:cubicBezTo>
                    <a:pt x="5277" y="74721"/>
                    <a:pt x="5255" y="79825"/>
                    <a:pt x="6825" y="79825"/>
                  </a:cubicBezTo>
                  <a:cubicBezTo>
                    <a:pt x="6905" y="79825"/>
                    <a:pt x="6989" y="79812"/>
                    <a:pt x="7077" y="79784"/>
                  </a:cubicBezTo>
                  <a:cubicBezTo>
                    <a:pt x="7533" y="79613"/>
                    <a:pt x="7705" y="78985"/>
                    <a:pt x="7705" y="78471"/>
                  </a:cubicBezTo>
                  <a:cubicBezTo>
                    <a:pt x="7876" y="75047"/>
                    <a:pt x="7362" y="71794"/>
                    <a:pt x="7590" y="68427"/>
                  </a:cubicBezTo>
                  <a:cubicBezTo>
                    <a:pt x="7876" y="64261"/>
                    <a:pt x="8104" y="60152"/>
                    <a:pt x="8389" y="55986"/>
                  </a:cubicBezTo>
                  <a:cubicBezTo>
                    <a:pt x="8789" y="47882"/>
                    <a:pt x="9074" y="39664"/>
                    <a:pt x="8846" y="31503"/>
                  </a:cubicBezTo>
                  <a:cubicBezTo>
                    <a:pt x="8732" y="28250"/>
                    <a:pt x="8846" y="24997"/>
                    <a:pt x="9074" y="21687"/>
                  </a:cubicBezTo>
                  <a:cubicBezTo>
                    <a:pt x="9188" y="18434"/>
                    <a:pt x="9417" y="15124"/>
                    <a:pt x="9588" y="11814"/>
                  </a:cubicBezTo>
                  <a:cubicBezTo>
                    <a:pt x="9702" y="8960"/>
                    <a:pt x="10615" y="5707"/>
                    <a:pt x="10387" y="2911"/>
                  </a:cubicBezTo>
                  <a:cubicBezTo>
                    <a:pt x="10273" y="1712"/>
                    <a:pt x="9645" y="514"/>
                    <a:pt x="8618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1"/>
            <p:cNvSpPr/>
            <p:nvPr/>
          </p:nvSpPr>
          <p:spPr>
            <a:xfrm>
              <a:off x="377400" y="388275"/>
              <a:ext cx="194600" cy="443100"/>
            </a:xfrm>
            <a:custGeom>
              <a:rect b="b" l="l" r="r" t="t"/>
              <a:pathLst>
                <a:path extrusionOk="0" h="17724" w="7784">
                  <a:moveTo>
                    <a:pt x="4110" y="0"/>
                  </a:moveTo>
                  <a:cubicBezTo>
                    <a:pt x="769" y="0"/>
                    <a:pt x="944" y="2686"/>
                    <a:pt x="764" y="4803"/>
                  </a:cubicBezTo>
                  <a:cubicBezTo>
                    <a:pt x="220" y="11324"/>
                    <a:pt x="0" y="17723"/>
                    <a:pt x="236" y="17723"/>
                  </a:cubicBezTo>
                  <a:cubicBezTo>
                    <a:pt x="396" y="17723"/>
                    <a:pt x="768" y="14761"/>
                    <a:pt x="1392" y="6858"/>
                  </a:cubicBezTo>
                  <a:cubicBezTo>
                    <a:pt x="1729" y="2710"/>
                    <a:pt x="1048" y="723"/>
                    <a:pt x="4926" y="723"/>
                  </a:cubicBezTo>
                  <a:cubicBezTo>
                    <a:pt x="5638" y="723"/>
                    <a:pt x="6502" y="790"/>
                    <a:pt x="7555" y="922"/>
                  </a:cubicBezTo>
                  <a:cubicBezTo>
                    <a:pt x="7726" y="922"/>
                    <a:pt x="7783" y="694"/>
                    <a:pt x="7612" y="637"/>
                  </a:cubicBezTo>
                  <a:cubicBezTo>
                    <a:pt x="6145" y="192"/>
                    <a:pt x="5002" y="0"/>
                    <a:pt x="411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1"/>
            <p:cNvSpPr/>
            <p:nvPr/>
          </p:nvSpPr>
          <p:spPr>
            <a:xfrm>
              <a:off x="339875" y="1342150"/>
              <a:ext cx="48175" cy="889750"/>
            </a:xfrm>
            <a:custGeom>
              <a:rect b="b" l="l" r="r" t="t"/>
              <a:pathLst>
                <a:path extrusionOk="0" h="35590" w="1927">
                  <a:moveTo>
                    <a:pt x="1905" y="1"/>
                  </a:moveTo>
                  <a:cubicBezTo>
                    <a:pt x="1709" y="1"/>
                    <a:pt x="0" y="28005"/>
                    <a:pt x="1009" y="34961"/>
                  </a:cubicBezTo>
                  <a:cubicBezTo>
                    <a:pt x="1067" y="35386"/>
                    <a:pt x="1118" y="35589"/>
                    <a:pt x="1162" y="35589"/>
                  </a:cubicBezTo>
                  <a:cubicBezTo>
                    <a:pt x="1552" y="35589"/>
                    <a:pt x="1461" y="19812"/>
                    <a:pt x="1922" y="491"/>
                  </a:cubicBezTo>
                  <a:cubicBezTo>
                    <a:pt x="1926" y="157"/>
                    <a:pt x="1920" y="1"/>
                    <a:pt x="1905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1"/>
            <p:cNvSpPr/>
            <p:nvPr/>
          </p:nvSpPr>
          <p:spPr>
            <a:xfrm>
              <a:off x="874400" y="2549525"/>
              <a:ext cx="978375" cy="48975"/>
            </a:xfrm>
            <a:custGeom>
              <a:rect b="b" l="l" r="r" t="t"/>
              <a:pathLst>
                <a:path extrusionOk="0" h="1959" w="39135">
                  <a:moveTo>
                    <a:pt x="659" y="1"/>
                  </a:moveTo>
                  <a:cubicBezTo>
                    <a:pt x="48" y="1"/>
                    <a:pt x="1" y="25"/>
                    <a:pt x="687" y="77"/>
                  </a:cubicBezTo>
                  <a:cubicBezTo>
                    <a:pt x="7029" y="537"/>
                    <a:pt x="32169" y="1959"/>
                    <a:pt x="37639" y="1959"/>
                  </a:cubicBezTo>
                  <a:cubicBezTo>
                    <a:pt x="38962" y="1959"/>
                    <a:pt x="39134" y="1876"/>
                    <a:pt x="37611" y="1675"/>
                  </a:cubicBezTo>
                  <a:cubicBezTo>
                    <a:pt x="33005" y="1032"/>
                    <a:pt x="4671" y="1"/>
                    <a:pt x="659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1"/>
            <p:cNvSpPr/>
            <p:nvPr/>
          </p:nvSpPr>
          <p:spPr>
            <a:xfrm>
              <a:off x="1831700" y="2580325"/>
              <a:ext cx="438125" cy="54225"/>
            </a:xfrm>
            <a:custGeom>
              <a:rect b="b" l="l" r="r" t="t"/>
              <a:pathLst>
                <a:path extrusionOk="0" h="2169" w="17525">
                  <a:moveTo>
                    <a:pt x="1416" y="0"/>
                  </a:moveTo>
                  <a:cubicBezTo>
                    <a:pt x="0" y="0"/>
                    <a:pt x="1463" y="356"/>
                    <a:pt x="9078" y="1299"/>
                  </a:cubicBezTo>
                  <a:cubicBezTo>
                    <a:pt x="14440" y="1988"/>
                    <a:pt x="15604" y="2168"/>
                    <a:pt x="16701" y="2168"/>
                  </a:cubicBezTo>
                  <a:cubicBezTo>
                    <a:pt x="16876" y="2168"/>
                    <a:pt x="17050" y="2163"/>
                    <a:pt x="17239" y="2156"/>
                  </a:cubicBezTo>
                  <a:cubicBezTo>
                    <a:pt x="17411" y="2156"/>
                    <a:pt x="17525" y="1870"/>
                    <a:pt x="17297" y="1813"/>
                  </a:cubicBezTo>
                  <a:lnTo>
                    <a:pt x="17297" y="1813"/>
                  </a:lnTo>
                  <a:lnTo>
                    <a:pt x="17297" y="1870"/>
                  </a:lnTo>
                  <a:cubicBezTo>
                    <a:pt x="14055" y="980"/>
                    <a:pt x="3767" y="0"/>
                    <a:pt x="1416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1"/>
            <p:cNvSpPr/>
            <p:nvPr/>
          </p:nvSpPr>
          <p:spPr>
            <a:xfrm>
              <a:off x="3270350" y="463800"/>
              <a:ext cx="163725" cy="2104450"/>
            </a:xfrm>
            <a:custGeom>
              <a:rect b="b" l="l" r="r" t="t"/>
              <a:pathLst>
                <a:path extrusionOk="0" h="84178" w="6549">
                  <a:moveTo>
                    <a:pt x="1387" y="0"/>
                  </a:moveTo>
                  <a:cubicBezTo>
                    <a:pt x="497" y="0"/>
                    <a:pt x="1" y="143"/>
                    <a:pt x="613" y="184"/>
                  </a:cubicBezTo>
                  <a:cubicBezTo>
                    <a:pt x="6548" y="469"/>
                    <a:pt x="5007" y="1953"/>
                    <a:pt x="4722" y="15022"/>
                  </a:cubicBezTo>
                  <a:cubicBezTo>
                    <a:pt x="4551" y="25181"/>
                    <a:pt x="3466" y="73234"/>
                    <a:pt x="3866" y="83792"/>
                  </a:cubicBezTo>
                  <a:cubicBezTo>
                    <a:pt x="3866" y="84049"/>
                    <a:pt x="4051" y="84177"/>
                    <a:pt x="4237" y="84177"/>
                  </a:cubicBezTo>
                  <a:cubicBezTo>
                    <a:pt x="4422" y="84177"/>
                    <a:pt x="4608" y="84049"/>
                    <a:pt x="4608" y="83792"/>
                  </a:cubicBezTo>
                  <a:cubicBezTo>
                    <a:pt x="4608" y="83735"/>
                    <a:pt x="5863" y="2923"/>
                    <a:pt x="5863" y="2809"/>
                  </a:cubicBezTo>
                  <a:cubicBezTo>
                    <a:pt x="5863" y="462"/>
                    <a:pt x="2988" y="0"/>
                    <a:pt x="1387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1"/>
            <p:cNvSpPr/>
            <p:nvPr/>
          </p:nvSpPr>
          <p:spPr>
            <a:xfrm>
              <a:off x="424075" y="797325"/>
              <a:ext cx="24275" cy="164950"/>
            </a:xfrm>
            <a:custGeom>
              <a:rect b="b" l="l" r="r" t="t"/>
              <a:pathLst>
                <a:path extrusionOk="0" h="6598" w="971">
                  <a:moveTo>
                    <a:pt x="776" y="1"/>
                  </a:moveTo>
                  <a:cubicBezTo>
                    <a:pt x="518" y="1"/>
                    <a:pt x="1" y="5735"/>
                    <a:pt x="266" y="6418"/>
                  </a:cubicBezTo>
                  <a:cubicBezTo>
                    <a:pt x="291" y="6492"/>
                    <a:pt x="401" y="6598"/>
                    <a:pt x="518" y="6598"/>
                  </a:cubicBezTo>
                  <a:cubicBezTo>
                    <a:pt x="671" y="6598"/>
                    <a:pt x="837" y="6414"/>
                    <a:pt x="837" y="5733"/>
                  </a:cubicBezTo>
                  <a:cubicBezTo>
                    <a:pt x="971" y="1453"/>
                    <a:pt x="906" y="1"/>
                    <a:pt x="7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1"/>
            <p:cNvSpPr/>
            <p:nvPr/>
          </p:nvSpPr>
          <p:spPr>
            <a:xfrm>
              <a:off x="3346300" y="1024275"/>
              <a:ext cx="24625" cy="281675"/>
            </a:xfrm>
            <a:custGeom>
              <a:rect b="b" l="l" r="r" t="t"/>
              <a:pathLst>
                <a:path extrusionOk="0" h="11267" w="985">
                  <a:moveTo>
                    <a:pt x="818" y="1"/>
                  </a:moveTo>
                  <a:cubicBezTo>
                    <a:pt x="576" y="1"/>
                    <a:pt x="0" y="9256"/>
                    <a:pt x="257" y="10695"/>
                  </a:cubicBezTo>
                  <a:cubicBezTo>
                    <a:pt x="328" y="11091"/>
                    <a:pt x="392" y="11267"/>
                    <a:pt x="451" y="11267"/>
                  </a:cubicBezTo>
                  <a:cubicBezTo>
                    <a:pt x="866" y="11267"/>
                    <a:pt x="985" y="2465"/>
                    <a:pt x="885" y="365"/>
                  </a:cubicBezTo>
                  <a:cubicBezTo>
                    <a:pt x="868" y="114"/>
                    <a:pt x="845" y="1"/>
                    <a:pt x="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1"/>
            <p:cNvSpPr/>
            <p:nvPr/>
          </p:nvSpPr>
          <p:spPr>
            <a:xfrm>
              <a:off x="315425" y="364350"/>
              <a:ext cx="3145625" cy="2299225"/>
            </a:xfrm>
            <a:custGeom>
              <a:rect b="b" l="l" r="r" t="t"/>
              <a:pathLst>
                <a:path extrusionOk="0" h="91969" w="125825">
                  <a:moveTo>
                    <a:pt x="5583" y="2850"/>
                  </a:moveTo>
                  <a:cubicBezTo>
                    <a:pt x="3871" y="12494"/>
                    <a:pt x="6382" y="13065"/>
                    <a:pt x="4099" y="35551"/>
                  </a:cubicBezTo>
                  <a:cubicBezTo>
                    <a:pt x="3985" y="36920"/>
                    <a:pt x="3871" y="38119"/>
                    <a:pt x="3813" y="39203"/>
                  </a:cubicBezTo>
                  <a:cubicBezTo>
                    <a:pt x="3985" y="20370"/>
                    <a:pt x="4156" y="3249"/>
                    <a:pt x="5583" y="2850"/>
                  </a:cubicBezTo>
                  <a:close/>
                  <a:moveTo>
                    <a:pt x="15968" y="1147"/>
                  </a:moveTo>
                  <a:lnTo>
                    <a:pt x="15968" y="1147"/>
                  </a:lnTo>
                  <a:cubicBezTo>
                    <a:pt x="14600" y="13755"/>
                    <a:pt x="14485" y="24547"/>
                    <a:pt x="13344" y="67738"/>
                  </a:cubicBezTo>
                  <a:cubicBezTo>
                    <a:pt x="12881" y="84378"/>
                    <a:pt x="13283" y="85697"/>
                    <a:pt x="11922" y="85697"/>
                  </a:cubicBezTo>
                  <a:cubicBezTo>
                    <a:pt x="11665" y="85697"/>
                    <a:pt x="11347" y="85650"/>
                    <a:pt x="10948" y="85650"/>
                  </a:cubicBezTo>
                  <a:cubicBezTo>
                    <a:pt x="10857" y="85650"/>
                    <a:pt x="10761" y="85652"/>
                    <a:pt x="10662" y="85658"/>
                  </a:cubicBezTo>
                  <a:cubicBezTo>
                    <a:pt x="12488" y="69336"/>
                    <a:pt x="11461" y="53014"/>
                    <a:pt x="12146" y="36692"/>
                  </a:cubicBezTo>
                  <a:cubicBezTo>
                    <a:pt x="12659" y="24764"/>
                    <a:pt x="14200" y="12380"/>
                    <a:pt x="13687" y="1651"/>
                  </a:cubicBezTo>
                  <a:cubicBezTo>
                    <a:pt x="15464" y="1429"/>
                    <a:pt x="15944" y="1261"/>
                    <a:pt x="15968" y="1147"/>
                  </a:cubicBezTo>
                  <a:close/>
                  <a:moveTo>
                    <a:pt x="12872" y="1601"/>
                  </a:moveTo>
                  <a:cubicBezTo>
                    <a:pt x="13921" y="1601"/>
                    <a:pt x="13147" y="5802"/>
                    <a:pt x="11689" y="34695"/>
                  </a:cubicBezTo>
                  <a:cubicBezTo>
                    <a:pt x="10947" y="49932"/>
                    <a:pt x="11803" y="85658"/>
                    <a:pt x="9520" y="85658"/>
                  </a:cubicBezTo>
                  <a:cubicBezTo>
                    <a:pt x="9603" y="63452"/>
                    <a:pt x="9656" y="38779"/>
                    <a:pt x="9570" y="38779"/>
                  </a:cubicBezTo>
                  <a:cubicBezTo>
                    <a:pt x="9537" y="38779"/>
                    <a:pt x="9485" y="42296"/>
                    <a:pt x="9406" y="50788"/>
                  </a:cubicBezTo>
                  <a:cubicBezTo>
                    <a:pt x="9067" y="84545"/>
                    <a:pt x="9756" y="85832"/>
                    <a:pt x="8228" y="85832"/>
                  </a:cubicBezTo>
                  <a:cubicBezTo>
                    <a:pt x="8102" y="85832"/>
                    <a:pt x="7961" y="85824"/>
                    <a:pt x="7802" y="85824"/>
                  </a:cubicBezTo>
                  <a:cubicBezTo>
                    <a:pt x="7619" y="85824"/>
                    <a:pt x="7413" y="85835"/>
                    <a:pt x="7181" y="85887"/>
                  </a:cubicBezTo>
                  <a:lnTo>
                    <a:pt x="7181" y="85887"/>
                  </a:lnTo>
                  <a:cubicBezTo>
                    <a:pt x="7593" y="74803"/>
                    <a:pt x="7866" y="61438"/>
                    <a:pt x="7746" y="61438"/>
                  </a:cubicBezTo>
                  <a:cubicBezTo>
                    <a:pt x="7734" y="61438"/>
                    <a:pt x="7716" y="61591"/>
                    <a:pt x="7694" y="61917"/>
                  </a:cubicBezTo>
                  <a:cubicBezTo>
                    <a:pt x="5982" y="88283"/>
                    <a:pt x="7580" y="85658"/>
                    <a:pt x="5982" y="86172"/>
                  </a:cubicBezTo>
                  <a:cubicBezTo>
                    <a:pt x="4898" y="73674"/>
                    <a:pt x="7409" y="60604"/>
                    <a:pt x="7637" y="21283"/>
                  </a:cubicBezTo>
                  <a:cubicBezTo>
                    <a:pt x="7714" y="8046"/>
                    <a:pt x="7995" y="2539"/>
                    <a:pt x="8258" y="2539"/>
                  </a:cubicBezTo>
                  <a:cubicBezTo>
                    <a:pt x="8780" y="2539"/>
                    <a:pt x="9232" y="24304"/>
                    <a:pt x="7865" y="50389"/>
                  </a:cubicBezTo>
                  <a:cubicBezTo>
                    <a:pt x="7633" y="54606"/>
                    <a:pt x="7594" y="56480"/>
                    <a:pt x="7665" y="56480"/>
                  </a:cubicBezTo>
                  <a:cubicBezTo>
                    <a:pt x="7892" y="56480"/>
                    <a:pt x="9238" y="37516"/>
                    <a:pt x="9064" y="14720"/>
                  </a:cubicBezTo>
                  <a:cubicBezTo>
                    <a:pt x="8950" y="224"/>
                    <a:pt x="7923" y="3192"/>
                    <a:pt x="11004" y="2279"/>
                  </a:cubicBezTo>
                  <a:lnTo>
                    <a:pt x="11004" y="2279"/>
                  </a:lnTo>
                  <a:cubicBezTo>
                    <a:pt x="11061" y="9812"/>
                    <a:pt x="10833" y="17288"/>
                    <a:pt x="10719" y="24764"/>
                  </a:cubicBezTo>
                  <a:cubicBezTo>
                    <a:pt x="10581" y="30466"/>
                    <a:pt x="10594" y="32835"/>
                    <a:pt x="10681" y="32835"/>
                  </a:cubicBezTo>
                  <a:cubicBezTo>
                    <a:pt x="10882" y="32835"/>
                    <a:pt x="11478" y="20158"/>
                    <a:pt x="11518" y="6730"/>
                  </a:cubicBezTo>
                  <a:cubicBezTo>
                    <a:pt x="11518" y="6445"/>
                    <a:pt x="11347" y="2222"/>
                    <a:pt x="11461" y="2165"/>
                  </a:cubicBezTo>
                  <a:cubicBezTo>
                    <a:pt x="12105" y="1958"/>
                    <a:pt x="12567" y="1601"/>
                    <a:pt x="12872" y="1601"/>
                  </a:cubicBezTo>
                  <a:close/>
                  <a:moveTo>
                    <a:pt x="30436" y="85943"/>
                  </a:moveTo>
                  <a:cubicBezTo>
                    <a:pt x="42329" y="85943"/>
                    <a:pt x="53215" y="87305"/>
                    <a:pt x="47354" y="87305"/>
                  </a:cubicBezTo>
                  <a:cubicBezTo>
                    <a:pt x="46732" y="87305"/>
                    <a:pt x="45922" y="87290"/>
                    <a:pt x="44904" y="87256"/>
                  </a:cubicBezTo>
                  <a:cubicBezTo>
                    <a:pt x="22932" y="86514"/>
                    <a:pt x="25386" y="86571"/>
                    <a:pt x="19165" y="86457"/>
                  </a:cubicBezTo>
                  <a:cubicBezTo>
                    <a:pt x="22677" y="86084"/>
                    <a:pt x="26609" y="85943"/>
                    <a:pt x="30436" y="85943"/>
                  </a:cubicBezTo>
                  <a:close/>
                  <a:moveTo>
                    <a:pt x="16711" y="681"/>
                  </a:moveTo>
                  <a:cubicBezTo>
                    <a:pt x="31523" y="2389"/>
                    <a:pt x="40091" y="2729"/>
                    <a:pt x="44875" y="2729"/>
                  </a:cubicBezTo>
                  <a:cubicBezTo>
                    <a:pt x="48046" y="2729"/>
                    <a:pt x="49555" y="2580"/>
                    <a:pt x="50118" y="2580"/>
                  </a:cubicBezTo>
                  <a:cubicBezTo>
                    <a:pt x="50352" y="2580"/>
                    <a:pt x="50423" y="2605"/>
                    <a:pt x="50383" y="2678"/>
                  </a:cubicBezTo>
                  <a:cubicBezTo>
                    <a:pt x="50440" y="2678"/>
                    <a:pt x="50440" y="2621"/>
                    <a:pt x="50440" y="2621"/>
                  </a:cubicBezTo>
                  <a:cubicBezTo>
                    <a:pt x="50896" y="2621"/>
                    <a:pt x="51353" y="2621"/>
                    <a:pt x="51752" y="2678"/>
                  </a:cubicBezTo>
                  <a:cubicBezTo>
                    <a:pt x="52095" y="2678"/>
                    <a:pt x="52323" y="2735"/>
                    <a:pt x="52608" y="2792"/>
                  </a:cubicBezTo>
                  <a:cubicBezTo>
                    <a:pt x="52736" y="2786"/>
                    <a:pt x="52866" y="2783"/>
                    <a:pt x="52997" y="2783"/>
                  </a:cubicBezTo>
                  <a:cubicBezTo>
                    <a:pt x="54089" y="2783"/>
                    <a:pt x="55278" y="2982"/>
                    <a:pt x="56603" y="3135"/>
                  </a:cubicBezTo>
                  <a:cubicBezTo>
                    <a:pt x="56660" y="3135"/>
                    <a:pt x="56775" y="3078"/>
                    <a:pt x="56832" y="3078"/>
                  </a:cubicBezTo>
                  <a:cubicBezTo>
                    <a:pt x="57117" y="3021"/>
                    <a:pt x="57345" y="3021"/>
                    <a:pt x="57574" y="3021"/>
                  </a:cubicBezTo>
                  <a:lnTo>
                    <a:pt x="58201" y="3021"/>
                  </a:lnTo>
                  <a:cubicBezTo>
                    <a:pt x="58544" y="2915"/>
                    <a:pt x="59131" y="2874"/>
                    <a:pt x="59841" y="2874"/>
                  </a:cubicBezTo>
                  <a:cubicBezTo>
                    <a:pt x="62199" y="2874"/>
                    <a:pt x="65906" y="3332"/>
                    <a:pt x="66476" y="3420"/>
                  </a:cubicBezTo>
                  <a:cubicBezTo>
                    <a:pt x="62653" y="59121"/>
                    <a:pt x="64308" y="86743"/>
                    <a:pt x="63223" y="87085"/>
                  </a:cubicBezTo>
                  <a:cubicBezTo>
                    <a:pt x="61627" y="87595"/>
                    <a:pt x="60021" y="87792"/>
                    <a:pt x="58352" y="87792"/>
                  </a:cubicBezTo>
                  <a:cubicBezTo>
                    <a:pt x="54234" y="87792"/>
                    <a:pt x="49733" y="86593"/>
                    <a:pt x="44048" y="85944"/>
                  </a:cubicBezTo>
                  <a:cubicBezTo>
                    <a:pt x="39674" y="85423"/>
                    <a:pt x="35378" y="85177"/>
                    <a:pt x="31136" y="85177"/>
                  </a:cubicBezTo>
                  <a:cubicBezTo>
                    <a:pt x="25139" y="85177"/>
                    <a:pt x="19251" y="85669"/>
                    <a:pt x="13401" y="86571"/>
                  </a:cubicBezTo>
                  <a:cubicBezTo>
                    <a:pt x="15113" y="23052"/>
                    <a:pt x="15228" y="13750"/>
                    <a:pt x="16711" y="681"/>
                  </a:cubicBezTo>
                  <a:close/>
                  <a:moveTo>
                    <a:pt x="116617" y="4343"/>
                  </a:moveTo>
                  <a:cubicBezTo>
                    <a:pt x="116780" y="4343"/>
                    <a:pt x="117008" y="4511"/>
                    <a:pt x="117326" y="4562"/>
                  </a:cubicBezTo>
                  <a:lnTo>
                    <a:pt x="117269" y="4562"/>
                  </a:lnTo>
                  <a:cubicBezTo>
                    <a:pt x="118239" y="20770"/>
                    <a:pt x="118125" y="17174"/>
                    <a:pt x="117383" y="40173"/>
                  </a:cubicBezTo>
                  <a:cubicBezTo>
                    <a:pt x="117111" y="48041"/>
                    <a:pt x="117072" y="51204"/>
                    <a:pt x="117151" y="51204"/>
                  </a:cubicBezTo>
                  <a:lnTo>
                    <a:pt x="117151" y="51204"/>
                  </a:lnTo>
                  <a:cubicBezTo>
                    <a:pt x="117401" y="51204"/>
                    <a:pt x="118842" y="18960"/>
                    <a:pt x="117668" y="4619"/>
                  </a:cubicBezTo>
                  <a:lnTo>
                    <a:pt x="117668" y="4619"/>
                  </a:lnTo>
                  <a:cubicBezTo>
                    <a:pt x="120408" y="5075"/>
                    <a:pt x="119723" y="3306"/>
                    <a:pt x="119894" y="13807"/>
                  </a:cubicBezTo>
                  <a:cubicBezTo>
                    <a:pt x="120000" y="19015"/>
                    <a:pt x="120151" y="22596"/>
                    <a:pt x="120249" y="22596"/>
                  </a:cubicBezTo>
                  <a:cubicBezTo>
                    <a:pt x="120310" y="22596"/>
                    <a:pt x="120351" y="21260"/>
                    <a:pt x="120351" y="18144"/>
                  </a:cubicBezTo>
                  <a:cubicBezTo>
                    <a:pt x="120304" y="6309"/>
                    <a:pt x="119759" y="4980"/>
                    <a:pt x="120444" y="4980"/>
                  </a:cubicBezTo>
                  <a:cubicBezTo>
                    <a:pt x="120594" y="4980"/>
                    <a:pt x="120804" y="5044"/>
                    <a:pt x="121093" y="5075"/>
                  </a:cubicBezTo>
                  <a:cubicBezTo>
                    <a:pt x="120783" y="8207"/>
                    <a:pt x="121137" y="12772"/>
                    <a:pt x="121367" y="12772"/>
                  </a:cubicBezTo>
                  <a:cubicBezTo>
                    <a:pt x="121519" y="12772"/>
                    <a:pt x="121616" y="10795"/>
                    <a:pt x="121435" y="5132"/>
                  </a:cubicBezTo>
                  <a:lnTo>
                    <a:pt x="121435" y="5132"/>
                  </a:lnTo>
                  <a:cubicBezTo>
                    <a:pt x="123489" y="5589"/>
                    <a:pt x="121663" y="44625"/>
                    <a:pt x="121378" y="69450"/>
                  </a:cubicBezTo>
                  <a:cubicBezTo>
                    <a:pt x="121101" y="87668"/>
                    <a:pt x="121831" y="89337"/>
                    <a:pt x="120826" y="89337"/>
                  </a:cubicBezTo>
                  <a:cubicBezTo>
                    <a:pt x="120600" y="89337"/>
                    <a:pt x="120288" y="89253"/>
                    <a:pt x="119856" y="89253"/>
                  </a:cubicBezTo>
                  <a:cubicBezTo>
                    <a:pt x="119831" y="89253"/>
                    <a:pt x="119806" y="89253"/>
                    <a:pt x="119780" y="89254"/>
                  </a:cubicBezTo>
                  <a:cubicBezTo>
                    <a:pt x="118810" y="62488"/>
                    <a:pt x="121492" y="55468"/>
                    <a:pt x="120807" y="38233"/>
                  </a:cubicBezTo>
                  <a:cubicBezTo>
                    <a:pt x="120522" y="31327"/>
                    <a:pt x="120522" y="30757"/>
                    <a:pt x="121150" y="23851"/>
                  </a:cubicBezTo>
                  <a:cubicBezTo>
                    <a:pt x="121162" y="23709"/>
                    <a:pt x="121158" y="23639"/>
                    <a:pt x="121142" y="23639"/>
                  </a:cubicBezTo>
                  <a:cubicBezTo>
                    <a:pt x="121011" y="23639"/>
                    <a:pt x="120045" y="28384"/>
                    <a:pt x="120351" y="36578"/>
                  </a:cubicBezTo>
                  <a:cubicBezTo>
                    <a:pt x="121035" y="55582"/>
                    <a:pt x="119152" y="61346"/>
                    <a:pt x="119095" y="74986"/>
                  </a:cubicBezTo>
                  <a:cubicBezTo>
                    <a:pt x="119005" y="87659"/>
                    <a:pt x="119984" y="89390"/>
                    <a:pt x="118793" y="89390"/>
                  </a:cubicBezTo>
                  <a:cubicBezTo>
                    <a:pt x="118477" y="89390"/>
                    <a:pt x="118008" y="89268"/>
                    <a:pt x="117326" y="89197"/>
                  </a:cubicBezTo>
                  <a:cubicBezTo>
                    <a:pt x="117932" y="59100"/>
                    <a:pt x="117662" y="56083"/>
                    <a:pt x="117543" y="56083"/>
                  </a:cubicBezTo>
                  <a:cubicBezTo>
                    <a:pt x="117516" y="56083"/>
                    <a:pt x="117497" y="56236"/>
                    <a:pt x="117497" y="56267"/>
                  </a:cubicBezTo>
                  <a:cubicBezTo>
                    <a:pt x="116847" y="85769"/>
                    <a:pt x="117369" y="89174"/>
                    <a:pt x="116354" y="89174"/>
                  </a:cubicBezTo>
                  <a:cubicBezTo>
                    <a:pt x="116122" y="89174"/>
                    <a:pt x="115810" y="88996"/>
                    <a:pt x="115386" y="88911"/>
                  </a:cubicBezTo>
                  <a:cubicBezTo>
                    <a:pt x="115271" y="88854"/>
                    <a:pt x="115785" y="42114"/>
                    <a:pt x="116070" y="22425"/>
                  </a:cubicBezTo>
                  <a:cubicBezTo>
                    <a:pt x="116248" y="6374"/>
                    <a:pt x="116046" y="4343"/>
                    <a:pt x="116617" y="4343"/>
                  </a:cubicBezTo>
                  <a:close/>
                  <a:moveTo>
                    <a:pt x="84090" y="2710"/>
                  </a:moveTo>
                  <a:cubicBezTo>
                    <a:pt x="85243" y="2710"/>
                    <a:pt x="86484" y="2718"/>
                    <a:pt x="87821" y="2735"/>
                  </a:cubicBezTo>
                  <a:cubicBezTo>
                    <a:pt x="103629" y="2964"/>
                    <a:pt x="115785" y="3363"/>
                    <a:pt x="115785" y="3477"/>
                  </a:cubicBezTo>
                  <a:cubicBezTo>
                    <a:pt x="114929" y="65684"/>
                    <a:pt x="114986" y="57466"/>
                    <a:pt x="114529" y="89596"/>
                  </a:cubicBezTo>
                  <a:cubicBezTo>
                    <a:pt x="111591" y="89664"/>
                    <a:pt x="108676" y="89697"/>
                    <a:pt x="105784" y="89697"/>
                  </a:cubicBezTo>
                  <a:cubicBezTo>
                    <a:pt x="91604" y="89697"/>
                    <a:pt x="77961" y="88897"/>
                    <a:pt x="64593" y="87427"/>
                  </a:cubicBezTo>
                  <a:cubicBezTo>
                    <a:pt x="64650" y="55069"/>
                    <a:pt x="65620" y="30186"/>
                    <a:pt x="67161" y="3420"/>
                  </a:cubicBezTo>
                  <a:cubicBezTo>
                    <a:pt x="67487" y="3500"/>
                    <a:pt x="67781" y="3533"/>
                    <a:pt x="68110" y="3533"/>
                  </a:cubicBezTo>
                  <a:cubicBezTo>
                    <a:pt x="69749" y="3533"/>
                    <a:pt x="72266" y="2710"/>
                    <a:pt x="84090" y="2710"/>
                  </a:cubicBezTo>
                  <a:close/>
                  <a:moveTo>
                    <a:pt x="16530" y="1"/>
                  </a:moveTo>
                  <a:cubicBezTo>
                    <a:pt x="16167" y="1"/>
                    <a:pt x="16107" y="85"/>
                    <a:pt x="16084" y="281"/>
                  </a:cubicBezTo>
                  <a:cubicBezTo>
                    <a:pt x="16026" y="567"/>
                    <a:pt x="16026" y="852"/>
                    <a:pt x="15969" y="1137"/>
                  </a:cubicBezTo>
                  <a:cubicBezTo>
                    <a:pt x="15969" y="1080"/>
                    <a:pt x="15855" y="1080"/>
                    <a:pt x="15798" y="1080"/>
                  </a:cubicBezTo>
                  <a:cubicBezTo>
                    <a:pt x="15635" y="1080"/>
                    <a:pt x="8862" y="207"/>
                    <a:pt x="4985" y="207"/>
                  </a:cubicBezTo>
                  <a:cubicBezTo>
                    <a:pt x="3434" y="207"/>
                    <a:pt x="2346" y="347"/>
                    <a:pt x="2330" y="738"/>
                  </a:cubicBezTo>
                  <a:cubicBezTo>
                    <a:pt x="1474" y="29844"/>
                    <a:pt x="732" y="58436"/>
                    <a:pt x="47" y="87199"/>
                  </a:cubicBezTo>
                  <a:cubicBezTo>
                    <a:pt x="1" y="88724"/>
                    <a:pt x="81376" y="91969"/>
                    <a:pt x="112437" y="91969"/>
                  </a:cubicBezTo>
                  <a:cubicBezTo>
                    <a:pt x="119744" y="91969"/>
                    <a:pt x="124267" y="91789"/>
                    <a:pt x="124288" y="91365"/>
                  </a:cubicBezTo>
                  <a:cubicBezTo>
                    <a:pt x="125316" y="57637"/>
                    <a:pt x="125715" y="24023"/>
                    <a:pt x="125658" y="2850"/>
                  </a:cubicBezTo>
                  <a:cubicBezTo>
                    <a:pt x="125658" y="2622"/>
                    <a:pt x="125824" y="2561"/>
                    <a:pt x="124165" y="2561"/>
                  </a:cubicBezTo>
                  <a:cubicBezTo>
                    <a:pt x="122905" y="2561"/>
                    <a:pt x="120593" y="2597"/>
                    <a:pt x="116356" y="2621"/>
                  </a:cubicBezTo>
                  <a:cubicBezTo>
                    <a:pt x="116070" y="2621"/>
                    <a:pt x="116070" y="2964"/>
                    <a:pt x="116299" y="2964"/>
                  </a:cubicBezTo>
                  <a:cubicBezTo>
                    <a:pt x="119266" y="3021"/>
                    <a:pt x="122234" y="3021"/>
                    <a:pt x="125145" y="3078"/>
                  </a:cubicBezTo>
                  <a:cubicBezTo>
                    <a:pt x="124973" y="43712"/>
                    <a:pt x="124517" y="66996"/>
                    <a:pt x="123775" y="91080"/>
                  </a:cubicBezTo>
                  <a:cubicBezTo>
                    <a:pt x="120679" y="91189"/>
                    <a:pt x="116453" y="91243"/>
                    <a:pt x="111376" y="91243"/>
                  </a:cubicBezTo>
                  <a:cubicBezTo>
                    <a:pt x="84633" y="91243"/>
                    <a:pt x="34249" y="89744"/>
                    <a:pt x="675" y="86914"/>
                  </a:cubicBezTo>
                  <a:cubicBezTo>
                    <a:pt x="1359" y="57922"/>
                    <a:pt x="2101" y="29558"/>
                    <a:pt x="2957" y="1023"/>
                  </a:cubicBezTo>
                  <a:cubicBezTo>
                    <a:pt x="4275" y="912"/>
                    <a:pt x="5592" y="852"/>
                    <a:pt x="6905" y="852"/>
                  </a:cubicBezTo>
                  <a:cubicBezTo>
                    <a:pt x="8950" y="852"/>
                    <a:pt x="10986" y="996"/>
                    <a:pt x="13002" y="1309"/>
                  </a:cubicBezTo>
                  <a:cubicBezTo>
                    <a:pt x="8950" y="2964"/>
                    <a:pt x="7181" y="2108"/>
                    <a:pt x="7181" y="2678"/>
                  </a:cubicBezTo>
                  <a:cubicBezTo>
                    <a:pt x="7808" y="52215"/>
                    <a:pt x="4441" y="72475"/>
                    <a:pt x="5583" y="85887"/>
                  </a:cubicBezTo>
                  <a:lnTo>
                    <a:pt x="5583" y="85887"/>
                  </a:lnTo>
                  <a:cubicBezTo>
                    <a:pt x="5531" y="85868"/>
                    <a:pt x="5481" y="85861"/>
                    <a:pt x="5433" y="85861"/>
                  </a:cubicBezTo>
                  <a:cubicBezTo>
                    <a:pt x="5266" y="85861"/>
                    <a:pt x="5124" y="85950"/>
                    <a:pt x="5008" y="85950"/>
                  </a:cubicBezTo>
                  <a:cubicBezTo>
                    <a:pt x="4253" y="85950"/>
                    <a:pt x="4653" y="82116"/>
                    <a:pt x="6610" y="24137"/>
                  </a:cubicBezTo>
                  <a:cubicBezTo>
                    <a:pt x="6610" y="24065"/>
                    <a:pt x="6560" y="24033"/>
                    <a:pt x="6502" y="24033"/>
                  </a:cubicBezTo>
                  <a:cubicBezTo>
                    <a:pt x="6421" y="24033"/>
                    <a:pt x="6325" y="24094"/>
                    <a:pt x="6325" y="24194"/>
                  </a:cubicBezTo>
                  <a:cubicBezTo>
                    <a:pt x="2283" y="81034"/>
                    <a:pt x="5934" y="85674"/>
                    <a:pt x="3736" y="85674"/>
                  </a:cubicBezTo>
                  <a:cubicBezTo>
                    <a:pt x="3451" y="85674"/>
                    <a:pt x="3069" y="85596"/>
                    <a:pt x="2558" y="85544"/>
                  </a:cubicBezTo>
                  <a:cubicBezTo>
                    <a:pt x="3585" y="78867"/>
                    <a:pt x="3699" y="60604"/>
                    <a:pt x="3813" y="42970"/>
                  </a:cubicBezTo>
                  <a:cubicBezTo>
                    <a:pt x="3939" y="44679"/>
                    <a:pt x="4186" y="45323"/>
                    <a:pt x="4309" y="45323"/>
                  </a:cubicBezTo>
                  <a:cubicBezTo>
                    <a:pt x="4355" y="45323"/>
                    <a:pt x="4384" y="45235"/>
                    <a:pt x="4384" y="45081"/>
                  </a:cubicBezTo>
                  <a:cubicBezTo>
                    <a:pt x="4670" y="28816"/>
                    <a:pt x="4898" y="36692"/>
                    <a:pt x="5526" y="27960"/>
                  </a:cubicBezTo>
                  <a:cubicBezTo>
                    <a:pt x="6210" y="19343"/>
                    <a:pt x="4670" y="12209"/>
                    <a:pt x="5811" y="2792"/>
                  </a:cubicBezTo>
                  <a:cubicBezTo>
                    <a:pt x="7909" y="2302"/>
                    <a:pt x="7926" y="2085"/>
                    <a:pt x="7271" y="2085"/>
                  </a:cubicBezTo>
                  <a:cubicBezTo>
                    <a:pt x="6554" y="2085"/>
                    <a:pt x="5033" y="2345"/>
                    <a:pt x="4555" y="2792"/>
                  </a:cubicBezTo>
                  <a:cubicBezTo>
                    <a:pt x="3928" y="3420"/>
                    <a:pt x="2843" y="31955"/>
                    <a:pt x="3129" y="66996"/>
                  </a:cubicBezTo>
                  <a:cubicBezTo>
                    <a:pt x="3243" y="84060"/>
                    <a:pt x="1531" y="85944"/>
                    <a:pt x="2273" y="86001"/>
                  </a:cubicBezTo>
                  <a:cubicBezTo>
                    <a:pt x="4704" y="86244"/>
                    <a:pt x="5294" y="86314"/>
                    <a:pt x="5472" y="86314"/>
                  </a:cubicBezTo>
                  <a:cubicBezTo>
                    <a:pt x="5545" y="86314"/>
                    <a:pt x="5550" y="86303"/>
                    <a:pt x="5583" y="86286"/>
                  </a:cubicBezTo>
                  <a:cubicBezTo>
                    <a:pt x="5633" y="86386"/>
                    <a:pt x="5595" y="86706"/>
                    <a:pt x="5816" y="86706"/>
                  </a:cubicBezTo>
                  <a:cubicBezTo>
                    <a:pt x="5847" y="86706"/>
                    <a:pt x="5883" y="86700"/>
                    <a:pt x="5925" y="86685"/>
                  </a:cubicBezTo>
                  <a:cubicBezTo>
                    <a:pt x="7211" y="86213"/>
                    <a:pt x="7978" y="86091"/>
                    <a:pt x="8564" y="86091"/>
                  </a:cubicBezTo>
                  <a:cubicBezTo>
                    <a:pt x="9196" y="86091"/>
                    <a:pt x="9618" y="86233"/>
                    <a:pt x="10254" y="86233"/>
                  </a:cubicBezTo>
                  <a:cubicBezTo>
                    <a:pt x="10312" y="86233"/>
                    <a:pt x="10372" y="86232"/>
                    <a:pt x="10434" y="86229"/>
                  </a:cubicBezTo>
                  <a:cubicBezTo>
                    <a:pt x="11575" y="86138"/>
                    <a:pt x="12187" y="86046"/>
                    <a:pt x="12510" y="86046"/>
                  </a:cubicBezTo>
                  <a:cubicBezTo>
                    <a:pt x="12995" y="86046"/>
                    <a:pt x="12831" y="86252"/>
                    <a:pt x="12831" y="86971"/>
                  </a:cubicBezTo>
                  <a:cubicBezTo>
                    <a:pt x="12831" y="87161"/>
                    <a:pt x="12862" y="87242"/>
                    <a:pt x="13113" y="87242"/>
                  </a:cubicBezTo>
                  <a:cubicBezTo>
                    <a:pt x="13540" y="87242"/>
                    <a:pt x="14602" y="87009"/>
                    <a:pt x="17225" y="86685"/>
                  </a:cubicBezTo>
                  <a:cubicBezTo>
                    <a:pt x="19394" y="86914"/>
                    <a:pt x="52437" y="87998"/>
                    <a:pt x="53293" y="87998"/>
                  </a:cubicBezTo>
                  <a:cubicBezTo>
                    <a:pt x="55556" y="88342"/>
                    <a:pt x="57333" y="88466"/>
                    <a:pt x="58726" y="88466"/>
                  </a:cubicBezTo>
                  <a:cubicBezTo>
                    <a:pt x="62392" y="88466"/>
                    <a:pt x="63400" y="87604"/>
                    <a:pt x="63587" y="87604"/>
                  </a:cubicBezTo>
                  <a:cubicBezTo>
                    <a:pt x="63613" y="87604"/>
                    <a:pt x="63623" y="87620"/>
                    <a:pt x="63623" y="87656"/>
                  </a:cubicBezTo>
                  <a:cubicBezTo>
                    <a:pt x="63623" y="89831"/>
                    <a:pt x="94448" y="90450"/>
                    <a:pt x="108946" y="90450"/>
                  </a:cubicBezTo>
                  <a:cubicBezTo>
                    <a:pt x="111567" y="90450"/>
                    <a:pt x="113654" y="90430"/>
                    <a:pt x="114929" y="90395"/>
                  </a:cubicBezTo>
                  <a:cubicBezTo>
                    <a:pt x="115386" y="90395"/>
                    <a:pt x="115328" y="89824"/>
                    <a:pt x="115328" y="89368"/>
                  </a:cubicBezTo>
                  <a:lnTo>
                    <a:pt x="115328" y="89368"/>
                  </a:lnTo>
                  <a:cubicBezTo>
                    <a:pt x="116251" y="89565"/>
                    <a:pt x="118277" y="89763"/>
                    <a:pt x="119825" y="89763"/>
                  </a:cubicBezTo>
                  <a:cubicBezTo>
                    <a:pt x="120958" y="89763"/>
                    <a:pt x="121834" y="89657"/>
                    <a:pt x="121834" y="89368"/>
                  </a:cubicBezTo>
                  <a:cubicBezTo>
                    <a:pt x="121378" y="67567"/>
                    <a:pt x="123547" y="7472"/>
                    <a:pt x="122633" y="5361"/>
                  </a:cubicBezTo>
                  <a:cubicBezTo>
                    <a:pt x="122405" y="4847"/>
                    <a:pt x="121892" y="4904"/>
                    <a:pt x="121435" y="4790"/>
                  </a:cubicBezTo>
                  <a:cubicBezTo>
                    <a:pt x="121406" y="4733"/>
                    <a:pt x="121349" y="4704"/>
                    <a:pt x="121292" y="4704"/>
                  </a:cubicBezTo>
                  <a:cubicBezTo>
                    <a:pt x="121235" y="4704"/>
                    <a:pt x="121178" y="4733"/>
                    <a:pt x="121150" y="4790"/>
                  </a:cubicBezTo>
                  <a:cubicBezTo>
                    <a:pt x="115443" y="3991"/>
                    <a:pt x="116299" y="4447"/>
                    <a:pt x="116299" y="3249"/>
                  </a:cubicBezTo>
                  <a:cubicBezTo>
                    <a:pt x="116299" y="2742"/>
                    <a:pt x="98755" y="2188"/>
                    <a:pt x="84374" y="2188"/>
                  </a:cubicBezTo>
                  <a:cubicBezTo>
                    <a:pt x="76113" y="2188"/>
                    <a:pt x="68896" y="2371"/>
                    <a:pt x="66648" y="2850"/>
                  </a:cubicBezTo>
                  <a:cubicBezTo>
                    <a:pt x="65512" y="2483"/>
                    <a:pt x="62685" y="2376"/>
                    <a:pt x="60473" y="2376"/>
                  </a:cubicBezTo>
                  <a:cubicBezTo>
                    <a:pt x="59238" y="2376"/>
                    <a:pt x="58195" y="2409"/>
                    <a:pt x="57745" y="2450"/>
                  </a:cubicBezTo>
                  <a:cubicBezTo>
                    <a:pt x="54599" y="2170"/>
                    <a:pt x="53251" y="1998"/>
                    <a:pt x="52430" y="1998"/>
                  </a:cubicBezTo>
                  <a:cubicBezTo>
                    <a:pt x="51911" y="1998"/>
                    <a:pt x="51602" y="2067"/>
                    <a:pt x="51182" y="2222"/>
                  </a:cubicBezTo>
                  <a:cubicBezTo>
                    <a:pt x="24091" y="1311"/>
                    <a:pt x="17960" y="1"/>
                    <a:pt x="16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1"/>
            <p:cNvSpPr/>
            <p:nvPr/>
          </p:nvSpPr>
          <p:spPr>
            <a:xfrm>
              <a:off x="3272550" y="1296350"/>
              <a:ext cx="34525" cy="637975"/>
            </a:xfrm>
            <a:custGeom>
              <a:rect b="b" l="l" r="r" t="t"/>
              <a:pathLst>
                <a:path extrusionOk="0" h="25519" w="1381">
                  <a:moveTo>
                    <a:pt x="835" y="1"/>
                  </a:moveTo>
                  <a:cubicBezTo>
                    <a:pt x="819" y="1"/>
                    <a:pt x="810" y="67"/>
                    <a:pt x="810" y="154"/>
                  </a:cubicBezTo>
                  <a:cubicBezTo>
                    <a:pt x="468" y="14079"/>
                    <a:pt x="1381" y="10141"/>
                    <a:pt x="11" y="25322"/>
                  </a:cubicBezTo>
                  <a:cubicBezTo>
                    <a:pt x="0" y="25421"/>
                    <a:pt x="32" y="25519"/>
                    <a:pt x="91" y="25519"/>
                  </a:cubicBezTo>
                  <a:cubicBezTo>
                    <a:pt x="337" y="25519"/>
                    <a:pt x="1060" y="23829"/>
                    <a:pt x="1153" y="13565"/>
                  </a:cubicBezTo>
                  <a:cubicBezTo>
                    <a:pt x="1201" y="2016"/>
                    <a:pt x="922" y="1"/>
                    <a:pt x="835" y="1"/>
                  </a:cubicBezTo>
                  <a:close/>
                </a:path>
              </a:pathLst>
            </a:custGeom>
            <a:solidFill>
              <a:srgbClr val="7258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0" name="Google Shape;280;p21"/>
          <p:cNvSpPr txBox="1"/>
          <p:nvPr>
            <p:ph type="title"/>
          </p:nvPr>
        </p:nvSpPr>
        <p:spPr>
          <a:xfrm>
            <a:off x="5296349" y="1289725"/>
            <a:ext cx="2579100" cy="101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1" name="Google Shape;281;p21"/>
          <p:cNvSpPr txBox="1"/>
          <p:nvPr>
            <p:ph idx="1" type="subTitle"/>
          </p:nvPr>
        </p:nvSpPr>
        <p:spPr>
          <a:xfrm>
            <a:off x="5046442" y="2229101"/>
            <a:ext cx="2829000" cy="10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2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2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4" name="Google Shape;284;p22"/>
          <p:cNvGrpSpPr/>
          <p:nvPr/>
        </p:nvGrpSpPr>
        <p:grpSpPr>
          <a:xfrm rot="-33946">
            <a:off x="208521" y="115071"/>
            <a:ext cx="8728591" cy="4878962"/>
            <a:chOff x="315425" y="364350"/>
            <a:chExt cx="3145625" cy="2299225"/>
          </a:xfrm>
        </p:grpSpPr>
        <p:sp>
          <p:nvSpPr>
            <p:cNvPr id="285" name="Google Shape;285;p22"/>
            <p:cNvSpPr/>
            <p:nvPr/>
          </p:nvSpPr>
          <p:spPr>
            <a:xfrm>
              <a:off x="332275" y="374100"/>
              <a:ext cx="3126050" cy="2279075"/>
            </a:xfrm>
            <a:custGeom>
              <a:rect b="b" l="l" r="r" t="t"/>
              <a:pathLst>
                <a:path extrusionOk="0" h="91163" w="125042">
                  <a:moveTo>
                    <a:pt x="6040" y="0"/>
                  </a:moveTo>
                  <a:cubicBezTo>
                    <a:pt x="5232" y="0"/>
                    <a:pt x="4419" y="21"/>
                    <a:pt x="3596" y="63"/>
                  </a:cubicBezTo>
                  <a:cubicBezTo>
                    <a:pt x="3139" y="63"/>
                    <a:pt x="2626" y="405"/>
                    <a:pt x="2283" y="690"/>
                  </a:cubicBezTo>
                  <a:cubicBezTo>
                    <a:pt x="2112" y="5484"/>
                    <a:pt x="1941" y="10335"/>
                    <a:pt x="1770" y="15129"/>
                  </a:cubicBezTo>
                  <a:cubicBezTo>
                    <a:pt x="1313" y="28712"/>
                    <a:pt x="1142" y="42294"/>
                    <a:pt x="685" y="55877"/>
                  </a:cubicBezTo>
                  <a:cubicBezTo>
                    <a:pt x="514" y="61128"/>
                    <a:pt x="685" y="66378"/>
                    <a:pt x="286" y="71628"/>
                  </a:cubicBezTo>
                  <a:cubicBezTo>
                    <a:pt x="1" y="75224"/>
                    <a:pt x="400" y="78876"/>
                    <a:pt x="115" y="82472"/>
                  </a:cubicBezTo>
                  <a:cubicBezTo>
                    <a:pt x="1" y="83727"/>
                    <a:pt x="58" y="85040"/>
                    <a:pt x="58" y="86295"/>
                  </a:cubicBezTo>
                  <a:cubicBezTo>
                    <a:pt x="58" y="87266"/>
                    <a:pt x="8276" y="87608"/>
                    <a:pt x="9417" y="87665"/>
                  </a:cubicBezTo>
                  <a:cubicBezTo>
                    <a:pt x="12271" y="87836"/>
                    <a:pt x="15124" y="87836"/>
                    <a:pt x="17921" y="88008"/>
                  </a:cubicBezTo>
                  <a:cubicBezTo>
                    <a:pt x="23114" y="88236"/>
                    <a:pt x="28250" y="88521"/>
                    <a:pt x="33444" y="88864"/>
                  </a:cubicBezTo>
                  <a:cubicBezTo>
                    <a:pt x="41262" y="89320"/>
                    <a:pt x="49195" y="89606"/>
                    <a:pt x="57014" y="89891"/>
                  </a:cubicBezTo>
                  <a:cubicBezTo>
                    <a:pt x="58612" y="89948"/>
                    <a:pt x="60210" y="90005"/>
                    <a:pt x="61808" y="90062"/>
                  </a:cubicBezTo>
                  <a:cubicBezTo>
                    <a:pt x="68485" y="90233"/>
                    <a:pt x="75219" y="90405"/>
                    <a:pt x="81896" y="90576"/>
                  </a:cubicBezTo>
                  <a:cubicBezTo>
                    <a:pt x="83897" y="90645"/>
                    <a:pt x="85892" y="90656"/>
                    <a:pt x="87884" y="90656"/>
                  </a:cubicBezTo>
                  <a:cubicBezTo>
                    <a:pt x="88900" y="90656"/>
                    <a:pt x="89916" y="90653"/>
                    <a:pt x="90931" y="90653"/>
                  </a:cubicBezTo>
                  <a:cubicBezTo>
                    <a:pt x="94507" y="90653"/>
                    <a:pt x="98075" y="90691"/>
                    <a:pt x="101642" y="91032"/>
                  </a:cubicBezTo>
                  <a:cubicBezTo>
                    <a:pt x="102773" y="91129"/>
                    <a:pt x="103898" y="91162"/>
                    <a:pt x="105023" y="91162"/>
                  </a:cubicBezTo>
                  <a:cubicBezTo>
                    <a:pt x="107412" y="91162"/>
                    <a:pt x="109799" y="91013"/>
                    <a:pt x="112219" y="91013"/>
                  </a:cubicBezTo>
                  <a:cubicBezTo>
                    <a:pt x="112687" y="91013"/>
                    <a:pt x="113156" y="91019"/>
                    <a:pt x="113627" y="91032"/>
                  </a:cubicBezTo>
                  <a:cubicBezTo>
                    <a:pt x="114693" y="91070"/>
                    <a:pt x="115758" y="91089"/>
                    <a:pt x="116821" y="91089"/>
                  </a:cubicBezTo>
                  <a:cubicBezTo>
                    <a:pt x="118947" y="91089"/>
                    <a:pt x="121065" y="91013"/>
                    <a:pt x="123158" y="90861"/>
                  </a:cubicBezTo>
                  <a:cubicBezTo>
                    <a:pt x="123329" y="90861"/>
                    <a:pt x="123557" y="90861"/>
                    <a:pt x="123672" y="90747"/>
                  </a:cubicBezTo>
                  <a:cubicBezTo>
                    <a:pt x="123786" y="90633"/>
                    <a:pt x="123786" y="90576"/>
                    <a:pt x="123672" y="90519"/>
                  </a:cubicBezTo>
                  <a:cubicBezTo>
                    <a:pt x="124413" y="86067"/>
                    <a:pt x="123957" y="81216"/>
                    <a:pt x="124014" y="76651"/>
                  </a:cubicBezTo>
                  <a:cubicBezTo>
                    <a:pt x="124014" y="73797"/>
                    <a:pt x="124299" y="71115"/>
                    <a:pt x="124299" y="68204"/>
                  </a:cubicBezTo>
                  <a:cubicBezTo>
                    <a:pt x="124242" y="65065"/>
                    <a:pt x="124699" y="61927"/>
                    <a:pt x="124699" y="58788"/>
                  </a:cubicBezTo>
                  <a:cubicBezTo>
                    <a:pt x="124642" y="51939"/>
                    <a:pt x="124699" y="45091"/>
                    <a:pt x="124870" y="38300"/>
                  </a:cubicBezTo>
                  <a:cubicBezTo>
                    <a:pt x="125041" y="31736"/>
                    <a:pt x="124870" y="25230"/>
                    <a:pt x="124927" y="18724"/>
                  </a:cubicBezTo>
                  <a:cubicBezTo>
                    <a:pt x="124984" y="13303"/>
                    <a:pt x="124984" y="7938"/>
                    <a:pt x="125041" y="2517"/>
                  </a:cubicBezTo>
                  <a:cubicBezTo>
                    <a:pt x="123254" y="2342"/>
                    <a:pt x="121466" y="2268"/>
                    <a:pt x="119679" y="2268"/>
                  </a:cubicBezTo>
                  <a:cubicBezTo>
                    <a:pt x="119126" y="2268"/>
                    <a:pt x="118574" y="2275"/>
                    <a:pt x="118022" y="2288"/>
                  </a:cubicBezTo>
                  <a:cubicBezTo>
                    <a:pt x="116709" y="2345"/>
                    <a:pt x="115396" y="2402"/>
                    <a:pt x="114141" y="2460"/>
                  </a:cubicBezTo>
                  <a:cubicBezTo>
                    <a:pt x="114341" y="2574"/>
                    <a:pt x="114498" y="2588"/>
                    <a:pt x="114662" y="2588"/>
                  </a:cubicBezTo>
                  <a:cubicBezTo>
                    <a:pt x="114716" y="2588"/>
                    <a:pt x="114772" y="2586"/>
                    <a:pt x="114830" y="2586"/>
                  </a:cubicBezTo>
                  <a:cubicBezTo>
                    <a:pt x="114946" y="2586"/>
                    <a:pt x="115073" y="2593"/>
                    <a:pt x="115225" y="2631"/>
                  </a:cubicBezTo>
                  <a:cubicBezTo>
                    <a:pt x="115453" y="2688"/>
                    <a:pt x="115739" y="2859"/>
                    <a:pt x="115739" y="3144"/>
                  </a:cubicBezTo>
                  <a:cubicBezTo>
                    <a:pt x="115796" y="3373"/>
                    <a:pt x="115739" y="3601"/>
                    <a:pt x="115739" y="3772"/>
                  </a:cubicBezTo>
                  <a:cubicBezTo>
                    <a:pt x="115739" y="3770"/>
                    <a:pt x="115746" y="3769"/>
                    <a:pt x="115760" y="3769"/>
                  </a:cubicBezTo>
                  <a:cubicBezTo>
                    <a:pt x="116121" y="3769"/>
                    <a:pt x="121004" y="4459"/>
                    <a:pt x="121389" y="4514"/>
                  </a:cubicBezTo>
                  <a:cubicBezTo>
                    <a:pt x="121674" y="4571"/>
                    <a:pt x="121788" y="4742"/>
                    <a:pt x="121902" y="4971"/>
                  </a:cubicBezTo>
                  <a:cubicBezTo>
                    <a:pt x="122074" y="5256"/>
                    <a:pt x="122074" y="5541"/>
                    <a:pt x="122074" y="5827"/>
                  </a:cubicBezTo>
                  <a:cubicBezTo>
                    <a:pt x="122188" y="9879"/>
                    <a:pt x="122245" y="13874"/>
                    <a:pt x="122245" y="17868"/>
                  </a:cubicBezTo>
                  <a:cubicBezTo>
                    <a:pt x="122188" y="30538"/>
                    <a:pt x="121845" y="43150"/>
                    <a:pt x="121446" y="55820"/>
                  </a:cubicBezTo>
                  <a:cubicBezTo>
                    <a:pt x="121103" y="66720"/>
                    <a:pt x="121275" y="77678"/>
                    <a:pt x="121160" y="88578"/>
                  </a:cubicBezTo>
                  <a:cubicBezTo>
                    <a:pt x="121160" y="88864"/>
                    <a:pt x="121046" y="88921"/>
                    <a:pt x="120761" y="89035"/>
                  </a:cubicBezTo>
                  <a:cubicBezTo>
                    <a:pt x="120590" y="89138"/>
                    <a:pt x="120419" y="89158"/>
                    <a:pt x="120235" y="89158"/>
                  </a:cubicBezTo>
                  <a:cubicBezTo>
                    <a:pt x="120113" y="89158"/>
                    <a:pt x="119985" y="89149"/>
                    <a:pt x="119848" y="89149"/>
                  </a:cubicBezTo>
                  <a:cubicBezTo>
                    <a:pt x="119334" y="89149"/>
                    <a:pt x="118821" y="89149"/>
                    <a:pt x="118307" y="89092"/>
                  </a:cubicBezTo>
                  <a:cubicBezTo>
                    <a:pt x="117108" y="89092"/>
                    <a:pt x="115910" y="89035"/>
                    <a:pt x="114826" y="88521"/>
                  </a:cubicBezTo>
                  <a:cubicBezTo>
                    <a:pt x="114792" y="88505"/>
                    <a:pt x="114754" y="88498"/>
                    <a:pt x="114715" y="88498"/>
                  </a:cubicBezTo>
                  <a:cubicBezTo>
                    <a:pt x="114621" y="88498"/>
                    <a:pt x="114524" y="88538"/>
                    <a:pt x="114483" y="88578"/>
                  </a:cubicBezTo>
                  <a:cubicBezTo>
                    <a:pt x="114483" y="88921"/>
                    <a:pt x="114483" y="89206"/>
                    <a:pt x="114426" y="89548"/>
                  </a:cubicBezTo>
                  <a:cubicBezTo>
                    <a:pt x="112714" y="89548"/>
                    <a:pt x="110945" y="89606"/>
                    <a:pt x="109233" y="89663"/>
                  </a:cubicBezTo>
                  <a:cubicBezTo>
                    <a:pt x="108856" y="89674"/>
                    <a:pt x="108473" y="89679"/>
                    <a:pt x="108085" y="89679"/>
                  </a:cubicBezTo>
                  <a:cubicBezTo>
                    <a:pt x="106532" y="89679"/>
                    <a:pt x="104907" y="89606"/>
                    <a:pt x="103355" y="89606"/>
                  </a:cubicBezTo>
                  <a:cubicBezTo>
                    <a:pt x="95479" y="89491"/>
                    <a:pt x="87546" y="89377"/>
                    <a:pt x="79670" y="88864"/>
                  </a:cubicBezTo>
                  <a:cubicBezTo>
                    <a:pt x="74591" y="88578"/>
                    <a:pt x="69512" y="88065"/>
                    <a:pt x="64433" y="87551"/>
                  </a:cubicBezTo>
                  <a:cubicBezTo>
                    <a:pt x="63976" y="87494"/>
                    <a:pt x="63348" y="87209"/>
                    <a:pt x="63577" y="86809"/>
                  </a:cubicBezTo>
                  <a:lnTo>
                    <a:pt x="63577" y="86809"/>
                  </a:lnTo>
                  <a:cubicBezTo>
                    <a:pt x="62243" y="87515"/>
                    <a:pt x="60722" y="87655"/>
                    <a:pt x="59196" y="87655"/>
                  </a:cubicBezTo>
                  <a:cubicBezTo>
                    <a:pt x="58502" y="87655"/>
                    <a:pt x="57806" y="87626"/>
                    <a:pt x="57128" y="87608"/>
                  </a:cubicBezTo>
                  <a:cubicBezTo>
                    <a:pt x="51307" y="87437"/>
                    <a:pt x="45600" y="87037"/>
                    <a:pt x="39778" y="86866"/>
                  </a:cubicBezTo>
                  <a:cubicBezTo>
                    <a:pt x="33786" y="86638"/>
                    <a:pt x="27737" y="86410"/>
                    <a:pt x="21744" y="86124"/>
                  </a:cubicBezTo>
                  <a:cubicBezTo>
                    <a:pt x="20330" y="86070"/>
                    <a:pt x="18902" y="86003"/>
                    <a:pt x="17481" y="86003"/>
                  </a:cubicBezTo>
                  <a:cubicBezTo>
                    <a:pt x="15919" y="86003"/>
                    <a:pt x="14365" y="86084"/>
                    <a:pt x="12841" y="86353"/>
                  </a:cubicBezTo>
                  <a:cubicBezTo>
                    <a:pt x="12841" y="85953"/>
                    <a:pt x="12784" y="85554"/>
                    <a:pt x="12670" y="85211"/>
                  </a:cubicBezTo>
                  <a:cubicBezTo>
                    <a:pt x="11751" y="85458"/>
                    <a:pt x="10788" y="85484"/>
                    <a:pt x="9822" y="85484"/>
                  </a:cubicBezTo>
                  <a:cubicBezTo>
                    <a:pt x="9558" y="85484"/>
                    <a:pt x="9295" y="85482"/>
                    <a:pt x="9032" y="85482"/>
                  </a:cubicBezTo>
                  <a:cubicBezTo>
                    <a:pt x="7805" y="85482"/>
                    <a:pt x="6592" y="85525"/>
                    <a:pt x="5479" y="86010"/>
                  </a:cubicBezTo>
                  <a:cubicBezTo>
                    <a:pt x="5479" y="85839"/>
                    <a:pt x="5422" y="85725"/>
                    <a:pt x="5365" y="85554"/>
                  </a:cubicBezTo>
                  <a:cubicBezTo>
                    <a:pt x="5184" y="85563"/>
                    <a:pt x="5002" y="85568"/>
                    <a:pt x="4819" y="85568"/>
                  </a:cubicBezTo>
                  <a:cubicBezTo>
                    <a:pt x="3902" y="85568"/>
                    <a:pt x="2959" y="85449"/>
                    <a:pt x="2055" y="85211"/>
                  </a:cubicBezTo>
                  <a:cubicBezTo>
                    <a:pt x="2455" y="80588"/>
                    <a:pt x="2740" y="75566"/>
                    <a:pt x="2968" y="70944"/>
                  </a:cubicBezTo>
                  <a:cubicBezTo>
                    <a:pt x="3139" y="67634"/>
                    <a:pt x="3025" y="64209"/>
                    <a:pt x="3082" y="60956"/>
                  </a:cubicBezTo>
                  <a:cubicBezTo>
                    <a:pt x="3082" y="59415"/>
                    <a:pt x="3139" y="57875"/>
                    <a:pt x="3082" y="56334"/>
                  </a:cubicBezTo>
                  <a:cubicBezTo>
                    <a:pt x="2854" y="50855"/>
                    <a:pt x="2797" y="45262"/>
                    <a:pt x="3254" y="39783"/>
                  </a:cubicBezTo>
                  <a:cubicBezTo>
                    <a:pt x="3425" y="37101"/>
                    <a:pt x="3197" y="34248"/>
                    <a:pt x="3139" y="31565"/>
                  </a:cubicBezTo>
                  <a:cubicBezTo>
                    <a:pt x="3139" y="29967"/>
                    <a:pt x="3311" y="28426"/>
                    <a:pt x="3425" y="26886"/>
                  </a:cubicBezTo>
                  <a:cubicBezTo>
                    <a:pt x="3596" y="25002"/>
                    <a:pt x="3425" y="23119"/>
                    <a:pt x="3482" y="21293"/>
                  </a:cubicBezTo>
                  <a:cubicBezTo>
                    <a:pt x="3653" y="15015"/>
                    <a:pt x="3938" y="8908"/>
                    <a:pt x="4224" y="2688"/>
                  </a:cubicBezTo>
                  <a:cubicBezTo>
                    <a:pt x="4224" y="2692"/>
                    <a:pt x="4227" y="2694"/>
                    <a:pt x="4232" y="2694"/>
                  </a:cubicBezTo>
                  <a:cubicBezTo>
                    <a:pt x="4299" y="2694"/>
                    <a:pt x="4737" y="2398"/>
                    <a:pt x="4737" y="2345"/>
                  </a:cubicBezTo>
                  <a:cubicBezTo>
                    <a:pt x="4909" y="2174"/>
                    <a:pt x="5080" y="2117"/>
                    <a:pt x="5308" y="2060"/>
                  </a:cubicBezTo>
                  <a:cubicBezTo>
                    <a:pt x="5651" y="2003"/>
                    <a:pt x="5936" y="2003"/>
                    <a:pt x="6278" y="1889"/>
                  </a:cubicBezTo>
                  <a:cubicBezTo>
                    <a:pt x="6488" y="1847"/>
                    <a:pt x="6760" y="1712"/>
                    <a:pt x="7003" y="1712"/>
                  </a:cubicBezTo>
                  <a:cubicBezTo>
                    <a:pt x="7090" y="1712"/>
                    <a:pt x="7173" y="1729"/>
                    <a:pt x="7249" y="1775"/>
                  </a:cubicBezTo>
                  <a:cubicBezTo>
                    <a:pt x="7306" y="1832"/>
                    <a:pt x="7363" y="1889"/>
                    <a:pt x="7420" y="1946"/>
                  </a:cubicBezTo>
                  <a:cubicBezTo>
                    <a:pt x="7534" y="2022"/>
                    <a:pt x="7692" y="2047"/>
                    <a:pt x="7868" y="2047"/>
                  </a:cubicBezTo>
                  <a:cubicBezTo>
                    <a:pt x="8219" y="2047"/>
                    <a:pt x="8637" y="1946"/>
                    <a:pt x="8904" y="1946"/>
                  </a:cubicBezTo>
                  <a:cubicBezTo>
                    <a:pt x="9417" y="1889"/>
                    <a:pt x="9988" y="1775"/>
                    <a:pt x="10502" y="1603"/>
                  </a:cubicBezTo>
                  <a:cubicBezTo>
                    <a:pt x="11015" y="1432"/>
                    <a:pt x="11529" y="1318"/>
                    <a:pt x="12099" y="1147"/>
                  </a:cubicBezTo>
                  <a:cubicBezTo>
                    <a:pt x="12328" y="1033"/>
                    <a:pt x="12613" y="976"/>
                    <a:pt x="12898" y="919"/>
                  </a:cubicBezTo>
                  <a:cubicBezTo>
                    <a:pt x="13070" y="862"/>
                    <a:pt x="13469" y="690"/>
                    <a:pt x="13640" y="690"/>
                  </a:cubicBezTo>
                  <a:lnTo>
                    <a:pt x="13697" y="690"/>
                  </a:lnTo>
                  <a:cubicBezTo>
                    <a:pt x="11096" y="213"/>
                    <a:pt x="8594" y="0"/>
                    <a:pt x="604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2"/>
            <p:cNvSpPr/>
            <p:nvPr/>
          </p:nvSpPr>
          <p:spPr>
            <a:xfrm>
              <a:off x="380800" y="371375"/>
              <a:ext cx="3011900" cy="2247175"/>
            </a:xfrm>
            <a:custGeom>
              <a:rect b="b" l="l" r="r" t="t"/>
              <a:pathLst>
                <a:path extrusionOk="0" h="89887" w="120476">
                  <a:moveTo>
                    <a:pt x="13982" y="0"/>
                  </a:moveTo>
                  <a:lnTo>
                    <a:pt x="13982" y="742"/>
                  </a:lnTo>
                  <a:cubicBezTo>
                    <a:pt x="13354" y="742"/>
                    <a:pt x="12613" y="856"/>
                    <a:pt x="11985" y="913"/>
                  </a:cubicBezTo>
                  <a:cubicBezTo>
                    <a:pt x="11471" y="913"/>
                    <a:pt x="10957" y="913"/>
                    <a:pt x="10444" y="1085"/>
                  </a:cubicBezTo>
                  <a:cubicBezTo>
                    <a:pt x="10158" y="1199"/>
                    <a:pt x="9930" y="1370"/>
                    <a:pt x="9588" y="1484"/>
                  </a:cubicBezTo>
                  <a:cubicBezTo>
                    <a:pt x="9017" y="1712"/>
                    <a:pt x="8332" y="1770"/>
                    <a:pt x="7704" y="1884"/>
                  </a:cubicBezTo>
                  <a:cubicBezTo>
                    <a:pt x="7248" y="1998"/>
                    <a:pt x="6848" y="2169"/>
                    <a:pt x="6392" y="2226"/>
                  </a:cubicBezTo>
                  <a:cubicBezTo>
                    <a:pt x="6164" y="2226"/>
                    <a:pt x="5935" y="2226"/>
                    <a:pt x="5764" y="2169"/>
                  </a:cubicBezTo>
                  <a:cubicBezTo>
                    <a:pt x="5536" y="2055"/>
                    <a:pt x="5422" y="1884"/>
                    <a:pt x="5193" y="1827"/>
                  </a:cubicBezTo>
                  <a:lnTo>
                    <a:pt x="4965" y="1827"/>
                  </a:lnTo>
                  <a:cubicBezTo>
                    <a:pt x="4509" y="1884"/>
                    <a:pt x="4052" y="1884"/>
                    <a:pt x="3595" y="2055"/>
                  </a:cubicBezTo>
                  <a:cubicBezTo>
                    <a:pt x="3139" y="2169"/>
                    <a:pt x="2625" y="2340"/>
                    <a:pt x="2340" y="2740"/>
                  </a:cubicBezTo>
                  <a:cubicBezTo>
                    <a:pt x="1769" y="3482"/>
                    <a:pt x="2169" y="5194"/>
                    <a:pt x="2112" y="6107"/>
                  </a:cubicBezTo>
                  <a:cubicBezTo>
                    <a:pt x="1997" y="7477"/>
                    <a:pt x="1883" y="8903"/>
                    <a:pt x="1826" y="10330"/>
                  </a:cubicBezTo>
                  <a:cubicBezTo>
                    <a:pt x="1655" y="13241"/>
                    <a:pt x="1541" y="16094"/>
                    <a:pt x="1427" y="19005"/>
                  </a:cubicBezTo>
                  <a:cubicBezTo>
                    <a:pt x="1256" y="24712"/>
                    <a:pt x="1198" y="30476"/>
                    <a:pt x="1256" y="36183"/>
                  </a:cubicBezTo>
                  <a:cubicBezTo>
                    <a:pt x="1370" y="45942"/>
                    <a:pt x="1141" y="55472"/>
                    <a:pt x="1084" y="65231"/>
                  </a:cubicBezTo>
                  <a:cubicBezTo>
                    <a:pt x="1084" y="68542"/>
                    <a:pt x="1084" y="71852"/>
                    <a:pt x="970" y="75162"/>
                  </a:cubicBezTo>
                  <a:cubicBezTo>
                    <a:pt x="799" y="78358"/>
                    <a:pt x="856" y="81896"/>
                    <a:pt x="57" y="85035"/>
                  </a:cubicBezTo>
                  <a:cubicBezTo>
                    <a:pt x="57" y="85092"/>
                    <a:pt x="0" y="85206"/>
                    <a:pt x="57" y="85263"/>
                  </a:cubicBezTo>
                  <a:cubicBezTo>
                    <a:pt x="114" y="85377"/>
                    <a:pt x="285" y="85434"/>
                    <a:pt x="400" y="85434"/>
                  </a:cubicBezTo>
                  <a:cubicBezTo>
                    <a:pt x="1484" y="85548"/>
                    <a:pt x="2511" y="85720"/>
                    <a:pt x="3595" y="85834"/>
                  </a:cubicBezTo>
                  <a:cubicBezTo>
                    <a:pt x="3652" y="85948"/>
                    <a:pt x="3652" y="86119"/>
                    <a:pt x="3538" y="86233"/>
                  </a:cubicBezTo>
                  <a:cubicBezTo>
                    <a:pt x="4337" y="85891"/>
                    <a:pt x="5250" y="85663"/>
                    <a:pt x="6107" y="85606"/>
                  </a:cubicBezTo>
                  <a:cubicBezTo>
                    <a:pt x="6601" y="85567"/>
                    <a:pt x="7108" y="85561"/>
                    <a:pt x="7618" y="85561"/>
                  </a:cubicBezTo>
                  <a:cubicBezTo>
                    <a:pt x="7873" y="85561"/>
                    <a:pt x="8128" y="85563"/>
                    <a:pt x="8382" y="85563"/>
                  </a:cubicBezTo>
                  <a:cubicBezTo>
                    <a:pt x="9145" y="85563"/>
                    <a:pt x="9902" y="85548"/>
                    <a:pt x="10615" y="85434"/>
                  </a:cubicBezTo>
                  <a:cubicBezTo>
                    <a:pt x="10615" y="85948"/>
                    <a:pt x="10729" y="86290"/>
                    <a:pt x="10843" y="86804"/>
                  </a:cubicBezTo>
                  <a:cubicBezTo>
                    <a:pt x="10847" y="86811"/>
                    <a:pt x="10864" y="86814"/>
                    <a:pt x="10893" y="86814"/>
                  </a:cubicBezTo>
                  <a:cubicBezTo>
                    <a:pt x="11358" y="86814"/>
                    <a:pt x="14919" y="86005"/>
                    <a:pt x="15295" y="86005"/>
                  </a:cubicBezTo>
                  <a:cubicBezTo>
                    <a:pt x="15923" y="86005"/>
                    <a:pt x="16607" y="86347"/>
                    <a:pt x="17235" y="86404"/>
                  </a:cubicBezTo>
                  <a:cubicBezTo>
                    <a:pt x="17482" y="86424"/>
                    <a:pt x="17736" y="86430"/>
                    <a:pt x="17992" y="86430"/>
                  </a:cubicBezTo>
                  <a:cubicBezTo>
                    <a:pt x="18503" y="86430"/>
                    <a:pt x="19023" y="86404"/>
                    <a:pt x="19518" y="86404"/>
                  </a:cubicBezTo>
                  <a:cubicBezTo>
                    <a:pt x="20365" y="86364"/>
                    <a:pt x="21212" y="86347"/>
                    <a:pt x="22059" y="86347"/>
                  </a:cubicBezTo>
                  <a:cubicBezTo>
                    <a:pt x="26006" y="86347"/>
                    <a:pt x="29953" y="86720"/>
                    <a:pt x="33900" y="86861"/>
                  </a:cubicBezTo>
                  <a:cubicBezTo>
                    <a:pt x="39036" y="86975"/>
                    <a:pt x="44172" y="87203"/>
                    <a:pt x="49309" y="87489"/>
                  </a:cubicBezTo>
                  <a:cubicBezTo>
                    <a:pt x="51510" y="87621"/>
                    <a:pt x="53814" y="87923"/>
                    <a:pt x="56062" y="87923"/>
                  </a:cubicBezTo>
                  <a:cubicBezTo>
                    <a:pt x="56728" y="87923"/>
                    <a:pt x="57388" y="87896"/>
                    <a:pt x="58040" y="87831"/>
                  </a:cubicBezTo>
                  <a:cubicBezTo>
                    <a:pt x="59296" y="87660"/>
                    <a:pt x="60494" y="87318"/>
                    <a:pt x="61636" y="86975"/>
                  </a:cubicBezTo>
                  <a:cubicBezTo>
                    <a:pt x="62321" y="87660"/>
                    <a:pt x="63348" y="87774"/>
                    <a:pt x="64318" y="87888"/>
                  </a:cubicBezTo>
                  <a:cubicBezTo>
                    <a:pt x="67799" y="88231"/>
                    <a:pt x="71224" y="88516"/>
                    <a:pt x="74705" y="88859"/>
                  </a:cubicBezTo>
                  <a:cubicBezTo>
                    <a:pt x="82906" y="89638"/>
                    <a:pt x="91204" y="89886"/>
                    <a:pt x="99472" y="89886"/>
                  </a:cubicBezTo>
                  <a:cubicBezTo>
                    <a:pt x="103920" y="89886"/>
                    <a:pt x="108359" y="89814"/>
                    <a:pt x="112771" y="89715"/>
                  </a:cubicBezTo>
                  <a:cubicBezTo>
                    <a:pt x="112656" y="89429"/>
                    <a:pt x="112542" y="88973"/>
                    <a:pt x="112599" y="88687"/>
                  </a:cubicBezTo>
                  <a:lnTo>
                    <a:pt x="112599" y="88687"/>
                  </a:lnTo>
                  <a:cubicBezTo>
                    <a:pt x="113741" y="89030"/>
                    <a:pt x="114996" y="89087"/>
                    <a:pt x="116195" y="89087"/>
                  </a:cubicBezTo>
                  <a:cubicBezTo>
                    <a:pt x="116591" y="89117"/>
                    <a:pt x="117377" y="89245"/>
                    <a:pt x="118076" y="89245"/>
                  </a:cubicBezTo>
                  <a:cubicBezTo>
                    <a:pt x="118686" y="89245"/>
                    <a:pt x="119231" y="89147"/>
                    <a:pt x="119391" y="88801"/>
                  </a:cubicBezTo>
                  <a:cubicBezTo>
                    <a:pt x="119505" y="88630"/>
                    <a:pt x="119219" y="87660"/>
                    <a:pt x="119219" y="87432"/>
                  </a:cubicBezTo>
                  <a:cubicBezTo>
                    <a:pt x="119219" y="86690"/>
                    <a:pt x="119219" y="85948"/>
                    <a:pt x="119219" y="85206"/>
                  </a:cubicBezTo>
                  <a:cubicBezTo>
                    <a:pt x="118877" y="82067"/>
                    <a:pt x="119334" y="78757"/>
                    <a:pt x="119277" y="75675"/>
                  </a:cubicBezTo>
                  <a:cubicBezTo>
                    <a:pt x="119277" y="72251"/>
                    <a:pt x="119277" y="68884"/>
                    <a:pt x="119505" y="65517"/>
                  </a:cubicBezTo>
                  <a:cubicBezTo>
                    <a:pt x="119790" y="61636"/>
                    <a:pt x="119505" y="57984"/>
                    <a:pt x="119676" y="54103"/>
                  </a:cubicBezTo>
                  <a:cubicBezTo>
                    <a:pt x="119904" y="48738"/>
                    <a:pt x="119790" y="43317"/>
                    <a:pt x="119904" y="37895"/>
                  </a:cubicBezTo>
                  <a:cubicBezTo>
                    <a:pt x="120133" y="29277"/>
                    <a:pt x="120418" y="20603"/>
                    <a:pt x="120418" y="11928"/>
                  </a:cubicBezTo>
                  <a:cubicBezTo>
                    <a:pt x="120475" y="9588"/>
                    <a:pt x="120475" y="7248"/>
                    <a:pt x="119961" y="4965"/>
                  </a:cubicBezTo>
                  <a:cubicBezTo>
                    <a:pt x="119505" y="4680"/>
                    <a:pt x="118934" y="4452"/>
                    <a:pt x="118363" y="4395"/>
                  </a:cubicBezTo>
                  <a:cubicBezTo>
                    <a:pt x="116823" y="4224"/>
                    <a:pt x="115282" y="3995"/>
                    <a:pt x="113741" y="3824"/>
                  </a:cubicBezTo>
                  <a:cubicBezTo>
                    <a:pt x="113798" y="3482"/>
                    <a:pt x="113684" y="3196"/>
                    <a:pt x="113684" y="2911"/>
                  </a:cubicBezTo>
                  <a:lnTo>
                    <a:pt x="113684" y="2854"/>
                  </a:lnTo>
                  <a:cubicBezTo>
                    <a:pt x="105922" y="2226"/>
                    <a:pt x="97989" y="2340"/>
                    <a:pt x="90228" y="2112"/>
                  </a:cubicBezTo>
                  <a:cubicBezTo>
                    <a:pt x="87809" y="2018"/>
                    <a:pt x="85390" y="1975"/>
                    <a:pt x="82970" y="1975"/>
                  </a:cubicBezTo>
                  <a:cubicBezTo>
                    <a:pt x="80995" y="1975"/>
                    <a:pt x="79020" y="2004"/>
                    <a:pt x="77045" y="2055"/>
                  </a:cubicBezTo>
                  <a:cubicBezTo>
                    <a:pt x="74876" y="2112"/>
                    <a:pt x="72650" y="2112"/>
                    <a:pt x="70482" y="2283"/>
                  </a:cubicBezTo>
                  <a:cubicBezTo>
                    <a:pt x="68760" y="2431"/>
                    <a:pt x="67081" y="2705"/>
                    <a:pt x="65371" y="2705"/>
                  </a:cubicBezTo>
                  <a:cubicBezTo>
                    <a:pt x="65097" y="2705"/>
                    <a:pt x="64822" y="2698"/>
                    <a:pt x="64546" y="2683"/>
                  </a:cubicBezTo>
                  <a:cubicBezTo>
                    <a:pt x="47654" y="1712"/>
                    <a:pt x="30704" y="2340"/>
                    <a:pt x="13982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2"/>
            <p:cNvSpPr/>
            <p:nvPr/>
          </p:nvSpPr>
          <p:spPr>
            <a:xfrm>
              <a:off x="464975" y="427025"/>
              <a:ext cx="265400" cy="1995625"/>
            </a:xfrm>
            <a:custGeom>
              <a:rect b="b" l="l" r="r" t="t"/>
              <a:pathLst>
                <a:path extrusionOk="0" h="79825" w="10616">
                  <a:moveTo>
                    <a:pt x="8618" y="0"/>
                  </a:moveTo>
                  <a:cubicBezTo>
                    <a:pt x="8504" y="3938"/>
                    <a:pt x="7933" y="7933"/>
                    <a:pt x="6963" y="11757"/>
                  </a:cubicBezTo>
                  <a:cubicBezTo>
                    <a:pt x="4623" y="9873"/>
                    <a:pt x="6563" y="5365"/>
                    <a:pt x="4337" y="3310"/>
                  </a:cubicBezTo>
                  <a:cubicBezTo>
                    <a:pt x="4109" y="6563"/>
                    <a:pt x="3881" y="9816"/>
                    <a:pt x="3710" y="13069"/>
                  </a:cubicBezTo>
                  <a:cubicBezTo>
                    <a:pt x="2055" y="11129"/>
                    <a:pt x="3367" y="7705"/>
                    <a:pt x="1427" y="6050"/>
                  </a:cubicBezTo>
                  <a:cubicBezTo>
                    <a:pt x="628" y="7134"/>
                    <a:pt x="571" y="8618"/>
                    <a:pt x="571" y="9987"/>
                  </a:cubicBezTo>
                  <a:cubicBezTo>
                    <a:pt x="514" y="29049"/>
                    <a:pt x="2568" y="48224"/>
                    <a:pt x="628" y="67172"/>
                  </a:cubicBezTo>
                  <a:cubicBezTo>
                    <a:pt x="343" y="69911"/>
                    <a:pt x="0" y="72707"/>
                    <a:pt x="685" y="75333"/>
                  </a:cubicBezTo>
                  <a:cubicBezTo>
                    <a:pt x="913" y="74191"/>
                    <a:pt x="1027" y="70596"/>
                    <a:pt x="2226" y="70082"/>
                  </a:cubicBezTo>
                  <a:cubicBezTo>
                    <a:pt x="2340" y="72536"/>
                    <a:pt x="2511" y="75047"/>
                    <a:pt x="2682" y="77558"/>
                  </a:cubicBezTo>
                  <a:cubicBezTo>
                    <a:pt x="2682" y="78015"/>
                    <a:pt x="2797" y="78586"/>
                    <a:pt x="3196" y="78700"/>
                  </a:cubicBezTo>
                  <a:cubicBezTo>
                    <a:pt x="3710" y="77102"/>
                    <a:pt x="4223" y="75504"/>
                    <a:pt x="4680" y="73906"/>
                  </a:cubicBezTo>
                  <a:cubicBezTo>
                    <a:pt x="5277" y="74721"/>
                    <a:pt x="5255" y="79825"/>
                    <a:pt x="6825" y="79825"/>
                  </a:cubicBezTo>
                  <a:cubicBezTo>
                    <a:pt x="6905" y="79825"/>
                    <a:pt x="6989" y="79812"/>
                    <a:pt x="7077" y="79784"/>
                  </a:cubicBezTo>
                  <a:cubicBezTo>
                    <a:pt x="7533" y="79613"/>
                    <a:pt x="7705" y="78985"/>
                    <a:pt x="7705" y="78471"/>
                  </a:cubicBezTo>
                  <a:cubicBezTo>
                    <a:pt x="7876" y="75047"/>
                    <a:pt x="7362" y="71794"/>
                    <a:pt x="7590" y="68427"/>
                  </a:cubicBezTo>
                  <a:cubicBezTo>
                    <a:pt x="7876" y="64261"/>
                    <a:pt x="8104" y="60152"/>
                    <a:pt x="8389" y="55986"/>
                  </a:cubicBezTo>
                  <a:cubicBezTo>
                    <a:pt x="8789" y="47882"/>
                    <a:pt x="9074" y="39664"/>
                    <a:pt x="8846" y="31503"/>
                  </a:cubicBezTo>
                  <a:cubicBezTo>
                    <a:pt x="8732" y="28250"/>
                    <a:pt x="8846" y="24997"/>
                    <a:pt x="9074" y="21687"/>
                  </a:cubicBezTo>
                  <a:cubicBezTo>
                    <a:pt x="9188" y="18434"/>
                    <a:pt x="9417" y="15124"/>
                    <a:pt x="9588" y="11814"/>
                  </a:cubicBezTo>
                  <a:cubicBezTo>
                    <a:pt x="9702" y="8960"/>
                    <a:pt x="10615" y="5707"/>
                    <a:pt x="10387" y="2911"/>
                  </a:cubicBezTo>
                  <a:cubicBezTo>
                    <a:pt x="10273" y="1712"/>
                    <a:pt x="9645" y="514"/>
                    <a:pt x="8618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2"/>
            <p:cNvSpPr/>
            <p:nvPr/>
          </p:nvSpPr>
          <p:spPr>
            <a:xfrm>
              <a:off x="377400" y="388275"/>
              <a:ext cx="194600" cy="443100"/>
            </a:xfrm>
            <a:custGeom>
              <a:rect b="b" l="l" r="r" t="t"/>
              <a:pathLst>
                <a:path extrusionOk="0" h="17724" w="7784">
                  <a:moveTo>
                    <a:pt x="4110" y="0"/>
                  </a:moveTo>
                  <a:cubicBezTo>
                    <a:pt x="769" y="0"/>
                    <a:pt x="944" y="2686"/>
                    <a:pt x="764" y="4803"/>
                  </a:cubicBezTo>
                  <a:cubicBezTo>
                    <a:pt x="220" y="11324"/>
                    <a:pt x="0" y="17723"/>
                    <a:pt x="236" y="17723"/>
                  </a:cubicBezTo>
                  <a:cubicBezTo>
                    <a:pt x="396" y="17723"/>
                    <a:pt x="768" y="14761"/>
                    <a:pt x="1392" y="6858"/>
                  </a:cubicBezTo>
                  <a:cubicBezTo>
                    <a:pt x="1729" y="2710"/>
                    <a:pt x="1048" y="723"/>
                    <a:pt x="4926" y="723"/>
                  </a:cubicBezTo>
                  <a:cubicBezTo>
                    <a:pt x="5638" y="723"/>
                    <a:pt x="6502" y="790"/>
                    <a:pt x="7555" y="922"/>
                  </a:cubicBezTo>
                  <a:cubicBezTo>
                    <a:pt x="7726" y="922"/>
                    <a:pt x="7783" y="694"/>
                    <a:pt x="7612" y="637"/>
                  </a:cubicBezTo>
                  <a:cubicBezTo>
                    <a:pt x="6145" y="192"/>
                    <a:pt x="5002" y="0"/>
                    <a:pt x="411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2"/>
            <p:cNvSpPr/>
            <p:nvPr/>
          </p:nvSpPr>
          <p:spPr>
            <a:xfrm>
              <a:off x="339875" y="1342150"/>
              <a:ext cx="48175" cy="889750"/>
            </a:xfrm>
            <a:custGeom>
              <a:rect b="b" l="l" r="r" t="t"/>
              <a:pathLst>
                <a:path extrusionOk="0" h="35590" w="1927">
                  <a:moveTo>
                    <a:pt x="1905" y="1"/>
                  </a:moveTo>
                  <a:cubicBezTo>
                    <a:pt x="1709" y="1"/>
                    <a:pt x="0" y="28005"/>
                    <a:pt x="1009" y="34961"/>
                  </a:cubicBezTo>
                  <a:cubicBezTo>
                    <a:pt x="1067" y="35386"/>
                    <a:pt x="1118" y="35589"/>
                    <a:pt x="1162" y="35589"/>
                  </a:cubicBezTo>
                  <a:cubicBezTo>
                    <a:pt x="1552" y="35589"/>
                    <a:pt x="1461" y="19812"/>
                    <a:pt x="1922" y="491"/>
                  </a:cubicBezTo>
                  <a:cubicBezTo>
                    <a:pt x="1926" y="157"/>
                    <a:pt x="1920" y="1"/>
                    <a:pt x="1905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2"/>
            <p:cNvSpPr/>
            <p:nvPr/>
          </p:nvSpPr>
          <p:spPr>
            <a:xfrm>
              <a:off x="874400" y="2549525"/>
              <a:ext cx="978375" cy="48975"/>
            </a:xfrm>
            <a:custGeom>
              <a:rect b="b" l="l" r="r" t="t"/>
              <a:pathLst>
                <a:path extrusionOk="0" h="1959" w="39135">
                  <a:moveTo>
                    <a:pt x="659" y="1"/>
                  </a:moveTo>
                  <a:cubicBezTo>
                    <a:pt x="48" y="1"/>
                    <a:pt x="1" y="25"/>
                    <a:pt x="687" y="77"/>
                  </a:cubicBezTo>
                  <a:cubicBezTo>
                    <a:pt x="7029" y="537"/>
                    <a:pt x="32169" y="1959"/>
                    <a:pt x="37639" y="1959"/>
                  </a:cubicBezTo>
                  <a:cubicBezTo>
                    <a:pt x="38962" y="1959"/>
                    <a:pt x="39134" y="1876"/>
                    <a:pt x="37611" y="1675"/>
                  </a:cubicBezTo>
                  <a:cubicBezTo>
                    <a:pt x="33005" y="1032"/>
                    <a:pt x="4671" y="1"/>
                    <a:pt x="659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2"/>
            <p:cNvSpPr/>
            <p:nvPr/>
          </p:nvSpPr>
          <p:spPr>
            <a:xfrm>
              <a:off x="1831700" y="2580325"/>
              <a:ext cx="438125" cy="54225"/>
            </a:xfrm>
            <a:custGeom>
              <a:rect b="b" l="l" r="r" t="t"/>
              <a:pathLst>
                <a:path extrusionOk="0" h="2169" w="17525">
                  <a:moveTo>
                    <a:pt x="1416" y="0"/>
                  </a:moveTo>
                  <a:cubicBezTo>
                    <a:pt x="0" y="0"/>
                    <a:pt x="1463" y="356"/>
                    <a:pt x="9078" y="1299"/>
                  </a:cubicBezTo>
                  <a:cubicBezTo>
                    <a:pt x="14440" y="1988"/>
                    <a:pt x="15604" y="2168"/>
                    <a:pt x="16701" y="2168"/>
                  </a:cubicBezTo>
                  <a:cubicBezTo>
                    <a:pt x="16876" y="2168"/>
                    <a:pt x="17050" y="2163"/>
                    <a:pt x="17239" y="2156"/>
                  </a:cubicBezTo>
                  <a:cubicBezTo>
                    <a:pt x="17411" y="2156"/>
                    <a:pt x="17525" y="1870"/>
                    <a:pt x="17297" y="1813"/>
                  </a:cubicBezTo>
                  <a:lnTo>
                    <a:pt x="17297" y="1813"/>
                  </a:lnTo>
                  <a:lnTo>
                    <a:pt x="17297" y="1870"/>
                  </a:lnTo>
                  <a:cubicBezTo>
                    <a:pt x="14055" y="980"/>
                    <a:pt x="3767" y="0"/>
                    <a:pt x="1416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2"/>
            <p:cNvSpPr/>
            <p:nvPr/>
          </p:nvSpPr>
          <p:spPr>
            <a:xfrm>
              <a:off x="3270350" y="463800"/>
              <a:ext cx="163725" cy="2104450"/>
            </a:xfrm>
            <a:custGeom>
              <a:rect b="b" l="l" r="r" t="t"/>
              <a:pathLst>
                <a:path extrusionOk="0" h="84178" w="6549">
                  <a:moveTo>
                    <a:pt x="1387" y="0"/>
                  </a:moveTo>
                  <a:cubicBezTo>
                    <a:pt x="497" y="0"/>
                    <a:pt x="1" y="143"/>
                    <a:pt x="613" y="184"/>
                  </a:cubicBezTo>
                  <a:cubicBezTo>
                    <a:pt x="6548" y="469"/>
                    <a:pt x="5007" y="1953"/>
                    <a:pt x="4722" y="15022"/>
                  </a:cubicBezTo>
                  <a:cubicBezTo>
                    <a:pt x="4551" y="25181"/>
                    <a:pt x="3466" y="73234"/>
                    <a:pt x="3866" y="83792"/>
                  </a:cubicBezTo>
                  <a:cubicBezTo>
                    <a:pt x="3866" y="84049"/>
                    <a:pt x="4051" y="84177"/>
                    <a:pt x="4237" y="84177"/>
                  </a:cubicBezTo>
                  <a:cubicBezTo>
                    <a:pt x="4422" y="84177"/>
                    <a:pt x="4608" y="84049"/>
                    <a:pt x="4608" y="83792"/>
                  </a:cubicBezTo>
                  <a:cubicBezTo>
                    <a:pt x="4608" y="83735"/>
                    <a:pt x="5863" y="2923"/>
                    <a:pt x="5863" y="2809"/>
                  </a:cubicBezTo>
                  <a:cubicBezTo>
                    <a:pt x="5863" y="462"/>
                    <a:pt x="2988" y="0"/>
                    <a:pt x="1387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2"/>
            <p:cNvSpPr/>
            <p:nvPr/>
          </p:nvSpPr>
          <p:spPr>
            <a:xfrm>
              <a:off x="424075" y="797325"/>
              <a:ext cx="24275" cy="164950"/>
            </a:xfrm>
            <a:custGeom>
              <a:rect b="b" l="l" r="r" t="t"/>
              <a:pathLst>
                <a:path extrusionOk="0" h="6598" w="971">
                  <a:moveTo>
                    <a:pt x="776" y="1"/>
                  </a:moveTo>
                  <a:cubicBezTo>
                    <a:pt x="518" y="1"/>
                    <a:pt x="1" y="5735"/>
                    <a:pt x="266" y="6418"/>
                  </a:cubicBezTo>
                  <a:cubicBezTo>
                    <a:pt x="291" y="6492"/>
                    <a:pt x="401" y="6598"/>
                    <a:pt x="518" y="6598"/>
                  </a:cubicBezTo>
                  <a:cubicBezTo>
                    <a:pt x="671" y="6598"/>
                    <a:pt x="837" y="6414"/>
                    <a:pt x="837" y="5733"/>
                  </a:cubicBezTo>
                  <a:cubicBezTo>
                    <a:pt x="971" y="1453"/>
                    <a:pt x="906" y="1"/>
                    <a:pt x="7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2"/>
            <p:cNvSpPr/>
            <p:nvPr/>
          </p:nvSpPr>
          <p:spPr>
            <a:xfrm>
              <a:off x="3346300" y="1024275"/>
              <a:ext cx="24625" cy="281675"/>
            </a:xfrm>
            <a:custGeom>
              <a:rect b="b" l="l" r="r" t="t"/>
              <a:pathLst>
                <a:path extrusionOk="0" h="11267" w="985">
                  <a:moveTo>
                    <a:pt x="818" y="1"/>
                  </a:moveTo>
                  <a:cubicBezTo>
                    <a:pt x="576" y="1"/>
                    <a:pt x="0" y="9256"/>
                    <a:pt x="257" y="10695"/>
                  </a:cubicBezTo>
                  <a:cubicBezTo>
                    <a:pt x="328" y="11091"/>
                    <a:pt x="392" y="11267"/>
                    <a:pt x="451" y="11267"/>
                  </a:cubicBezTo>
                  <a:cubicBezTo>
                    <a:pt x="866" y="11267"/>
                    <a:pt x="985" y="2465"/>
                    <a:pt x="885" y="365"/>
                  </a:cubicBezTo>
                  <a:cubicBezTo>
                    <a:pt x="868" y="114"/>
                    <a:pt x="845" y="1"/>
                    <a:pt x="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2"/>
            <p:cNvSpPr/>
            <p:nvPr/>
          </p:nvSpPr>
          <p:spPr>
            <a:xfrm>
              <a:off x="315425" y="364350"/>
              <a:ext cx="3145625" cy="2299225"/>
            </a:xfrm>
            <a:custGeom>
              <a:rect b="b" l="l" r="r" t="t"/>
              <a:pathLst>
                <a:path extrusionOk="0" h="91969" w="125825">
                  <a:moveTo>
                    <a:pt x="5583" y="2850"/>
                  </a:moveTo>
                  <a:cubicBezTo>
                    <a:pt x="3871" y="12494"/>
                    <a:pt x="6382" y="13065"/>
                    <a:pt x="4099" y="35551"/>
                  </a:cubicBezTo>
                  <a:cubicBezTo>
                    <a:pt x="3985" y="36920"/>
                    <a:pt x="3871" y="38119"/>
                    <a:pt x="3813" y="39203"/>
                  </a:cubicBezTo>
                  <a:cubicBezTo>
                    <a:pt x="3985" y="20370"/>
                    <a:pt x="4156" y="3249"/>
                    <a:pt x="5583" y="2850"/>
                  </a:cubicBezTo>
                  <a:close/>
                  <a:moveTo>
                    <a:pt x="15968" y="1147"/>
                  </a:moveTo>
                  <a:lnTo>
                    <a:pt x="15968" y="1147"/>
                  </a:lnTo>
                  <a:cubicBezTo>
                    <a:pt x="14600" y="13755"/>
                    <a:pt x="14485" y="24547"/>
                    <a:pt x="13344" y="67738"/>
                  </a:cubicBezTo>
                  <a:cubicBezTo>
                    <a:pt x="12881" y="84378"/>
                    <a:pt x="13283" y="85697"/>
                    <a:pt x="11922" y="85697"/>
                  </a:cubicBezTo>
                  <a:cubicBezTo>
                    <a:pt x="11665" y="85697"/>
                    <a:pt x="11347" y="85650"/>
                    <a:pt x="10948" y="85650"/>
                  </a:cubicBezTo>
                  <a:cubicBezTo>
                    <a:pt x="10857" y="85650"/>
                    <a:pt x="10761" y="85652"/>
                    <a:pt x="10662" y="85658"/>
                  </a:cubicBezTo>
                  <a:cubicBezTo>
                    <a:pt x="12488" y="69336"/>
                    <a:pt x="11461" y="53014"/>
                    <a:pt x="12146" y="36692"/>
                  </a:cubicBezTo>
                  <a:cubicBezTo>
                    <a:pt x="12659" y="24764"/>
                    <a:pt x="14200" y="12380"/>
                    <a:pt x="13687" y="1651"/>
                  </a:cubicBezTo>
                  <a:cubicBezTo>
                    <a:pt x="15464" y="1429"/>
                    <a:pt x="15944" y="1261"/>
                    <a:pt x="15968" y="1147"/>
                  </a:cubicBezTo>
                  <a:close/>
                  <a:moveTo>
                    <a:pt x="12872" y="1601"/>
                  </a:moveTo>
                  <a:cubicBezTo>
                    <a:pt x="13921" y="1601"/>
                    <a:pt x="13147" y="5802"/>
                    <a:pt x="11689" y="34695"/>
                  </a:cubicBezTo>
                  <a:cubicBezTo>
                    <a:pt x="10947" y="49932"/>
                    <a:pt x="11803" y="85658"/>
                    <a:pt x="9520" y="85658"/>
                  </a:cubicBezTo>
                  <a:cubicBezTo>
                    <a:pt x="9603" y="63452"/>
                    <a:pt x="9656" y="38779"/>
                    <a:pt x="9570" y="38779"/>
                  </a:cubicBezTo>
                  <a:cubicBezTo>
                    <a:pt x="9537" y="38779"/>
                    <a:pt x="9485" y="42296"/>
                    <a:pt x="9406" y="50788"/>
                  </a:cubicBezTo>
                  <a:cubicBezTo>
                    <a:pt x="9067" y="84545"/>
                    <a:pt x="9756" y="85832"/>
                    <a:pt x="8228" y="85832"/>
                  </a:cubicBezTo>
                  <a:cubicBezTo>
                    <a:pt x="8102" y="85832"/>
                    <a:pt x="7961" y="85824"/>
                    <a:pt x="7802" y="85824"/>
                  </a:cubicBezTo>
                  <a:cubicBezTo>
                    <a:pt x="7619" y="85824"/>
                    <a:pt x="7413" y="85835"/>
                    <a:pt x="7181" y="85887"/>
                  </a:cubicBezTo>
                  <a:lnTo>
                    <a:pt x="7181" y="85887"/>
                  </a:lnTo>
                  <a:cubicBezTo>
                    <a:pt x="7593" y="74803"/>
                    <a:pt x="7866" y="61438"/>
                    <a:pt x="7746" y="61438"/>
                  </a:cubicBezTo>
                  <a:cubicBezTo>
                    <a:pt x="7734" y="61438"/>
                    <a:pt x="7716" y="61591"/>
                    <a:pt x="7694" y="61917"/>
                  </a:cubicBezTo>
                  <a:cubicBezTo>
                    <a:pt x="5982" y="88283"/>
                    <a:pt x="7580" y="85658"/>
                    <a:pt x="5982" y="86172"/>
                  </a:cubicBezTo>
                  <a:cubicBezTo>
                    <a:pt x="4898" y="73674"/>
                    <a:pt x="7409" y="60604"/>
                    <a:pt x="7637" y="21283"/>
                  </a:cubicBezTo>
                  <a:cubicBezTo>
                    <a:pt x="7714" y="8046"/>
                    <a:pt x="7995" y="2539"/>
                    <a:pt x="8258" y="2539"/>
                  </a:cubicBezTo>
                  <a:cubicBezTo>
                    <a:pt x="8780" y="2539"/>
                    <a:pt x="9232" y="24304"/>
                    <a:pt x="7865" y="50389"/>
                  </a:cubicBezTo>
                  <a:cubicBezTo>
                    <a:pt x="7633" y="54606"/>
                    <a:pt x="7594" y="56480"/>
                    <a:pt x="7665" y="56480"/>
                  </a:cubicBezTo>
                  <a:cubicBezTo>
                    <a:pt x="7892" y="56480"/>
                    <a:pt x="9238" y="37516"/>
                    <a:pt x="9064" y="14720"/>
                  </a:cubicBezTo>
                  <a:cubicBezTo>
                    <a:pt x="8950" y="224"/>
                    <a:pt x="7923" y="3192"/>
                    <a:pt x="11004" y="2279"/>
                  </a:cubicBezTo>
                  <a:lnTo>
                    <a:pt x="11004" y="2279"/>
                  </a:lnTo>
                  <a:cubicBezTo>
                    <a:pt x="11061" y="9812"/>
                    <a:pt x="10833" y="17288"/>
                    <a:pt x="10719" y="24764"/>
                  </a:cubicBezTo>
                  <a:cubicBezTo>
                    <a:pt x="10581" y="30466"/>
                    <a:pt x="10594" y="32835"/>
                    <a:pt x="10681" y="32835"/>
                  </a:cubicBezTo>
                  <a:cubicBezTo>
                    <a:pt x="10882" y="32835"/>
                    <a:pt x="11478" y="20158"/>
                    <a:pt x="11518" y="6730"/>
                  </a:cubicBezTo>
                  <a:cubicBezTo>
                    <a:pt x="11518" y="6445"/>
                    <a:pt x="11347" y="2222"/>
                    <a:pt x="11461" y="2165"/>
                  </a:cubicBezTo>
                  <a:cubicBezTo>
                    <a:pt x="12105" y="1958"/>
                    <a:pt x="12567" y="1601"/>
                    <a:pt x="12872" y="1601"/>
                  </a:cubicBezTo>
                  <a:close/>
                  <a:moveTo>
                    <a:pt x="30436" y="85943"/>
                  </a:moveTo>
                  <a:cubicBezTo>
                    <a:pt x="42329" y="85943"/>
                    <a:pt x="53215" y="87305"/>
                    <a:pt x="47354" y="87305"/>
                  </a:cubicBezTo>
                  <a:cubicBezTo>
                    <a:pt x="46732" y="87305"/>
                    <a:pt x="45922" y="87290"/>
                    <a:pt x="44904" y="87256"/>
                  </a:cubicBezTo>
                  <a:cubicBezTo>
                    <a:pt x="22932" y="86514"/>
                    <a:pt x="25386" y="86571"/>
                    <a:pt x="19165" y="86457"/>
                  </a:cubicBezTo>
                  <a:cubicBezTo>
                    <a:pt x="22677" y="86084"/>
                    <a:pt x="26609" y="85943"/>
                    <a:pt x="30436" y="85943"/>
                  </a:cubicBezTo>
                  <a:close/>
                  <a:moveTo>
                    <a:pt x="16711" y="681"/>
                  </a:moveTo>
                  <a:cubicBezTo>
                    <a:pt x="31523" y="2389"/>
                    <a:pt x="40091" y="2729"/>
                    <a:pt x="44875" y="2729"/>
                  </a:cubicBezTo>
                  <a:cubicBezTo>
                    <a:pt x="48046" y="2729"/>
                    <a:pt x="49555" y="2580"/>
                    <a:pt x="50118" y="2580"/>
                  </a:cubicBezTo>
                  <a:cubicBezTo>
                    <a:pt x="50352" y="2580"/>
                    <a:pt x="50423" y="2605"/>
                    <a:pt x="50383" y="2678"/>
                  </a:cubicBezTo>
                  <a:cubicBezTo>
                    <a:pt x="50440" y="2678"/>
                    <a:pt x="50440" y="2621"/>
                    <a:pt x="50440" y="2621"/>
                  </a:cubicBezTo>
                  <a:cubicBezTo>
                    <a:pt x="50896" y="2621"/>
                    <a:pt x="51353" y="2621"/>
                    <a:pt x="51752" y="2678"/>
                  </a:cubicBezTo>
                  <a:cubicBezTo>
                    <a:pt x="52095" y="2678"/>
                    <a:pt x="52323" y="2735"/>
                    <a:pt x="52608" y="2792"/>
                  </a:cubicBezTo>
                  <a:cubicBezTo>
                    <a:pt x="52736" y="2786"/>
                    <a:pt x="52866" y="2783"/>
                    <a:pt x="52997" y="2783"/>
                  </a:cubicBezTo>
                  <a:cubicBezTo>
                    <a:pt x="54089" y="2783"/>
                    <a:pt x="55278" y="2982"/>
                    <a:pt x="56603" y="3135"/>
                  </a:cubicBezTo>
                  <a:cubicBezTo>
                    <a:pt x="56660" y="3135"/>
                    <a:pt x="56775" y="3078"/>
                    <a:pt x="56832" y="3078"/>
                  </a:cubicBezTo>
                  <a:cubicBezTo>
                    <a:pt x="57117" y="3021"/>
                    <a:pt x="57345" y="3021"/>
                    <a:pt x="57574" y="3021"/>
                  </a:cubicBezTo>
                  <a:lnTo>
                    <a:pt x="58201" y="3021"/>
                  </a:lnTo>
                  <a:cubicBezTo>
                    <a:pt x="58544" y="2915"/>
                    <a:pt x="59131" y="2874"/>
                    <a:pt x="59841" y="2874"/>
                  </a:cubicBezTo>
                  <a:cubicBezTo>
                    <a:pt x="62199" y="2874"/>
                    <a:pt x="65906" y="3332"/>
                    <a:pt x="66476" y="3420"/>
                  </a:cubicBezTo>
                  <a:cubicBezTo>
                    <a:pt x="62653" y="59121"/>
                    <a:pt x="64308" y="86743"/>
                    <a:pt x="63223" y="87085"/>
                  </a:cubicBezTo>
                  <a:cubicBezTo>
                    <a:pt x="61627" y="87595"/>
                    <a:pt x="60021" y="87792"/>
                    <a:pt x="58352" y="87792"/>
                  </a:cubicBezTo>
                  <a:cubicBezTo>
                    <a:pt x="54234" y="87792"/>
                    <a:pt x="49733" y="86593"/>
                    <a:pt x="44048" y="85944"/>
                  </a:cubicBezTo>
                  <a:cubicBezTo>
                    <a:pt x="39674" y="85423"/>
                    <a:pt x="35378" y="85177"/>
                    <a:pt x="31136" y="85177"/>
                  </a:cubicBezTo>
                  <a:cubicBezTo>
                    <a:pt x="25139" y="85177"/>
                    <a:pt x="19251" y="85669"/>
                    <a:pt x="13401" y="86571"/>
                  </a:cubicBezTo>
                  <a:cubicBezTo>
                    <a:pt x="15113" y="23052"/>
                    <a:pt x="15228" y="13750"/>
                    <a:pt x="16711" y="681"/>
                  </a:cubicBezTo>
                  <a:close/>
                  <a:moveTo>
                    <a:pt x="116617" y="4343"/>
                  </a:moveTo>
                  <a:cubicBezTo>
                    <a:pt x="116780" y="4343"/>
                    <a:pt x="117008" y="4511"/>
                    <a:pt x="117326" y="4562"/>
                  </a:cubicBezTo>
                  <a:lnTo>
                    <a:pt x="117269" y="4562"/>
                  </a:lnTo>
                  <a:cubicBezTo>
                    <a:pt x="118239" y="20770"/>
                    <a:pt x="118125" y="17174"/>
                    <a:pt x="117383" y="40173"/>
                  </a:cubicBezTo>
                  <a:cubicBezTo>
                    <a:pt x="117111" y="48041"/>
                    <a:pt x="117072" y="51204"/>
                    <a:pt x="117151" y="51204"/>
                  </a:cubicBezTo>
                  <a:lnTo>
                    <a:pt x="117151" y="51204"/>
                  </a:lnTo>
                  <a:cubicBezTo>
                    <a:pt x="117401" y="51204"/>
                    <a:pt x="118842" y="18960"/>
                    <a:pt x="117668" y="4619"/>
                  </a:cubicBezTo>
                  <a:lnTo>
                    <a:pt x="117668" y="4619"/>
                  </a:lnTo>
                  <a:cubicBezTo>
                    <a:pt x="120408" y="5075"/>
                    <a:pt x="119723" y="3306"/>
                    <a:pt x="119894" y="13807"/>
                  </a:cubicBezTo>
                  <a:cubicBezTo>
                    <a:pt x="120000" y="19015"/>
                    <a:pt x="120151" y="22596"/>
                    <a:pt x="120249" y="22596"/>
                  </a:cubicBezTo>
                  <a:cubicBezTo>
                    <a:pt x="120310" y="22596"/>
                    <a:pt x="120351" y="21260"/>
                    <a:pt x="120351" y="18144"/>
                  </a:cubicBezTo>
                  <a:cubicBezTo>
                    <a:pt x="120304" y="6309"/>
                    <a:pt x="119759" y="4980"/>
                    <a:pt x="120444" y="4980"/>
                  </a:cubicBezTo>
                  <a:cubicBezTo>
                    <a:pt x="120594" y="4980"/>
                    <a:pt x="120804" y="5044"/>
                    <a:pt x="121093" y="5075"/>
                  </a:cubicBezTo>
                  <a:cubicBezTo>
                    <a:pt x="120783" y="8207"/>
                    <a:pt x="121137" y="12772"/>
                    <a:pt x="121367" y="12772"/>
                  </a:cubicBezTo>
                  <a:cubicBezTo>
                    <a:pt x="121519" y="12772"/>
                    <a:pt x="121616" y="10795"/>
                    <a:pt x="121435" y="5132"/>
                  </a:cubicBezTo>
                  <a:lnTo>
                    <a:pt x="121435" y="5132"/>
                  </a:lnTo>
                  <a:cubicBezTo>
                    <a:pt x="123489" y="5589"/>
                    <a:pt x="121663" y="44625"/>
                    <a:pt x="121378" y="69450"/>
                  </a:cubicBezTo>
                  <a:cubicBezTo>
                    <a:pt x="121101" y="87668"/>
                    <a:pt x="121831" y="89337"/>
                    <a:pt x="120826" y="89337"/>
                  </a:cubicBezTo>
                  <a:cubicBezTo>
                    <a:pt x="120600" y="89337"/>
                    <a:pt x="120288" y="89253"/>
                    <a:pt x="119856" y="89253"/>
                  </a:cubicBezTo>
                  <a:cubicBezTo>
                    <a:pt x="119831" y="89253"/>
                    <a:pt x="119806" y="89253"/>
                    <a:pt x="119780" y="89254"/>
                  </a:cubicBezTo>
                  <a:cubicBezTo>
                    <a:pt x="118810" y="62488"/>
                    <a:pt x="121492" y="55468"/>
                    <a:pt x="120807" y="38233"/>
                  </a:cubicBezTo>
                  <a:cubicBezTo>
                    <a:pt x="120522" y="31327"/>
                    <a:pt x="120522" y="30757"/>
                    <a:pt x="121150" y="23851"/>
                  </a:cubicBezTo>
                  <a:cubicBezTo>
                    <a:pt x="121162" y="23709"/>
                    <a:pt x="121158" y="23639"/>
                    <a:pt x="121142" y="23639"/>
                  </a:cubicBezTo>
                  <a:cubicBezTo>
                    <a:pt x="121011" y="23639"/>
                    <a:pt x="120045" y="28384"/>
                    <a:pt x="120351" y="36578"/>
                  </a:cubicBezTo>
                  <a:cubicBezTo>
                    <a:pt x="121035" y="55582"/>
                    <a:pt x="119152" y="61346"/>
                    <a:pt x="119095" y="74986"/>
                  </a:cubicBezTo>
                  <a:cubicBezTo>
                    <a:pt x="119005" y="87659"/>
                    <a:pt x="119984" y="89390"/>
                    <a:pt x="118793" y="89390"/>
                  </a:cubicBezTo>
                  <a:cubicBezTo>
                    <a:pt x="118477" y="89390"/>
                    <a:pt x="118008" y="89268"/>
                    <a:pt x="117326" y="89197"/>
                  </a:cubicBezTo>
                  <a:cubicBezTo>
                    <a:pt x="117932" y="59100"/>
                    <a:pt x="117662" y="56083"/>
                    <a:pt x="117543" y="56083"/>
                  </a:cubicBezTo>
                  <a:cubicBezTo>
                    <a:pt x="117516" y="56083"/>
                    <a:pt x="117497" y="56236"/>
                    <a:pt x="117497" y="56267"/>
                  </a:cubicBezTo>
                  <a:cubicBezTo>
                    <a:pt x="116847" y="85769"/>
                    <a:pt x="117369" y="89174"/>
                    <a:pt x="116354" y="89174"/>
                  </a:cubicBezTo>
                  <a:cubicBezTo>
                    <a:pt x="116122" y="89174"/>
                    <a:pt x="115810" y="88996"/>
                    <a:pt x="115386" y="88911"/>
                  </a:cubicBezTo>
                  <a:cubicBezTo>
                    <a:pt x="115271" y="88854"/>
                    <a:pt x="115785" y="42114"/>
                    <a:pt x="116070" y="22425"/>
                  </a:cubicBezTo>
                  <a:cubicBezTo>
                    <a:pt x="116248" y="6374"/>
                    <a:pt x="116046" y="4343"/>
                    <a:pt x="116617" y="4343"/>
                  </a:cubicBezTo>
                  <a:close/>
                  <a:moveTo>
                    <a:pt x="84090" y="2710"/>
                  </a:moveTo>
                  <a:cubicBezTo>
                    <a:pt x="85243" y="2710"/>
                    <a:pt x="86484" y="2718"/>
                    <a:pt x="87821" y="2735"/>
                  </a:cubicBezTo>
                  <a:cubicBezTo>
                    <a:pt x="103629" y="2964"/>
                    <a:pt x="115785" y="3363"/>
                    <a:pt x="115785" y="3477"/>
                  </a:cubicBezTo>
                  <a:cubicBezTo>
                    <a:pt x="114929" y="65684"/>
                    <a:pt x="114986" y="57466"/>
                    <a:pt x="114529" y="89596"/>
                  </a:cubicBezTo>
                  <a:cubicBezTo>
                    <a:pt x="111591" y="89664"/>
                    <a:pt x="108676" y="89697"/>
                    <a:pt x="105784" y="89697"/>
                  </a:cubicBezTo>
                  <a:cubicBezTo>
                    <a:pt x="91604" y="89697"/>
                    <a:pt x="77961" y="88897"/>
                    <a:pt x="64593" y="87427"/>
                  </a:cubicBezTo>
                  <a:cubicBezTo>
                    <a:pt x="64650" y="55069"/>
                    <a:pt x="65620" y="30186"/>
                    <a:pt x="67161" y="3420"/>
                  </a:cubicBezTo>
                  <a:cubicBezTo>
                    <a:pt x="67487" y="3500"/>
                    <a:pt x="67781" y="3533"/>
                    <a:pt x="68110" y="3533"/>
                  </a:cubicBezTo>
                  <a:cubicBezTo>
                    <a:pt x="69749" y="3533"/>
                    <a:pt x="72266" y="2710"/>
                    <a:pt x="84090" y="2710"/>
                  </a:cubicBezTo>
                  <a:close/>
                  <a:moveTo>
                    <a:pt x="16530" y="1"/>
                  </a:moveTo>
                  <a:cubicBezTo>
                    <a:pt x="16167" y="1"/>
                    <a:pt x="16107" y="85"/>
                    <a:pt x="16084" y="281"/>
                  </a:cubicBezTo>
                  <a:cubicBezTo>
                    <a:pt x="16026" y="567"/>
                    <a:pt x="16026" y="852"/>
                    <a:pt x="15969" y="1137"/>
                  </a:cubicBezTo>
                  <a:cubicBezTo>
                    <a:pt x="15969" y="1080"/>
                    <a:pt x="15855" y="1080"/>
                    <a:pt x="15798" y="1080"/>
                  </a:cubicBezTo>
                  <a:cubicBezTo>
                    <a:pt x="15635" y="1080"/>
                    <a:pt x="8862" y="207"/>
                    <a:pt x="4985" y="207"/>
                  </a:cubicBezTo>
                  <a:cubicBezTo>
                    <a:pt x="3434" y="207"/>
                    <a:pt x="2346" y="347"/>
                    <a:pt x="2330" y="738"/>
                  </a:cubicBezTo>
                  <a:cubicBezTo>
                    <a:pt x="1474" y="29844"/>
                    <a:pt x="732" y="58436"/>
                    <a:pt x="47" y="87199"/>
                  </a:cubicBezTo>
                  <a:cubicBezTo>
                    <a:pt x="1" y="88724"/>
                    <a:pt x="81376" y="91969"/>
                    <a:pt x="112437" y="91969"/>
                  </a:cubicBezTo>
                  <a:cubicBezTo>
                    <a:pt x="119744" y="91969"/>
                    <a:pt x="124267" y="91789"/>
                    <a:pt x="124288" y="91365"/>
                  </a:cubicBezTo>
                  <a:cubicBezTo>
                    <a:pt x="125316" y="57637"/>
                    <a:pt x="125715" y="24023"/>
                    <a:pt x="125658" y="2850"/>
                  </a:cubicBezTo>
                  <a:cubicBezTo>
                    <a:pt x="125658" y="2622"/>
                    <a:pt x="125824" y="2561"/>
                    <a:pt x="124165" y="2561"/>
                  </a:cubicBezTo>
                  <a:cubicBezTo>
                    <a:pt x="122905" y="2561"/>
                    <a:pt x="120593" y="2597"/>
                    <a:pt x="116356" y="2621"/>
                  </a:cubicBezTo>
                  <a:cubicBezTo>
                    <a:pt x="116070" y="2621"/>
                    <a:pt x="116070" y="2964"/>
                    <a:pt x="116299" y="2964"/>
                  </a:cubicBezTo>
                  <a:cubicBezTo>
                    <a:pt x="119266" y="3021"/>
                    <a:pt x="122234" y="3021"/>
                    <a:pt x="125145" y="3078"/>
                  </a:cubicBezTo>
                  <a:cubicBezTo>
                    <a:pt x="124973" y="43712"/>
                    <a:pt x="124517" y="66996"/>
                    <a:pt x="123775" y="91080"/>
                  </a:cubicBezTo>
                  <a:cubicBezTo>
                    <a:pt x="120679" y="91189"/>
                    <a:pt x="116453" y="91243"/>
                    <a:pt x="111376" y="91243"/>
                  </a:cubicBezTo>
                  <a:cubicBezTo>
                    <a:pt x="84633" y="91243"/>
                    <a:pt x="34249" y="89744"/>
                    <a:pt x="675" y="86914"/>
                  </a:cubicBezTo>
                  <a:cubicBezTo>
                    <a:pt x="1359" y="57922"/>
                    <a:pt x="2101" y="29558"/>
                    <a:pt x="2957" y="1023"/>
                  </a:cubicBezTo>
                  <a:cubicBezTo>
                    <a:pt x="4275" y="912"/>
                    <a:pt x="5592" y="852"/>
                    <a:pt x="6905" y="852"/>
                  </a:cubicBezTo>
                  <a:cubicBezTo>
                    <a:pt x="8950" y="852"/>
                    <a:pt x="10986" y="996"/>
                    <a:pt x="13002" y="1309"/>
                  </a:cubicBezTo>
                  <a:cubicBezTo>
                    <a:pt x="8950" y="2964"/>
                    <a:pt x="7181" y="2108"/>
                    <a:pt x="7181" y="2678"/>
                  </a:cubicBezTo>
                  <a:cubicBezTo>
                    <a:pt x="7808" y="52215"/>
                    <a:pt x="4441" y="72475"/>
                    <a:pt x="5583" y="85887"/>
                  </a:cubicBezTo>
                  <a:lnTo>
                    <a:pt x="5583" y="85887"/>
                  </a:lnTo>
                  <a:cubicBezTo>
                    <a:pt x="5531" y="85868"/>
                    <a:pt x="5481" y="85861"/>
                    <a:pt x="5433" y="85861"/>
                  </a:cubicBezTo>
                  <a:cubicBezTo>
                    <a:pt x="5266" y="85861"/>
                    <a:pt x="5124" y="85950"/>
                    <a:pt x="5008" y="85950"/>
                  </a:cubicBezTo>
                  <a:cubicBezTo>
                    <a:pt x="4253" y="85950"/>
                    <a:pt x="4653" y="82116"/>
                    <a:pt x="6610" y="24137"/>
                  </a:cubicBezTo>
                  <a:cubicBezTo>
                    <a:pt x="6610" y="24065"/>
                    <a:pt x="6560" y="24033"/>
                    <a:pt x="6502" y="24033"/>
                  </a:cubicBezTo>
                  <a:cubicBezTo>
                    <a:pt x="6421" y="24033"/>
                    <a:pt x="6325" y="24094"/>
                    <a:pt x="6325" y="24194"/>
                  </a:cubicBezTo>
                  <a:cubicBezTo>
                    <a:pt x="2283" y="81034"/>
                    <a:pt x="5934" y="85674"/>
                    <a:pt x="3736" y="85674"/>
                  </a:cubicBezTo>
                  <a:cubicBezTo>
                    <a:pt x="3451" y="85674"/>
                    <a:pt x="3069" y="85596"/>
                    <a:pt x="2558" y="85544"/>
                  </a:cubicBezTo>
                  <a:cubicBezTo>
                    <a:pt x="3585" y="78867"/>
                    <a:pt x="3699" y="60604"/>
                    <a:pt x="3813" y="42970"/>
                  </a:cubicBezTo>
                  <a:cubicBezTo>
                    <a:pt x="3939" y="44679"/>
                    <a:pt x="4186" y="45323"/>
                    <a:pt x="4309" y="45323"/>
                  </a:cubicBezTo>
                  <a:cubicBezTo>
                    <a:pt x="4355" y="45323"/>
                    <a:pt x="4384" y="45235"/>
                    <a:pt x="4384" y="45081"/>
                  </a:cubicBezTo>
                  <a:cubicBezTo>
                    <a:pt x="4670" y="28816"/>
                    <a:pt x="4898" y="36692"/>
                    <a:pt x="5526" y="27960"/>
                  </a:cubicBezTo>
                  <a:cubicBezTo>
                    <a:pt x="6210" y="19343"/>
                    <a:pt x="4670" y="12209"/>
                    <a:pt x="5811" y="2792"/>
                  </a:cubicBezTo>
                  <a:cubicBezTo>
                    <a:pt x="7909" y="2302"/>
                    <a:pt x="7926" y="2085"/>
                    <a:pt x="7271" y="2085"/>
                  </a:cubicBezTo>
                  <a:cubicBezTo>
                    <a:pt x="6554" y="2085"/>
                    <a:pt x="5033" y="2345"/>
                    <a:pt x="4555" y="2792"/>
                  </a:cubicBezTo>
                  <a:cubicBezTo>
                    <a:pt x="3928" y="3420"/>
                    <a:pt x="2843" y="31955"/>
                    <a:pt x="3129" y="66996"/>
                  </a:cubicBezTo>
                  <a:cubicBezTo>
                    <a:pt x="3243" y="84060"/>
                    <a:pt x="1531" y="85944"/>
                    <a:pt x="2273" y="86001"/>
                  </a:cubicBezTo>
                  <a:cubicBezTo>
                    <a:pt x="4704" y="86244"/>
                    <a:pt x="5294" y="86314"/>
                    <a:pt x="5472" y="86314"/>
                  </a:cubicBezTo>
                  <a:cubicBezTo>
                    <a:pt x="5545" y="86314"/>
                    <a:pt x="5550" y="86303"/>
                    <a:pt x="5583" y="86286"/>
                  </a:cubicBezTo>
                  <a:cubicBezTo>
                    <a:pt x="5633" y="86386"/>
                    <a:pt x="5595" y="86706"/>
                    <a:pt x="5816" y="86706"/>
                  </a:cubicBezTo>
                  <a:cubicBezTo>
                    <a:pt x="5847" y="86706"/>
                    <a:pt x="5883" y="86700"/>
                    <a:pt x="5925" y="86685"/>
                  </a:cubicBezTo>
                  <a:cubicBezTo>
                    <a:pt x="7211" y="86213"/>
                    <a:pt x="7978" y="86091"/>
                    <a:pt x="8564" y="86091"/>
                  </a:cubicBezTo>
                  <a:cubicBezTo>
                    <a:pt x="9196" y="86091"/>
                    <a:pt x="9618" y="86233"/>
                    <a:pt x="10254" y="86233"/>
                  </a:cubicBezTo>
                  <a:cubicBezTo>
                    <a:pt x="10312" y="86233"/>
                    <a:pt x="10372" y="86232"/>
                    <a:pt x="10434" y="86229"/>
                  </a:cubicBezTo>
                  <a:cubicBezTo>
                    <a:pt x="11575" y="86138"/>
                    <a:pt x="12187" y="86046"/>
                    <a:pt x="12510" y="86046"/>
                  </a:cubicBezTo>
                  <a:cubicBezTo>
                    <a:pt x="12995" y="86046"/>
                    <a:pt x="12831" y="86252"/>
                    <a:pt x="12831" y="86971"/>
                  </a:cubicBezTo>
                  <a:cubicBezTo>
                    <a:pt x="12831" y="87161"/>
                    <a:pt x="12862" y="87242"/>
                    <a:pt x="13113" y="87242"/>
                  </a:cubicBezTo>
                  <a:cubicBezTo>
                    <a:pt x="13540" y="87242"/>
                    <a:pt x="14602" y="87009"/>
                    <a:pt x="17225" y="86685"/>
                  </a:cubicBezTo>
                  <a:cubicBezTo>
                    <a:pt x="19394" y="86914"/>
                    <a:pt x="52437" y="87998"/>
                    <a:pt x="53293" y="87998"/>
                  </a:cubicBezTo>
                  <a:cubicBezTo>
                    <a:pt x="55556" y="88342"/>
                    <a:pt x="57333" y="88466"/>
                    <a:pt x="58726" y="88466"/>
                  </a:cubicBezTo>
                  <a:cubicBezTo>
                    <a:pt x="62392" y="88466"/>
                    <a:pt x="63400" y="87604"/>
                    <a:pt x="63587" y="87604"/>
                  </a:cubicBezTo>
                  <a:cubicBezTo>
                    <a:pt x="63613" y="87604"/>
                    <a:pt x="63623" y="87620"/>
                    <a:pt x="63623" y="87656"/>
                  </a:cubicBezTo>
                  <a:cubicBezTo>
                    <a:pt x="63623" y="89831"/>
                    <a:pt x="94448" y="90450"/>
                    <a:pt x="108946" y="90450"/>
                  </a:cubicBezTo>
                  <a:cubicBezTo>
                    <a:pt x="111567" y="90450"/>
                    <a:pt x="113654" y="90430"/>
                    <a:pt x="114929" y="90395"/>
                  </a:cubicBezTo>
                  <a:cubicBezTo>
                    <a:pt x="115386" y="90395"/>
                    <a:pt x="115328" y="89824"/>
                    <a:pt x="115328" y="89368"/>
                  </a:cubicBezTo>
                  <a:lnTo>
                    <a:pt x="115328" y="89368"/>
                  </a:lnTo>
                  <a:cubicBezTo>
                    <a:pt x="116251" y="89565"/>
                    <a:pt x="118277" y="89763"/>
                    <a:pt x="119825" y="89763"/>
                  </a:cubicBezTo>
                  <a:cubicBezTo>
                    <a:pt x="120958" y="89763"/>
                    <a:pt x="121834" y="89657"/>
                    <a:pt x="121834" y="89368"/>
                  </a:cubicBezTo>
                  <a:cubicBezTo>
                    <a:pt x="121378" y="67567"/>
                    <a:pt x="123547" y="7472"/>
                    <a:pt x="122633" y="5361"/>
                  </a:cubicBezTo>
                  <a:cubicBezTo>
                    <a:pt x="122405" y="4847"/>
                    <a:pt x="121892" y="4904"/>
                    <a:pt x="121435" y="4790"/>
                  </a:cubicBezTo>
                  <a:cubicBezTo>
                    <a:pt x="121406" y="4733"/>
                    <a:pt x="121349" y="4704"/>
                    <a:pt x="121292" y="4704"/>
                  </a:cubicBezTo>
                  <a:cubicBezTo>
                    <a:pt x="121235" y="4704"/>
                    <a:pt x="121178" y="4733"/>
                    <a:pt x="121150" y="4790"/>
                  </a:cubicBezTo>
                  <a:cubicBezTo>
                    <a:pt x="115443" y="3991"/>
                    <a:pt x="116299" y="4447"/>
                    <a:pt x="116299" y="3249"/>
                  </a:cubicBezTo>
                  <a:cubicBezTo>
                    <a:pt x="116299" y="2742"/>
                    <a:pt x="98755" y="2188"/>
                    <a:pt x="84374" y="2188"/>
                  </a:cubicBezTo>
                  <a:cubicBezTo>
                    <a:pt x="76113" y="2188"/>
                    <a:pt x="68896" y="2371"/>
                    <a:pt x="66648" y="2850"/>
                  </a:cubicBezTo>
                  <a:cubicBezTo>
                    <a:pt x="65512" y="2483"/>
                    <a:pt x="62685" y="2376"/>
                    <a:pt x="60473" y="2376"/>
                  </a:cubicBezTo>
                  <a:cubicBezTo>
                    <a:pt x="59238" y="2376"/>
                    <a:pt x="58195" y="2409"/>
                    <a:pt x="57745" y="2450"/>
                  </a:cubicBezTo>
                  <a:cubicBezTo>
                    <a:pt x="54599" y="2170"/>
                    <a:pt x="53251" y="1998"/>
                    <a:pt x="52430" y="1998"/>
                  </a:cubicBezTo>
                  <a:cubicBezTo>
                    <a:pt x="51911" y="1998"/>
                    <a:pt x="51602" y="2067"/>
                    <a:pt x="51182" y="2222"/>
                  </a:cubicBezTo>
                  <a:cubicBezTo>
                    <a:pt x="24091" y="1311"/>
                    <a:pt x="17960" y="1"/>
                    <a:pt x="16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2"/>
            <p:cNvSpPr/>
            <p:nvPr/>
          </p:nvSpPr>
          <p:spPr>
            <a:xfrm>
              <a:off x="3272550" y="1296350"/>
              <a:ext cx="34525" cy="637975"/>
            </a:xfrm>
            <a:custGeom>
              <a:rect b="b" l="l" r="r" t="t"/>
              <a:pathLst>
                <a:path extrusionOk="0" h="25519" w="1381">
                  <a:moveTo>
                    <a:pt x="835" y="1"/>
                  </a:moveTo>
                  <a:cubicBezTo>
                    <a:pt x="819" y="1"/>
                    <a:pt x="810" y="67"/>
                    <a:pt x="810" y="154"/>
                  </a:cubicBezTo>
                  <a:cubicBezTo>
                    <a:pt x="468" y="14079"/>
                    <a:pt x="1381" y="10141"/>
                    <a:pt x="11" y="25322"/>
                  </a:cubicBezTo>
                  <a:cubicBezTo>
                    <a:pt x="0" y="25421"/>
                    <a:pt x="32" y="25519"/>
                    <a:pt x="91" y="25519"/>
                  </a:cubicBezTo>
                  <a:cubicBezTo>
                    <a:pt x="337" y="25519"/>
                    <a:pt x="1060" y="23829"/>
                    <a:pt x="1153" y="13565"/>
                  </a:cubicBezTo>
                  <a:cubicBezTo>
                    <a:pt x="1201" y="2016"/>
                    <a:pt x="922" y="1"/>
                    <a:pt x="835" y="1"/>
                  </a:cubicBezTo>
                  <a:close/>
                </a:path>
              </a:pathLst>
            </a:custGeom>
            <a:solidFill>
              <a:srgbClr val="7258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7" name="Google Shape;297;p22"/>
          <p:cNvSpPr txBox="1"/>
          <p:nvPr>
            <p:ph type="title"/>
          </p:nvPr>
        </p:nvSpPr>
        <p:spPr>
          <a:xfrm>
            <a:off x="1541242" y="1289725"/>
            <a:ext cx="2579100" cy="101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8" name="Google Shape;298;p22"/>
          <p:cNvSpPr txBox="1"/>
          <p:nvPr>
            <p:ph idx="1" type="subTitle"/>
          </p:nvPr>
        </p:nvSpPr>
        <p:spPr>
          <a:xfrm>
            <a:off x="1541242" y="2229101"/>
            <a:ext cx="2829000" cy="10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4_1_1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23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1" name="Google Shape;301;p23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302" name="Google Shape;302;p23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3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3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3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3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3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3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9" name="Google Shape;309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0" name="Google Shape;310;p23"/>
          <p:cNvSpPr txBox="1"/>
          <p:nvPr>
            <p:ph idx="1" type="subTitle"/>
          </p:nvPr>
        </p:nvSpPr>
        <p:spPr>
          <a:xfrm>
            <a:off x="720000" y="978851"/>
            <a:ext cx="4050000" cy="25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24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3" name="Google Shape;313;p24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314" name="Google Shape;314;p24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4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4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4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4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4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4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1" name="Google Shape;321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2" name="Google Shape;322;p24"/>
          <p:cNvSpPr txBox="1"/>
          <p:nvPr>
            <p:ph idx="1" type="subTitle"/>
          </p:nvPr>
        </p:nvSpPr>
        <p:spPr>
          <a:xfrm>
            <a:off x="4943950" y="2481544"/>
            <a:ext cx="2654700" cy="1010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3" name="Google Shape;323;p24"/>
          <p:cNvSpPr txBox="1"/>
          <p:nvPr>
            <p:ph idx="2" type="subTitle"/>
          </p:nvPr>
        </p:nvSpPr>
        <p:spPr>
          <a:xfrm>
            <a:off x="1545350" y="2481544"/>
            <a:ext cx="2654700" cy="1010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24"/>
          <p:cNvSpPr txBox="1"/>
          <p:nvPr>
            <p:ph idx="3" type="subTitle"/>
          </p:nvPr>
        </p:nvSpPr>
        <p:spPr>
          <a:xfrm>
            <a:off x="1545350" y="2051201"/>
            <a:ext cx="2654700" cy="558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5" name="Google Shape;325;p24"/>
          <p:cNvSpPr txBox="1"/>
          <p:nvPr>
            <p:ph idx="4" type="subTitle"/>
          </p:nvPr>
        </p:nvSpPr>
        <p:spPr>
          <a:xfrm>
            <a:off x="4943950" y="2051201"/>
            <a:ext cx="2654700" cy="558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25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25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329" name="Google Shape;329;p25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5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5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5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5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5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5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6" name="Google Shape;336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7" name="Google Shape;337;p25"/>
          <p:cNvSpPr txBox="1"/>
          <p:nvPr>
            <p:ph idx="1" type="subTitle"/>
          </p:nvPr>
        </p:nvSpPr>
        <p:spPr>
          <a:xfrm>
            <a:off x="4855127" y="1282050"/>
            <a:ext cx="3378300" cy="25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25"/>
          <p:cNvSpPr txBox="1"/>
          <p:nvPr>
            <p:ph idx="2" type="subTitle"/>
          </p:nvPr>
        </p:nvSpPr>
        <p:spPr>
          <a:xfrm>
            <a:off x="910573" y="1282050"/>
            <a:ext cx="3378300" cy="25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CUSTOM_4_1_1_1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26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1" name="Google Shape;341;p26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342" name="Google Shape;342;p26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6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6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6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6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6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6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9" name="Google Shape;349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0" name="Google Shape;350;p26"/>
          <p:cNvSpPr txBox="1"/>
          <p:nvPr>
            <p:ph idx="1" type="subTitle"/>
          </p:nvPr>
        </p:nvSpPr>
        <p:spPr>
          <a:xfrm>
            <a:off x="720000" y="940637"/>
            <a:ext cx="38121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1" name="Google Shape;351;p26"/>
          <p:cNvSpPr txBox="1"/>
          <p:nvPr>
            <p:ph idx="2" type="subTitle"/>
          </p:nvPr>
        </p:nvSpPr>
        <p:spPr>
          <a:xfrm>
            <a:off x="5147575" y="940637"/>
            <a:ext cx="32832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27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4" name="Google Shape;354;p27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355" name="Google Shape;355;p27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7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7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7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7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7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7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2" name="Google Shape;362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3" name="Google Shape;363;p27"/>
          <p:cNvSpPr txBox="1"/>
          <p:nvPr>
            <p:ph idx="1" type="subTitle"/>
          </p:nvPr>
        </p:nvSpPr>
        <p:spPr>
          <a:xfrm>
            <a:off x="937625" y="2481294"/>
            <a:ext cx="2175300" cy="869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64" name="Google Shape;364;p27"/>
          <p:cNvSpPr txBox="1"/>
          <p:nvPr>
            <p:ph idx="2" type="subTitle"/>
          </p:nvPr>
        </p:nvSpPr>
        <p:spPr>
          <a:xfrm>
            <a:off x="3484348" y="2481294"/>
            <a:ext cx="2175300" cy="869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27"/>
          <p:cNvSpPr txBox="1"/>
          <p:nvPr>
            <p:ph idx="3" type="subTitle"/>
          </p:nvPr>
        </p:nvSpPr>
        <p:spPr>
          <a:xfrm>
            <a:off x="6031075" y="2481294"/>
            <a:ext cx="2175300" cy="869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p27"/>
          <p:cNvSpPr txBox="1"/>
          <p:nvPr>
            <p:ph idx="4" type="subTitle"/>
          </p:nvPr>
        </p:nvSpPr>
        <p:spPr>
          <a:xfrm>
            <a:off x="937625" y="2080586"/>
            <a:ext cx="21753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7" name="Google Shape;367;p27"/>
          <p:cNvSpPr txBox="1"/>
          <p:nvPr>
            <p:ph idx="5" type="subTitle"/>
          </p:nvPr>
        </p:nvSpPr>
        <p:spPr>
          <a:xfrm>
            <a:off x="3484348" y="2080586"/>
            <a:ext cx="21753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8" name="Google Shape;368;p27"/>
          <p:cNvSpPr txBox="1"/>
          <p:nvPr>
            <p:ph idx="6" type="subTitle"/>
          </p:nvPr>
        </p:nvSpPr>
        <p:spPr>
          <a:xfrm>
            <a:off x="6031075" y="2080586"/>
            <a:ext cx="2175300" cy="527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28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1" name="Google Shape;371;p28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372" name="Google Shape;372;p28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8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8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8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8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8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8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9" name="Google Shape;379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0" name="Google Shape;380;p28"/>
          <p:cNvSpPr txBox="1"/>
          <p:nvPr>
            <p:ph idx="1" type="subTitle"/>
          </p:nvPr>
        </p:nvSpPr>
        <p:spPr>
          <a:xfrm>
            <a:off x="2177460" y="1849621"/>
            <a:ext cx="1978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28"/>
          <p:cNvSpPr txBox="1"/>
          <p:nvPr>
            <p:ph idx="2" type="subTitle"/>
          </p:nvPr>
        </p:nvSpPr>
        <p:spPr>
          <a:xfrm>
            <a:off x="5636561" y="1849621"/>
            <a:ext cx="1978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28"/>
          <p:cNvSpPr txBox="1"/>
          <p:nvPr>
            <p:ph idx="3" type="subTitle"/>
          </p:nvPr>
        </p:nvSpPr>
        <p:spPr>
          <a:xfrm>
            <a:off x="2177460" y="3054421"/>
            <a:ext cx="1978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3" name="Google Shape;383;p28"/>
          <p:cNvSpPr txBox="1"/>
          <p:nvPr>
            <p:ph idx="4" type="subTitle"/>
          </p:nvPr>
        </p:nvSpPr>
        <p:spPr>
          <a:xfrm>
            <a:off x="5636561" y="3054421"/>
            <a:ext cx="1978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4" name="Google Shape;384;p28"/>
          <p:cNvSpPr txBox="1"/>
          <p:nvPr>
            <p:ph idx="5" type="subTitle"/>
          </p:nvPr>
        </p:nvSpPr>
        <p:spPr>
          <a:xfrm>
            <a:off x="2177452" y="1600973"/>
            <a:ext cx="1978200" cy="37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85" name="Google Shape;385;p28"/>
          <p:cNvSpPr txBox="1"/>
          <p:nvPr>
            <p:ph idx="6" type="subTitle"/>
          </p:nvPr>
        </p:nvSpPr>
        <p:spPr>
          <a:xfrm>
            <a:off x="2177452" y="2805848"/>
            <a:ext cx="1978200" cy="37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86" name="Google Shape;386;p28"/>
          <p:cNvSpPr txBox="1"/>
          <p:nvPr>
            <p:ph idx="7" type="subTitle"/>
          </p:nvPr>
        </p:nvSpPr>
        <p:spPr>
          <a:xfrm>
            <a:off x="5636552" y="1600973"/>
            <a:ext cx="1978200" cy="37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87" name="Google Shape;387;p28"/>
          <p:cNvSpPr txBox="1"/>
          <p:nvPr>
            <p:ph idx="8" type="subTitle"/>
          </p:nvPr>
        </p:nvSpPr>
        <p:spPr>
          <a:xfrm>
            <a:off x="5636552" y="2805848"/>
            <a:ext cx="1978200" cy="37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29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0" name="Google Shape;390;p29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391" name="Google Shape;391;p29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9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9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9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9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9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9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8" name="Google Shape;398;p29"/>
          <p:cNvSpPr txBox="1"/>
          <p:nvPr>
            <p:ph type="title"/>
          </p:nvPr>
        </p:nvSpPr>
        <p:spPr>
          <a:xfrm>
            <a:off x="1055075" y="445025"/>
            <a:ext cx="7033800" cy="5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9" name="Google Shape;399;p29"/>
          <p:cNvSpPr txBox="1"/>
          <p:nvPr>
            <p:ph idx="1" type="subTitle"/>
          </p:nvPr>
        </p:nvSpPr>
        <p:spPr>
          <a:xfrm>
            <a:off x="2170370" y="2473409"/>
            <a:ext cx="2103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p29"/>
          <p:cNvSpPr txBox="1"/>
          <p:nvPr>
            <p:ph idx="2" type="subTitle"/>
          </p:nvPr>
        </p:nvSpPr>
        <p:spPr>
          <a:xfrm>
            <a:off x="2170370" y="1502041"/>
            <a:ext cx="2103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29"/>
          <p:cNvSpPr txBox="1"/>
          <p:nvPr>
            <p:ph idx="3" type="subTitle"/>
          </p:nvPr>
        </p:nvSpPr>
        <p:spPr>
          <a:xfrm>
            <a:off x="5547294" y="2473409"/>
            <a:ext cx="2100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2" name="Google Shape;402;p29"/>
          <p:cNvSpPr txBox="1"/>
          <p:nvPr>
            <p:ph idx="4" type="subTitle"/>
          </p:nvPr>
        </p:nvSpPr>
        <p:spPr>
          <a:xfrm>
            <a:off x="2170370" y="3444778"/>
            <a:ext cx="2103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29"/>
          <p:cNvSpPr txBox="1"/>
          <p:nvPr>
            <p:ph idx="5" type="subTitle"/>
          </p:nvPr>
        </p:nvSpPr>
        <p:spPr>
          <a:xfrm>
            <a:off x="5547294" y="1502041"/>
            <a:ext cx="2100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29"/>
          <p:cNvSpPr txBox="1"/>
          <p:nvPr>
            <p:ph idx="6" type="subTitle"/>
          </p:nvPr>
        </p:nvSpPr>
        <p:spPr>
          <a:xfrm>
            <a:off x="5547294" y="3444778"/>
            <a:ext cx="2100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5" name="Google Shape;405;p29"/>
          <p:cNvSpPr txBox="1"/>
          <p:nvPr>
            <p:ph idx="7" type="subTitle"/>
          </p:nvPr>
        </p:nvSpPr>
        <p:spPr>
          <a:xfrm>
            <a:off x="2170370" y="2228240"/>
            <a:ext cx="2103000" cy="37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06" name="Google Shape;406;p29"/>
          <p:cNvSpPr txBox="1"/>
          <p:nvPr>
            <p:ph idx="8" type="subTitle"/>
          </p:nvPr>
        </p:nvSpPr>
        <p:spPr>
          <a:xfrm>
            <a:off x="2170370" y="1257440"/>
            <a:ext cx="2103000" cy="37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07" name="Google Shape;407;p29"/>
          <p:cNvSpPr txBox="1"/>
          <p:nvPr>
            <p:ph idx="9" type="subTitle"/>
          </p:nvPr>
        </p:nvSpPr>
        <p:spPr>
          <a:xfrm>
            <a:off x="5547294" y="1257440"/>
            <a:ext cx="2104200" cy="37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08" name="Google Shape;408;p29"/>
          <p:cNvSpPr txBox="1"/>
          <p:nvPr>
            <p:ph idx="13" type="subTitle"/>
          </p:nvPr>
        </p:nvSpPr>
        <p:spPr>
          <a:xfrm>
            <a:off x="5547294" y="2228240"/>
            <a:ext cx="2104200" cy="37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09" name="Google Shape;409;p29"/>
          <p:cNvSpPr txBox="1"/>
          <p:nvPr>
            <p:ph idx="14" type="subTitle"/>
          </p:nvPr>
        </p:nvSpPr>
        <p:spPr>
          <a:xfrm>
            <a:off x="2170370" y="3199040"/>
            <a:ext cx="2103000" cy="37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10" name="Google Shape;410;p29"/>
          <p:cNvSpPr txBox="1"/>
          <p:nvPr>
            <p:ph idx="15" type="subTitle"/>
          </p:nvPr>
        </p:nvSpPr>
        <p:spPr>
          <a:xfrm>
            <a:off x="5547294" y="3199040"/>
            <a:ext cx="2104200" cy="37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30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3" name="Google Shape;413;p30"/>
          <p:cNvGrpSpPr/>
          <p:nvPr/>
        </p:nvGrpSpPr>
        <p:grpSpPr>
          <a:xfrm rot="-33946">
            <a:off x="207704" y="115071"/>
            <a:ext cx="8728591" cy="4878962"/>
            <a:chOff x="315425" y="364350"/>
            <a:chExt cx="3145625" cy="2299225"/>
          </a:xfrm>
        </p:grpSpPr>
        <p:sp>
          <p:nvSpPr>
            <p:cNvPr id="414" name="Google Shape;414;p30"/>
            <p:cNvSpPr/>
            <p:nvPr/>
          </p:nvSpPr>
          <p:spPr>
            <a:xfrm>
              <a:off x="332275" y="374100"/>
              <a:ext cx="3126050" cy="2279075"/>
            </a:xfrm>
            <a:custGeom>
              <a:rect b="b" l="l" r="r" t="t"/>
              <a:pathLst>
                <a:path extrusionOk="0" h="91163" w="125042">
                  <a:moveTo>
                    <a:pt x="6040" y="0"/>
                  </a:moveTo>
                  <a:cubicBezTo>
                    <a:pt x="5232" y="0"/>
                    <a:pt x="4419" y="21"/>
                    <a:pt x="3596" y="63"/>
                  </a:cubicBezTo>
                  <a:cubicBezTo>
                    <a:pt x="3139" y="63"/>
                    <a:pt x="2626" y="405"/>
                    <a:pt x="2283" y="690"/>
                  </a:cubicBezTo>
                  <a:cubicBezTo>
                    <a:pt x="2112" y="5484"/>
                    <a:pt x="1941" y="10335"/>
                    <a:pt x="1770" y="15129"/>
                  </a:cubicBezTo>
                  <a:cubicBezTo>
                    <a:pt x="1313" y="28712"/>
                    <a:pt x="1142" y="42294"/>
                    <a:pt x="685" y="55877"/>
                  </a:cubicBezTo>
                  <a:cubicBezTo>
                    <a:pt x="514" y="61128"/>
                    <a:pt x="685" y="66378"/>
                    <a:pt x="286" y="71628"/>
                  </a:cubicBezTo>
                  <a:cubicBezTo>
                    <a:pt x="1" y="75224"/>
                    <a:pt x="400" y="78876"/>
                    <a:pt x="115" y="82472"/>
                  </a:cubicBezTo>
                  <a:cubicBezTo>
                    <a:pt x="1" y="83727"/>
                    <a:pt x="58" y="85040"/>
                    <a:pt x="58" y="86295"/>
                  </a:cubicBezTo>
                  <a:cubicBezTo>
                    <a:pt x="58" y="87266"/>
                    <a:pt x="8276" y="87608"/>
                    <a:pt x="9417" y="87665"/>
                  </a:cubicBezTo>
                  <a:cubicBezTo>
                    <a:pt x="12271" y="87836"/>
                    <a:pt x="15124" y="87836"/>
                    <a:pt x="17921" y="88008"/>
                  </a:cubicBezTo>
                  <a:cubicBezTo>
                    <a:pt x="23114" y="88236"/>
                    <a:pt x="28250" y="88521"/>
                    <a:pt x="33444" y="88864"/>
                  </a:cubicBezTo>
                  <a:cubicBezTo>
                    <a:pt x="41262" y="89320"/>
                    <a:pt x="49195" y="89606"/>
                    <a:pt x="57014" y="89891"/>
                  </a:cubicBezTo>
                  <a:cubicBezTo>
                    <a:pt x="58612" y="89948"/>
                    <a:pt x="60210" y="90005"/>
                    <a:pt x="61808" y="90062"/>
                  </a:cubicBezTo>
                  <a:cubicBezTo>
                    <a:pt x="68485" y="90233"/>
                    <a:pt x="75219" y="90405"/>
                    <a:pt x="81896" y="90576"/>
                  </a:cubicBezTo>
                  <a:cubicBezTo>
                    <a:pt x="83897" y="90645"/>
                    <a:pt x="85892" y="90656"/>
                    <a:pt x="87884" y="90656"/>
                  </a:cubicBezTo>
                  <a:cubicBezTo>
                    <a:pt x="88900" y="90656"/>
                    <a:pt x="89916" y="90653"/>
                    <a:pt x="90931" y="90653"/>
                  </a:cubicBezTo>
                  <a:cubicBezTo>
                    <a:pt x="94507" y="90653"/>
                    <a:pt x="98075" y="90691"/>
                    <a:pt x="101642" y="91032"/>
                  </a:cubicBezTo>
                  <a:cubicBezTo>
                    <a:pt x="102773" y="91129"/>
                    <a:pt x="103898" y="91162"/>
                    <a:pt x="105023" y="91162"/>
                  </a:cubicBezTo>
                  <a:cubicBezTo>
                    <a:pt x="107412" y="91162"/>
                    <a:pt x="109799" y="91013"/>
                    <a:pt x="112219" y="91013"/>
                  </a:cubicBezTo>
                  <a:cubicBezTo>
                    <a:pt x="112687" y="91013"/>
                    <a:pt x="113156" y="91019"/>
                    <a:pt x="113627" y="91032"/>
                  </a:cubicBezTo>
                  <a:cubicBezTo>
                    <a:pt x="114693" y="91070"/>
                    <a:pt x="115758" y="91089"/>
                    <a:pt x="116821" y="91089"/>
                  </a:cubicBezTo>
                  <a:cubicBezTo>
                    <a:pt x="118947" y="91089"/>
                    <a:pt x="121065" y="91013"/>
                    <a:pt x="123158" y="90861"/>
                  </a:cubicBezTo>
                  <a:cubicBezTo>
                    <a:pt x="123329" y="90861"/>
                    <a:pt x="123557" y="90861"/>
                    <a:pt x="123672" y="90747"/>
                  </a:cubicBezTo>
                  <a:cubicBezTo>
                    <a:pt x="123786" y="90633"/>
                    <a:pt x="123786" y="90576"/>
                    <a:pt x="123672" y="90519"/>
                  </a:cubicBezTo>
                  <a:cubicBezTo>
                    <a:pt x="124413" y="86067"/>
                    <a:pt x="123957" y="81216"/>
                    <a:pt x="124014" y="76651"/>
                  </a:cubicBezTo>
                  <a:cubicBezTo>
                    <a:pt x="124014" y="73797"/>
                    <a:pt x="124299" y="71115"/>
                    <a:pt x="124299" y="68204"/>
                  </a:cubicBezTo>
                  <a:cubicBezTo>
                    <a:pt x="124242" y="65065"/>
                    <a:pt x="124699" y="61927"/>
                    <a:pt x="124699" y="58788"/>
                  </a:cubicBezTo>
                  <a:cubicBezTo>
                    <a:pt x="124642" y="51939"/>
                    <a:pt x="124699" y="45091"/>
                    <a:pt x="124870" y="38300"/>
                  </a:cubicBezTo>
                  <a:cubicBezTo>
                    <a:pt x="125041" y="31736"/>
                    <a:pt x="124870" y="25230"/>
                    <a:pt x="124927" y="18724"/>
                  </a:cubicBezTo>
                  <a:cubicBezTo>
                    <a:pt x="124984" y="13303"/>
                    <a:pt x="124984" y="7938"/>
                    <a:pt x="125041" y="2517"/>
                  </a:cubicBezTo>
                  <a:cubicBezTo>
                    <a:pt x="123254" y="2342"/>
                    <a:pt x="121466" y="2268"/>
                    <a:pt x="119679" y="2268"/>
                  </a:cubicBezTo>
                  <a:cubicBezTo>
                    <a:pt x="119126" y="2268"/>
                    <a:pt x="118574" y="2275"/>
                    <a:pt x="118022" y="2288"/>
                  </a:cubicBezTo>
                  <a:cubicBezTo>
                    <a:pt x="116709" y="2345"/>
                    <a:pt x="115396" y="2402"/>
                    <a:pt x="114141" y="2460"/>
                  </a:cubicBezTo>
                  <a:cubicBezTo>
                    <a:pt x="114341" y="2574"/>
                    <a:pt x="114498" y="2588"/>
                    <a:pt x="114662" y="2588"/>
                  </a:cubicBezTo>
                  <a:cubicBezTo>
                    <a:pt x="114716" y="2588"/>
                    <a:pt x="114772" y="2586"/>
                    <a:pt x="114830" y="2586"/>
                  </a:cubicBezTo>
                  <a:cubicBezTo>
                    <a:pt x="114946" y="2586"/>
                    <a:pt x="115073" y="2593"/>
                    <a:pt x="115225" y="2631"/>
                  </a:cubicBezTo>
                  <a:cubicBezTo>
                    <a:pt x="115453" y="2688"/>
                    <a:pt x="115739" y="2859"/>
                    <a:pt x="115739" y="3144"/>
                  </a:cubicBezTo>
                  <a:cubicBezTo>
                    <a:pt x="115796" y="3373"/>
                    <a:pt x="115739" y="3601"/>
                    <a:pt x="115739" y="3772"/>
                  </a:cubicBezTo>
                  <a:cubicBezTo>
                    <a:pt x="115739" y="3770"/>
                    <a:pt x="115746" y="3769"/>
                    <a:pt x="115760" y="3769"/>
                  </a:cubicBezTo>
                  <a:cubicBezTo>
                    <a:pt x="116121" y="3769"/>
                    <a:pt x="121004" y="4459"/>
                    <a:pt x="121389" y="4514"/>
                  </a:cubicBezTo>
                  <a:cubicBezTo>
                    <a:pt x="121674" y="4571"/>
                    <a:pt x="121788" y="4742"/>
                    <a:pt x="121902" y="4971"/>
                  </a:cubicBezTo>
                  <a:cubicBezTo>
                    <a:pt x="122074" y="5256"/>
                    <a:pt x="122074" y="5541"/>
                    <a:pt x="122074" y="5827"/>
                  </a:cubicBezTo>
                  <a:cubicBezTo>
                    <a:pt x="122188" y="9879"/>
                    <a:pt x="122245" y="13874"/>
                    <a:pt x="122245" y="17868"/>
                  </a:cubicBezTo>
                  <a:cubicBezTo>
                    <a:pt x="122188" y="30538"/>
                    <a:pt x="121845" y="43150"/>
                    <a:pt x="121446" y="55820"/>
                  </a:cubicBezTo>
                  <a:cubicBezTo>
                    <a:pt x="121103" y="66720"/>
                    <a:pt x="121275" y="77678"/>
                    <a:pt x="121160" y="88578"/>
                  </a:cubicBezTo>
                  <a:cubicBezTo>
                    <a:pt x="121160" y="88864"/>
                    <a:pt x="121046" y="88921"/>
                    <a:pt x="120761" y="89035"/>
                  </a:cubicBezTo>
                  <a:cubicBezTo>
                    <a:pt x="120590" y="89138"/>
                    <a:pt x="120419" y="89158"/>
                    <a:pt x="120235" y="89158"/>
                  </a:cubicBezTo>
                  <a:cubicBezTo>
                    <a:pt x="120113" y="89158"/>
                    <a:pt x="119985" y="89149"/>
                    <a:pt x="119848" y="89149"/>
                  </a:cubicBezTo>
                  <a:cubicBezTo>
                    <a:pt x="119334" y="89149"/>
                    <a:pt x="118821" y="89149"/>
                    <a:pt x="118307" y="89092"/>
                  </a:cubicBezTo>
                  <a:cubicBezTo>
                    <a:pt x="117108" y="89092"/>
                    <a:pt x="115910" y="89035"/>
                    <a:pt x="114826" y="88521"/>
                  </a:cubicBezTo>
                  <a:cubicBezTo>
                    <a:pt x="114792" y="88505"/>
                    <a:pt x="114754" y="88498"/>
                    <a:pt x="114715" y="88498"/>
                  </a:cubicBezTo>
                  <a:cubicBezTo>
                    <a:pt x="114621" y="88498"/>
                    <a:pt x="114524" y="88538"/>
                    <a:pt x="114483" y="88578"/>
                  </a:cubicBezTo>
                  <a:cubicBezTo>
                    <a:pt x="114483" y="88921"/>
                    <a:pt x="114483" y="89206"/>
                    <a:pt x="114426" y="89548"/>
                  </a:cubicBezTo>
                  <a:cubicBezTo>
                    <a:pt x="112714" y="89548"/>
                    <a:pt x="110945" y="89606"/>
                    <a:pt x="109233" y="89663"/>
                  </a:cubicBezTo>
                  <a:cubicBezTo>
                    <a:pt x="108856" y="89674"/>
                    <a:pt x="108473" y="89679"/>
                    <a:pt x="108085" y="89679"/>
                  </a:cubicBezTo>
                  <a:cubicBezTo>
                    <a:pt x="106532" y="89679"/>
                    <a:pt x="104907" y="89606"/>
                    <a:pt x="103355" y="89606"/>
                  </a:cubicBezTo>
                  <a:cubicBezTo>
                    <a:pt x="95479" y="89491"/>
                    <a:pt x="87546" y="89377"/>
                    <a:pt x="79670" y="88864"/>
                  </a:cubicBezTo>
                  <a:cubicBezTo>
                    <a:pt x="74591" y="88578"/>
                    <a:pt x="69512" y="88065"/>
                    <a:pt x="64433" y="87551"/>
                  </a:cubicBezTo>
                  <a:cubicBezTo>
                    <a:pt x="63976" y="87494"/>
                    <a:pt x="63348" y="87209"/>
                    <a:pt x="63577" y="86809"/>
                  </a:cubicBezTo>
                  <a:lnTo>
                    <a:pt x="63577" y="86809"/>
                  </a:lnTo>
                  <a:cubicBezTo>
                    <a:pt x="62243" y="87515"/>
                    <a:pt x="60722" y="87655"/>
                    <a:pt x="59196" y="87655"/>
                  </a:cubicBezTo>
                  <a:cubicBezTo>
                    <a:pt x="58502" y="87655"/>
                    <a:pt x="57806" y="87626"/>
                    <a:pt x="57128" y="87608"/>
                  </a:cubicBezTo>
                  <a:cubicBezTo>
                    <a:pt x="51307" y="87437"/>
                    <a:pt x="45600" y="87037"/>
                    <a:pt x="39778" y="86866"/>
                  </a:cubicBezTo>
                  <a:cubicBezTo>
                    <a:pt x="33786" y="86638"/>
                    <a:pt x="27737" y="86410"/>
                    <a:pt x="21744" y="86124"/>
                  </a:cubicBezTo>
                  <a:cubicBezTo>
                    <a:pt x="20330" y="86070"/>
                    <a:pt x="18902" y="86003"/>
                    <a:pt x="17481" y="86003"/>
                  </a:cubicBezTo>
                  <a:cubicBezTo>
                    <a:pt x="15919" y="86003"/>
                    <a:pt x="14365" y="86084"/>
                    <a:pt x="12841" y="86353"/>
                  </a:cubicBezTo>
                  <a:cubicBezTo>
                    <a:pt x="12841" y="85953"/>
                    <a:pt x="12784" y="85554"/>
                    <a:pt x="12670" y="85211"/>
                  </a:cubicBezTo>
                  <a:cubicBezTo>
                    <a:pt x="11751" y="85458"/>
                    <a:pt x="10788" y="85484"/>
                    <a:pt x="9822" y="85484"/>
                  </a:cubicBezTo>
                  <a:cubicBezTo>
                    <a:pt x="9558" y="85484"/>
                    <a:pt x="9295" y="85482"/>
                    <a:pt x="9032" y="85482"/>
                  </a:cubicBezTo>
                  <a:cubicBezTo>
                    <a:pt x="7805" y="85482"/>
                    <a:pt x="6592" y="85525"/>
                    <a:pt x="5479" y="86010"/>
                  </a:cubicBezTo>
                  <a:cubicBezTo>
                    <a:pt x="5479" y="85839"/>
                    <a:pt x="5422" y="85725"/>
                    <a:pt x="5365" y="85554"/>
                  </a:cubicBezTo>
                  <a:cubicBezTo>
                    <a:pt x="5184" y="85563"/>
                    <a:pt x="5002" y="85568"/>
                    <a:pt x="4819" y="85568"/>
                  </a:cubicBezTo>
                  <a:cubicBezTo>
                    <a:pt x="3902" y="85568"/>
                    <a:pt x="2959" y="85449"/>
                    <a:pt x="2055" y="85211"/>
                  </a:cubicBezTo>
                  <a:cubicBezTo>
                    <a:pt x="2455" y="80588"/>
                    <a:pt x="2740" y="75566"/>
                    <a:pt x="2968" y="70944"/>
                  </a:cubicBezTo>
                  <a:cubicBezTo>
                    <a:pt x="3139" y="67634"/>
                    <a:pt x="3025" y="64209"/>
                    <a:pt x="3082" y="60956"/>
                  </a:cubicBezTo>
                  <a:cubicBezTo>
                    <a:pt x="3082" y="59415"/>
                    <a:pt x="3139" y="57875"/>
                    <a:pt x="3082" y="56334"/>
                  </a:cubicBezTo>
                  <a:cubicBezTo>
                    <a:pt x="2854" y="50855"/>
                    <a:pt x="2797" y="45262"/>
                    <a:pt x="3254" y="39783"/>
                  </a:cubicBezTo>
                  <a:cubicBezTo>
                    <a:pt x="3425" y="37101"/>
                    <a:pt x="3197" y="34248"/>
                    <a:pt x="3139" y="31565"/>
                  </a:cubicBezTo>
                  <a:cubicBezTo>
                    <a:pt x="3139" y="29967"/>
                    <a:pt x="3311" y="28426"/>
                    <a:pt x="3425" y="26886"/>
                  </a:cubicBezTo>
                  <a:cubicBezTo>
                    <a:pt x="3596" y="25002"/>
                    <a:pt x="3425" y="23119"/>
                    <a:pt x="3482" y="21293"/>
                  </a:cubicBezTo>
                  <a:cubicBezTo>
                    <a:pt x="3653" y="15015"/>
                    <a:pt x="3938" y="8908"/>
                    <a:pt x="4224" y="2688"/>
                  </a:cubicBezTo>
                  <a:cubicBezTo>
                    <a:pt x="4224" y="2692"/>
                    <a:pt x="4227" y="2694"/>
                    <a:pt x="4232" y="2694"/>
                  </a:cubicBezTo>
                  <a:cubicBezTo>
                    <a:pt x="4299" y="2694"/>
                    <a:pt x="4737" y="2398"/>
                    <a:pt x="4737" y="2345"/>
                  </a:cubicBezTo>
                  <a:cubicBezTo>
                    <a:pt x="4909" y="2174"/>
                    <a:pt x="5080" y="2117"/>
                    <a:pt x="5308" y="2060"/>
                  </a:cubicBezTo>
                  <a:cubicBezTo>
                    <a:pt x="5651" y="2003"/>
                    <a:pt x="5936" y="2003"/>
                    <a:pt x="6278" y="1889"/>
                  </a:cubicBezTo>
                  <a:cubicBezTo>
                    <a:pt x="6488" y="1847"/>
                    <a:pt x="6760" y="1712"/>
                    <a:pt x="7003" y="1712"/>
                  </a:cubicBezTo>
                  <a:cubicBezTo>
                    <a:pt x="7090" y="1712"/>
                    <a:pt x="7173" y="1729"/>
                    <a:pt x="7249" y="1775"/>
                  </a:cubicBezTo>
                  <a:cubicBezTo>
                    <a:pt x="7306" y="1832"/>
                    <a:pt x="7363" y="1889"/>
                    <a:pt x="7420" y="1946"/>
                  </a:cubicBezTo>
                  <a:cubicBezTo>
                    <a:pt x="7534" y="2022"/>
                    <a:pt x="7692" y="2047"/>
                    <a:pt x="7868" y="2047"/>
                  </a:cubicBezTo>
                  <a:cubicBezTo>
                    <a:pt x="8219" y="2047"/>
                    <a:pt x="8637" y="1946"/>
                    <a:pt x="8904" y="1946"/>
                  </a:cubicBezTo>
                  <a:cubicBezTo>
                    <a:pt x="9417" y="1889"/>
                    <a:pt x="9988" y="1775"/>
                    <a:pt x="10502" y="1603"/>
                  </a:cubicBezTo>
                  <a:cubicBezTo>
                    <a:pt x="11015" y="1432"/>
                    <a:pt x="11529" y="1318"/>
                    <a:pt x="12099" y="1147"/>
                  </a:cubicBezTo>
                  <a:cubicBezTo>
                    <a:pt x="12328" y="1033"/>
                    <a:pt x="12613" y="976"/>
                    <a:pt x="12898" y="919"/>
                  </a:cubicBezTo>
                  <a:cubicBezTo>
                    <a:pt x="13070" y="862"/>
                    <a:pt x="13469" y="690"/>
                    <a:pt x="13640" y="690"/>
                  </a:cubicBezTo>
                  <a:lnTo>
                    <a:pt x="13697" y="690"/>
                  </a:lnTo>
                  <a:cubicBezTo>
                    <a:pt x="11096" y="213"/>
                    <a:pt x="8594" y="0"/>
                    <a:pt x="604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0"/>
            <p:cNvSpPr/>
            <p:nvPr/>
          </p:nvSpPr>
          <p:spPr>
            <a:xfrm>
              <a:off x="380800" y="371375"/>
              <a:ext cx="3011900" cy="2247175"/>
            </a:xfrm>
            <a:custGeom>
              <a:rect b="b" l="l" r="r" t="t"/>
              <a:pathLst>
                <a:path extrusionOk="0" h="89887" w="120476">
                  <a:moveTo>
                    <a:pt x="13982" y="0"/>
                  </a:moveTo>
                  <a:lnTo>
                    <a:pt x="13982" y="742"/>
                  </a:lnTo>
                  <a:cubicBezTo>
                    <a:pt x="13354" y="742"/>
                    <a:pt x="12613" y="856"/>
                    <a:pt x="11985" y="913"/>
                  </a:cubicBezTo>
                  <a:cubicBezTo>
                    <a:pt x="11471" y="913"/>
                    <a:pt x="10957" y="913"/>
                    <a:pt x="10444" y="1085"/>
                  </a:cubicBezTo>
                  <a:cubicBezTo>
                    <a:pt x="10158" y="1199"/>
                    <a:pt x="9930" y="1370"/>
                    <a:pt x="9588" y="1484"/>
                  </a:cubicBezTo>
                  <a:cubicBezTo>
                    <a:pt x="9017" y="1712"/>
                    <a:pt x="8332" y="1770"/>
                    <a:pt x="7704" y="1884"/>
                  </a:cubicBezTo>
                  <a:cubicBezTo>
                    <a:pt x="7248" y="1998"/>
                    <a:pt x="6848" y="2169"/>
                    <a:pt x="6392" y="2226"/>
                  </a:cubicBezTo>
                  <a:cubicBezTo>
                    <a:pt x="6164" y="2226"/>
                    <a:pt x="5935" y="2226"/>
                    <a:pt x="5764" y="2169"/>
                  </a:cubicBezTo>
                  <a:cubicBezTo>
                    <a:pt x="5536" y="2055"/>
                    <a:pt x="5422" y="1884"/>
                    <a:pt x="5193" y="1827"/>
                  </a:cubicBezTo>
                  <a:lnTo>
                    <a:pt x="4965" y="1827"/>
                  </a:lnTo>
                  <a:cubicBezTo>
                    <a:pt x="4509" y="1884"/>
                    <a:pt x="4052" y="1884"/>
                    <a:pt x="3595" y="2055"/>
                  </a:cubicBezTo>
                  <a:cubicBezTo>
                    <a:pt x="3139" y="2169"/>
                    <a:pt x="2625" y="2340"/>
                    <a:pt x="2340" y="2740"/>
                  </a:cubicBezTo>
                  <a:cubicBezTo>
                    <a:pt x="1769" y="3482"/>
                    <a:pt x="2169" y="5194"/>
                    <a:pt x="2112" y="6107"/>
                  </a:cubicBezTo>
                  <a:cubicBezTo>
                    <a:pt x="1997" y="7477"/>
                    <a:pt x="1883" y="8903"/>
                    <a:pt x="1826" y="10330"/>
                  </a:cubicBezTo>
                  <a:cubicBezTo>
                    <a:pt x="1655" y="13241"/>
                    <a:pt x="1541" y="16094"/>
                    <a:pt x="1427" y="19005"/>
                  </a:cubicBezTo>
                  <a:cubicBezTo>
                    <a:pt x="1256" y="24712"/>
                    <a:pt x="1198" y="30476"/>
                    <a:pt x="1256" y="36183"/>
                  </a:cubicBezTo>
                  <a:cubicBezTo>
                    <a:pt x="1370" y="45942"/>
                    <a:pt x="1141" y="55472"/>
                    <a:pt x="1084" y="65231"/>
                  </a:cubicBezTo>
                  <a:cubicBezTo>
                    <a:pt x="1084" y="68542"/>
                    <a:pt x="1084" y="71852"/>
                    <a:pt x="970" y="75162"/>
                  </a:cubicBezTo>
                  <a:cubicBezTo>
                    <a:pt x="799" y="78358"/>
                    <a:pt x="856" y="81896"/>
                    <a:pt x="57" y="85035"/>
                  </a:cubicBezTo>
                  <a:cubicBezTo>
                    <a:pt x="57" y="85092"/>
                    <a:pt x="0" y="85206"/>
                    <a:pt x="57" y="85263"/>
                  </a:cubicBezTo>
                  <a:cubicBezTo>
                    <a:pt x="114" y="85377"/>
                    <a:pt x="285" y="85434"/>
                    <a:pt x="400" y="85434"/>
                  </a:cubicBezTo>
                  <a:cubicBezTo>
                    <a:pt x="1484" y="85548"/>
                    <a:pt x="2511" y="85720"/>
                    <a:pt x="3595" y="85834"/>
                  </a:cubicBezTo>
                  <a:cubicBezTo>
                    <a:pt x="3652" y="85948"/>
                    <a:pt x="3652" y="86119"/>
                    <a:pt x="3538" y="86233"/>
                  </a:cubicBezTo>
                  <a:cubicBezTo>
                    <a:pt x="4337" y="85891"/>
                    <a:pt x="5250" y="85663"/>
                    <a:pt x="6107" y="85606"/>
                  </a:cubicBezTo>
                  <a:cubicBezTo>
                    <a:pt x="6601" y="85567"/>
                    <a:pt x="7108" y="85561"/>
                    <a:pt x="7618" y="85561"/>
                  </a:cubicBezTo>
                  <a:cubicBezTo>
                    <a:pt x="7873" y="85561"/>
                    <a:pt x="8128" y="85563"/>
                    <a:pt x="8382" y="85563"/>
                  </a:cubicBezTo>
                  <a:cubicBezTo>
                    <a:pt x="9145" y="85563"/>
                    <a:pt x="9902" y="85548"/>
                    <a:pt x="10615" y="85434"/>
                  </a:cubicBezTo>
                  <a:cubicBezTo>
                    <a:pt x="10615" y="85948"/>
                    <a:pt x="10729" y="86290"/>
                    <a:pt x="10843" y="86804"/>
                  </a:cubicBezTo>
                  <a:cubicBezTo>
                    <a:pt x="10847" y="86811"/>
                    <a:pt x="10864" y="86814"/>
                    <a:pt x="10893" y="86814"/>
                  </a:cubicBezTo>
                  <a:cubicBezTo>
                    <a:pt x="11358" y="86814"/>
                    <a:pt x="14919" y="86005"/>
                    <a:pt x="15295" y="86005"/>
                  </a:cubicBezTo>
                  <a:cubicBezTo>
                    <a:pt x="15923" y="86005"/>
                    <a:pt x="16607" y="86347"/>
                    <a:pt x="17235" y="86404"/>
                  </a:cubicBezTo>
                  <a:cubicBezTo>
                    <a:pt x="17482" y="86424"/>
                    <a:pt x="17736" y="86430"/>
                    <a:pt x="17992" y="86430"/>
                  </a:cubicBezTo>
                  <a:cubicBezTo>
                    <a:pt x="18503" y="86430"/>
                    <a:pt x="19023" y="86404"/>
                    <a:pt x="19518" y="86404"/>
                  </a:cubicBezTo>
                  <a:cubicBezTo>
                    <a:pt x="20365" y="86364"/>
                    <a:pt x="21212" y="86347"/>
                    <a:pt x="22059" y="86347"/>
                  </a:cubicBezTo>
                  <a:cubicBezTo>
                    <a:pt x="26006" y="86347"/>
                    <a:pt x="29953" y="86720"/>
                    <a:pt x="33900" y="86861"/>
                  </a:cubicBezTo>
                  <a:cubicBezTo>
                    <a:pt x="39036" y="86975"/>
                    <a:pt x="44172" y="87203"/>
                    <a:pt x="49309" y="87489"/>
                  </a:cubicBezTo>
                  <a:cubicBezTo>
                    <a:pt x="51510" y="87621"/>
                    <a:pt x="53814" y="87923"/>
                    <a:pt x="56062" y="87923"/>
                  </a:cubicBezTo>
                  <a:cubicBezTo>
                    <a:pt x="56728" y="87923"/>
                    <a:pt x="57388" y="87896"/>
                    <a:pt x="58040" y="87831"/>
                  </a:cubicBezTo>
                  <a:cubicBezTo>
                    <a:pt x="59296" y="87660"/>
                    <a:pt x="60494" y="87318"/>
                    <a:pt x="61636" y="86975"/>
                  </a:cubicBezTo>
                  <a:cubicBezTo>
                    <a:pt x="62321" y="87660"/>
                    <a:pt x="63348" y="87774"/>
                    <a:pt x="64318" y="87888"/>
                  </a:cubicBezTo>
                  <a:cubicBezTo>
                    <a:pt x="67799" y="88231"/>
                    <a:pt x="71224" y="88516"/>
                    <a:pt x="74705" y="88859"/>
                  </a:cubicBezTo>
                  <a:cubicBezTo>
                    <a:pt x="82906" y="89638"/>
                    <a:pt x="91204" y="89886"/>
                    <a:pt x="99472" y="89886"/>
                  </a:cubicBezTo>
                  <a:cubicBezTo>
                    <a:pt x="103920" y="89886"/>
                    <a:pt x="108359" y="89814"/>
                    <a:pt x="112771" y="89715"/>
                  </a:cubicBezTo>
                  <a:cubicBezTo>
                    <a:pt x="112656" y="89429"/>
                    <a:pt x="112542" y="88973"/>
                    <a:pt x="112599" y="88687"/>
                  </a:cubicBezTo>
                  <a:lnTo>
                    <a:pt x="112599" y="88687"/>
                  </a:lnTo>
                  <a:cubicBezTo>
                    <a:pt x="113741" y="89030"/>
                    <a:pt x="114996" y="89087"/>
                    <a:pt x="116195" y="89087"/>
                  </a:cubicBezTo>
                  <a:cubicBezTo>
                    <a:pt x="116591" y="89117"/>
                    <a:pt x="117377" y="89245"/>
                    <a:pt x="118076" y="89245"/>
                  </a:cubicBezTo>
                  <a:cubicBezTo>
                    <a:pt x="118686" y="89245"/>
                    <a:pt x="119231" y="89147"/>
                    <a:pt x="119391" y="88801"/>
                  </a:cubicBezTo>
                  <a:cubicBezTo>
                    <a:pt x="119505" y="88630"/>
                    <a:pt x="119219" y="87660"/>
                    <a:pt x="119219" y="87432"/>
                  </a:cubicBezTo>
                  <a:cubicBezTo>
                    <a:pt x="119219" y="86690"/>
                    <a:pt x="119219" y="85948"/>
                    <a:pt x="119219" y="85206"/>
                  </a:cubicBezTo>
                  <a:cubicBezTo>
                    <a:pt x="118877" y="82067"/>
                    <a:pt x="119334" y="78757"/>
                    <a:pt x="119277" y="75675"/>
                  </a:cubicBezTo>
                  <a:cubicBezTo>
                    <a:pt x="119277" y="72251"/>
                    <a:pt x="119277" y="68884"/>
                    <a:pt x="119505" y="65517"/>
                  </a:cubicBezTo>
                  <a:cubicBezTo>
                    <a:pt x="119790" y="61636"/>
                    <a:pt x="119505" y="57984"/>
                    <a:pt x="119676" y="54103"/>
                  </a:cubicBezTo>
                  <a:cubicBezTo>
                    <a:pt x="119904" y="48738"/>
                    <a:pt x="119790" y="43317"/>
                    <a:pt x="119904" y="37895"/>
                  </a:cubicBezTo>
                  <a:cubicBezTo>
                    <a:pt x="120133" y="29277"/>
                    <a:pt x="120418" y="20603"/>
                    <a:pt x="120418" y="11928"/>
                  </a:cubicBezTo>
                  <a:cubicBezTo>
                    <a:pt x="120475" y="9588"/>
                    <a:pt x="120475" y="7248"/>
                    <a:pt x="119961" y="4965"/>
                  </a:cubicBezTo>
                  <a:cubicBezTo>
                    <a:pt x="119505" y="4680"/>
                    <a:pt x="118934" y="4452"/>
                    <a:pt x="118363" y="4395"/>
                  </a:cubicBezTo>
                  <a:cubicBezTo>
                    <a:pt x="116823" y="4224"/>
                    <a:pt x="115282" y="3995"/>
                    <a:pt x="113741" y="3824"/>
                  </a:cubicBezTo>
                  <a:cubicBezTo>
                    <a:pt x="113798" y="3482"/>
                    <a:pt x="113684" y="3196"/>
                    <a:pt x="113684" y="2911"/>
                  </a:cubicBezTo>
                  <a:lnTo>
                    <a:pt x="113684" y="2854"/>
                  </a:lnTo>
                  <a:cubicBezTo>
                    <a:pt x="105922" y="2226"/>
                    <a:pt x="97989" y="2340"/>
                    <a:pt x="90228" y="2112"/>
                  </a:cubicBezTo>
                  <a:cubicBezTo>
                    <a:pt x="87809" y="2018"/>
                    <a:pt x="85390" y="1975"/>
                    <a:pt x="82970" y="1975"/>
                  </a:cubicBezTo>
                  <a:cubicBezTo>
                    <a:pt x="80995" y="1975"/>
                    <a:pt x="79020" y="2004"/>
                    <a:pt x="77045" y="2055"/>
                  </a:cubicBezTo>
                  <a:cubicBezTo>
                    <a:pt x="74876" y="2112"/>
                    <a:pt x="72650" y="2112"/>
                    <a:pt x="70482" y="2283"/>
                  </a:cubicBezTo>
                  <a:cubicBezTo>
                    <a:pt x="68760" y="2431"/>
                    <a:pt x="67081" y="2705"/>
                    <a:pt x="65371" y="2705"/>
                  </a:cubicBezTo>
                  <a:cubicBezTo>
                    <a:pt x="65097" y="2705"/>
                    <a:pt x="64822" y="2698"/>
                    <a:pt x="64546" y="2683"/>
                  </a:cubicBezTo>
                  <a:cubicBezTo>
                    <a:pt x="47654" y="1712"/>
                    <a:pt x="30704" y="2340"/>
                    <a:pt x="13982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0"/>
            <p:cNvSpPr/>
            <p:nvPr/>
          </p:nvSpPr>
          <p:spPr>
            <a:xfrm>
              <a:off x="464975" y="427025"/>
              <a:ext cx="265400" cy="1995625"/>
            </a:xfrm>
            <a:custGeom>
              <a:rect b="b" l="l" r="r" t="t"/>
              <a:pathLst>
                <a:path extrusionOk="0" h="79825" w="10616">
                  <a:moveTo>
                    <a:pt x="8618" y="0"/>
                  </a:moveTo>
                  <a:cubicBezTo>
                    <a:pt x="8504" y="3938"/>
                    <a:pt x="7933" y="7933"/>
                    <a:pt x="6963" y="11757"/>
                  </a:cubicBezTo>
                  <a:cubicBezTo>
                    <a:pt x="4623" y="9873"/>
                    <a:pt x="6563" y="5365"/>
                    <a:pt x="4337" y="3310"/>
                  </a:cubicBezTo>
                  <a:cubicBezTo>
                    <a:pt x="4109" y="6563"/>
                    <a:pt x="3881" y="9816"/>
                    <a:pt x="3710" y="13069"/>
                  </a:cubicBezTo>
                  <a:cubicBezTo>
                    <a:pt x="2055" y="11129"/>
                    <a:pt x="3367" y="7705"/>
                    <a:pt x="1427" y="6050"/>
                  </a:cubicBezTo>
                  <a:cubicBezTo>
                    <a:pt x="628" y="7134"/>
                    <a:pt x="571" y="8618"/>
                    <a:pt x="571" y="9987"/>
                  </a:cubicBezTo>
                  <a:cubicBezTo>
                    <a:pt x="514" y="29049"/>
                    <a:pt x="2568" y="48224"/>
                    <a:pt x="628" y="67172"/>
                  </a:cubicBezTo>
                  <a:cubicBezTo>
                    <a:pt x="343" y="69911"/>
                    <a:pt x="0" y="72707"/>
                    <a:pt x="685" y="75333"/>
                  </a:cubicBezTo>
                  <a:cubicBezTo>
                    <a:pt x="913" y="74191"/>
                    <a:pt x="1027" y="70596"/>
                    <a:pt x="2226" y="70082"/>
                  </a:cubicBezTo>
                  <a:cubicBezTo>
                    <a:pt x="2340" y="72536"/>
                    <a:pt x="2511" y="75047"/>
                    <a:pt x="2682" y="77558"/>
                  </a:cubicBezTo>
                  <a:cubicBezTo>
                    <a:pt x="2682" y="78015"/>
                    <a:pt x="2797" y="78586"/>
                    <a:pt x="3196" y="78700"/>
                  </a:cubicBezTo>
                  <a:cubicBezTo>
                    <a:pt x="3710" y="77102"/>
                    <a:pt x="4223" y="75504"/>
                    <a:pt x="4680" y="73906"/>
                  </a:cubicBezTo>
                  <a:cubicBezTo>
                    <a:pt x="5277" y="74721"/>
                    <a:pt x="5255" y="79825"/>
                    <a:pt x="6825" y="79825"/>
                  </a:cubicBezTo>
                  <a:cubicBezTo>
                    <a:pt x="6905" y="79825"/>
                    <a:pt x="6989" y="79812"/>
                    <a:pt x="7077" y="79784"/>
                  </a:cubicBezTo>
                  <a:cubicBezTo>
                    <a:pt x="7533" y="79613"/>
                    <a:pt x="7705" y="78985"/>
                    <a:pt x="7705" y="78471"/>
                  </a:cubicBezTo>
                  <a:cubicBezTo>
                    <a:pt x="7876" y="75047"/>
                    <a:pt x="7362" y="71794"/>
                    <a:pt x="7590" y="68427"/>
                  </a:cubicBezTo>
                  <a:cubicBezTo>
                    <a:pt x="7876" y="64261"/>
                    <a:pt x="8104" y="60152"/>
                    <a:pt x="8389" y="55986"/>
                  </a:cubicBezTo>
                  <a:cubicBezTo>
                    <a:pt x="8789" y="47882"/>
                    <a:pt x="9074" y="39664"/>
                    <a:pt x="8846" y="31503"/>
                  </a:cubicBezTo>
                  <a:cubicBezTo>
                    <a:pt x="8732" y="28250"/>
                    <a:pt x="8846" y="24997"/>
                    <a:pt x="9074" y="21687"/>
                  </a:cubicBezTo>
                  <a:cubicBezTo>
                    <a:pt x="9188" y="18434"/>
                    <a:pt x="9417" y="15124"/>
                    <a:pt x="9588" y="11814"/>
                  </a:cubicBezTo>
                  <a:cubicBezTo>
                    <a:pt x="9702" y="8960"/>
                    <a:pt x="10615" y="5707"/>
                    <a:pt x="10387" y="2911"/>
                  </a:cubicBezTo>
                  <a:cubicBezTo>
                    <a:pt x="10273" y="1712"/>
                    <a:pt x="9645" y="514"/>
                    <a:pt x="8618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30"/>
            <p:cNvSpPr/>
            <p:nvPr/>
          </p:nvSpPr>
          <p:spPr>
            <a:xfrm>
              <a:off x="377400" y="388275"/>
              <a:ext cx="194600" cy="443100"/>
            </a:xfrm>
            <a:custGeom>
              <a:rect b="b" l="l" r="r" t="t"/>
              <a:pathLst>
                <a:path extrusionOk="0" h="17724" w="7784">
                  <a:moveTo>
                    <a:pt x="4110" y="0"/>
                  </a:moveTo>
                  <a:cubicBezTo>
                    <a:pt x="769" y="0"/>
                    <a:pt x="944" y="2686"/>
                    <a:pt x="764" y="4803"/>
                  </a:cubicBezTo>
                  <a:cubicBezTo>
                    <a:pt x="220" y="11324"/>
                    <a:pt x="0" y="17723"/>
                    <a:pt x="236" y="17723"/>
                  </a:cubicBezTo>
                  <a:cubicBezTo>
                    <a:pt x="396" y="17723"/>
                    <a:pt x="768" y="14761"/>
                    <a:pt x="1392" y="6858"/>
                  </a:cubicBezTo>
                  <a:cubicBezTo>
                    <a:pt x="1729" y="2710"/>
                    <a:pt x="1048" y="723"/>
                    <a:pt x="4926" y="723"/>
                  </a:cubicBezTo>
                  <a:cubicBezTo>
                    <a:pt x="5638" y="723"/>
                    <a:pt x="6502" y="790"/>
                    <a:pt x="7555" y="922"/>
                  </a:cubicBezTo>
                  <a:cubicBezTo>
                    <a:pt x="7726" y="922"/>
                    <a:pt x="7783" y="694"/>
                    <a:pt x="7612" y="637"/>
                  </a:cubicBezTo>
                  <a:cubicBezTo>
                    <a:pt x="6145" y="192"/>
                    <a:pt x="5002" y="0"/>
                    <a:pt x="411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30"/>
            <p:cNvSpPr/>
            <p:nvPr/>
          </p:nvSpPr>
          <p:spPr>
            <a:xfrm>
              <a:off x="339875" y="1342150"/>
              <a:ext cx="48175" cy="889750"/>
            </a:xfrm>
            <a:custGeom>
              <a:rect b="b" l="l" r="r" t="t"/>
              <a:pathLst>
                <a:path extrusionOk="0" h="35590" w="1927">
                  <a:moveTo>
                    <a:pt x="1905" y="1"/>
                  </a:moveTo>
                  <a:cubicBezTo>
                    <a:pt x="1709" y="1"/>
                    <a:pt x="0" y="28005"/>
                    <a:pt x="1009" y="34961"/>
                  </a:cubicBezTo>
                  <a:cubicBezTo>
                    <a:pt x="1067" y="35386"/>
                    <a:pt x="1118" y="35589"/>
                    <a:pt x="1162" y="35589"/>
                  </a:cubicBezTo>
                  <a:cubicBezTo>
                    <a:pt x="1552" y="35589"/>
                    <a:pt x="1461" y="19812"/>
                    <a:pt x="1922" y="491"/>
                  </a:cubicBezTo>
                  <a:cubicBezTo>
                    <a:pt x="1926" y="157"/>
                    <a:pt x="1920" y="1"/>
                    <a:pt x="1905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0"/>
            <p:cNvSpPr/>
            <p:nvPr/>
          </p:nvSpPr>
          <p:spPr>
            <a:xfrm>
              <a:off x="874400" y="2549525"/>
              <a:ext cx="978375" cy="48975"/>
            </a:xfrm>
            <a:custGeom>
              <a:rect b="b" l="l" r="r" t="t"/>
              <a:pathLst>
                <a:path extrusionOk="0" h="1959" w="39135">
                  <a:moveTo>
                    <a:pt x="659" y="1"/>
                  </a:moveTo>
                  <a:cubicBezTo>
                    <a:pt x="48" y="1"/>
                    <a:pt x="1" y="25"/>
                    <a:pt x="687" y="77"/>
                  </a:cubicBezTo>
                  <a:cubicBezTo>
                    <a:pt x="7029" y="537"/>
                    <a:pt x="32169" y="1959"/>
                    <a:pt x="37639" y="1959"/>
                  </a:cubicBezTo>
                  <a:cubicBezTo>
                    <a:pt x="38962" y="1959"/>
                    <a:pt x="39134" y="1876"/>
                    <a:pt x="37611" y="1675"/>
                  </a:cubicBezTo>
                  <a:cubicBezTo>
                    <a:pt x="33005" y="1032"/>
                    <a:pt x="4671" y="1"/>
                    <a:pt x="659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30"/>
            <p:cNvSpPr/>
            <p:nvPr/>
          </p:nvSpPr>
          <p:spPr>
            <a:xfrm>
              <a:off x="1831700" y="2580325"/>
              <a:ext cx="438125" cy="54225"/>
            </a:xfrm>
            <a:custGeom>
              <a:rect b="b" l="l" r="r" t="t"/>
              <a:pathLst>
                <a:path extrusionOk="0" h="2169" w="17525">
                  <a:moveTo>
                    <a:pt x="1416" y="0"/>
                  </a:moveTo>
                  <a:cubicBezTo>
                    <a:pt x="0" y="0"/>
                    <a:pt x="1463" y="356"/>
                    <a:pt x="9078" y="1299"/>
                  </a:cubicBezTo>
                  <a:cubicBezTo>
                    <a:pt x="14440" y="1988"/>
                    <a:pt x="15604" y="2168"/>
                    <a:pt x="16701" y="2168"/>
                  </a:cubicBezTo>
                  <a:cubicBezTo>
                    <a:pt x="16876" y="2168"/>
                    <a:pt x="17050" y="2163"/>
                    <a:pt x="17239" y="2156"/>
                  </a:cubicBezTo>
                  <a:cubicBezTo>
                    <a:pt x="17411" y="2156"/>
                    <a:pt x="17525" y="1870"/>
                    <a:pt x="17297" y="1813"/>
                  </a:cubicBezTo>
                  <a:lnTo>
                    <a:pt x="17297" y="1813"/>
                  </a:lnTo>
                  <a:lnTo>
                    <a:pt x="17297" y="1870"/>
                  </a:lnTo>
                  <a:cubicBezTo>
                    <a:pt x="14055" y="980"/>
                    <a:pt x="3767" y="0"/>
                    <a:pt x="1416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30"/>
            <p:cNvSpPr/>
            <p:nvPr/>
          </p:nvSpPr>
          <p:spPr>
            <a:xfrm>
              <a:off x="3270350" y="463800"/>
              <a:ext cx="163725" cy="2104450"/>
            </a:xfrm>
            <a:custGeom>
              <a:rect b="b" l="l" r="r" t="t"/>
              <a:pathLst>
                <a:path extrusionOk="0" h="84178" w="6549">
                  <a:moveTo>
                    <a:pt x="1387" y="0"/>
                  </a:moveTo>
                  <a:cubicBezTo>
                    <a:pt x="497" y="0"/>
                    <a:pt x="1" y="143"/>
                    <a:pt x="613" y="184"/>
                  </a:cubicBezTo>
                  <a:cubicBezTo>
                    <a:pt x="6548" y="469"/>
                    <a:pt x="5007" y="1953"/>
                    <a:pt x="4722" y="15022"/>
                  </a:cubicBezTo>
                  <a:cubicBezTo>
                    <a:pt x="4551" y="25181"/>
                    <a:pt x="3466" y="73234"/>
                    <a:pt x="3866" y="83792"/>
                  </a:cubicBezTo>
                  <a:cubicBezTo>
                    <a:pt x="3866" y="84049"/>
                    <a:pt x="4051" y="84177"/>
                    <a:pt x="4237" y="84177"/>
                  </a:cubicBezTo>
                  <a:cubicBezTo>
                    <a:pt x="4422" y="84177"/>
                    <a:pt x="4608" y="84049"/>
                    <a:pt x="4608" y="83792"/>
                  </a:cubicBezTo>
                  <a:cubicBezTo>
                    <a:pt x="4608" y="83735"/>
                    <a:pt x="5863" y="2923"/>
                    <a:pt x="5863" y="2809"/>
                  </a:cubicBezTo>
                  <a:cubicBezTo>
                    <a:pt x="5863" y="462"/>
                    <a:pt x="2988" y="0"/>
                    <a:pt x="1387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30"/>
            <p:cNvSpPr/>
            <p:nvPr/>
          </p:nvSpPr>
          <p:spPr>
            <a:xfrm>
              <a:off x="424075" y="797325"/>
              <a:ext cx="24275" cy="164950"/>
            </a:xfrm>
            <a:custGeom>
              <a:rect b="b" l="l" r="r" t="t"/>
              <a:pathLst>
                <a:path extrusionOk="0" h="6598" w="971">
                  <a:moveTo>
                    <a:pt x="776" y="1"/>
                  </a:moveTo>
                  <a:cubicBezTo>
                    <a:pt x="518" y="1"/>
                    <a:pt x="1" y="5735"/>
                    <a:pt x="266" y="6418"/>
                  </a:cubicBezTo>
                  <a:cubicBezTo>
                    <a:pt x="291" y="6492"/>
                    <a:pt x="401" y="6598"/>
                    <a:pt x="518" y="6598"/>
                  </a:cubicBezTo>
                  <a:cubicBezTo>
                    <a:pt x="671" y="6598"/>
                    <a:pt x="837" y="6414"/>
                    <a:pt x="837" y="5733"/>
                  </a:cubicBezTo>
                  <a:cubicBezTo>
                    <a:pt x="971" y="1453"/>
                    <a:pt x="906" y="1"/>
                    <a:pt x="7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30"/>
            <p:cNvSpPr/>
            <p:nvPr/>
          </p:nvSpPr>
          <p:spPr>
            <a:xfrm>
              <a:off x="3346300" y="1024275"/>
              <a:ext cx="24625" cy="281675"/>
            </a:xfrm>
            <a:custGeom>
              <a:rect b="b" l="l" r="r" t="t"/>
              <a:pathLst>
                <a:path extrusionOk="0" h="11267" w="985">
                  <a:moveTo>
                    <a:pt x="818" y="1"/>
                  </a:moveTo>
                  <a:cubicBezTo>
                    <a:pt x="576" y="1"/>
                    <a:pt x="0" y="9256"/>
                    <a:pt x="257" y="10695"/>
                  </a:cubicBezTo>
                  <a:cubicBezTo>
                    <a:pt x="328" y="11091"/>
                    <a:pt x="392" y="11267"/>
                    <a:pt x="451" y="11267"/>
                  </a:cubicBezTo>
                  <a:cubicBezTo>
                    <a:pt x="866" y="11267"/>
                    <a:pt x="985" y="2465"/>
                    <a:pt x="885" y="365"/>
                  </a:cubicBezTo>
                  <a:cubicBezTo>
                    <a:pt x="868" y="114"/>
                    <a:pt x="845" y="1"/>
                    <a:pt x="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0"/>
            <p:cNvSpPr/>
            <p:nvPr/>
          </p:nvSpPr>
          <p:spPr>
            <a:xfrm>
              <a:off x="315425" y="364350"/>
              <a:ext cx="3145625" cy="2299225"/>
            </a:xfrm>
            <a:custGeom>
              <a:rect b="b" l="l" r="r" t="t"/>
              <a:pathLst>
                <a:path extrusionOk="0" h="91969" w="125825">
                  <a:moveTo>
                    <a:pt x="5583" y="2850"/>
                  </a:moveTo>
                  <a:cubicBezTo>
                    <a:pt x="3871" y="12494"/>
                    <a:pt x="6382" y="13065"/>
                    <a:pt x="4099" y="35551"/>
                  </a:cubicBezTo>
                  <a:cubicBezTo>
                    <a:pt x="3985" y="36920"/>
                    <a:pt x="3871" y="38119"/>
                    <a:pt x="3813" y="39203"/>
                  </a:cubicBezTo>
                  <a:cubicBezTo>
                    <a:pt x="3985" y="20370"/>
                    <a:pt x="4156" y="3249"/>
                    <a:pt x="5583" y="2850"/>
                  </a:cubicBezTo>
                  <a:close/>
                  <a:moveTo>
                    <a:pt x="15968" y="1147"/>
                  </a:moveTo>
                  <a:lnTo>
                    <a:pt x="15968" y="1147"/>
                  </a:lnTo>
                  <a:cubicBezTo>
                    <a:pt x="14600" y="13755"/>
                    <a:pt x="14485" y="24547"/>
                    <a:pt x="13344" y="67738"/>
                  </a:cubicBezTo>
                  <a:cubicBezTo>
                    <a:pt x="12881" y="84378"/>
                    <a:pt x="13283" y="85697"/>
                    <a:pt x="11922" y="85697"/>
                  </a:cubicBezTo>
                  <a:cubicBezTo>
                    <a:pt x="11665" y="85697"/>
                    <a:pt x="11347" y="85650"/>
                    <a:pt x="10948" y="85650"/>
                  </a:cubicBezTo>
                  <a:cubicBezTo>
                    <a:pt x="10857" y="85650"/>
                    <a:pt x="10761" y="85652"/>
                    <a:pt x="10662" y="85658"/>
                  </a:cubicBezTo>
                  <a:cubicBezTo>
                    <a:pt x="12488" y="69336"/>
                    <a:pt x="11461" y="53014"/>
                    <a:pt x="12146" y="36692"/>
                  </a:cubicBezTo>
                  <a:cubicBezTo>
                    <a:pt x="12659" y="24764"/>
                    <a:pt x="14200" y="12380"/>
                    <a:pt x="13687" y="1651"/>
                  </a:cubicBezTo>
                  <a:cubicBezTo>
                    <a:pt x="15464" y="1429"/>
                    <a:pt x="15944" y="1261"/>
                    <a:pt x="15968" y="1147"/>
                  </a:cubicBezTo>
                  <a:close/>
                  <a:moveTo>
                    <a:pt x="12872" y="1601"/>
                  </a:moveTo>
                  <a:cubicBezTo>
                    <a:pt x="13921" y="1601"/>
                    <a:pt x="13147" y="5802"/>
                    <a:pt x="11689" y="34695"/>
                  </a:cubicBezTo>
                  <a:cubicBezTo>
                    <a:pt x="10947" y="49932"/>
                    <a:pt x="11803" y="85658"/>
                    <a:pt x="9520" y="85658"/>
                  </a:cubicBezTo>
                  <a:cubicBezTo>
                    <a:pt x="9603" y="63452"/>
                    <a:pt x="9656" y="38779"/>
                    <a:pt x="9570" y="38779"/>
                  </a:cubicBezTo>
                  <a:cubicBezTo>
                    <a:pt x="9537" y="38779"/>
                    <a:pt x="9485" y="42296"/>
                    <a:pt x="9406" y="50788"/>
                  </a:cubicBezTo>
                  <a:cubicBezTo>
                    <a:pt x="9067" y="84545"/>
                    <a:pt x="9756" y="85832"/>
                    <a:pt x="8228" y="85832"/>
                  </a:cubicBezTo>
                  <a:cubicBezTo>
                    <a:pt x="8102" y="85832"/>
                    <a:pt x="7961" y="85824"/>
                    <a:pt x="7802" y="85824"/>
                  </a:cubicBezTo>
                  <a:cubicBezTo>
                    <a:pt x="7619" y="85824"/>
                    <a:pt x="7413" y="85835"/>
                    <a:pt x="7181" y="85887"/>
                  </a:cubicBezTo>
                  <a:lnTo>
                    <a:pt x="7181" y="85887"/>
                  </a:lnTo>
                  <a:cubicBezTo>
                    <a:pt x="7593" y="74803"/>
                    <a:pt x="7866" y="61438"/>
                    <a:pt x="7746" y="61438"/>
                  </a:cubicBezTo>
                  <a:cubicBezTo>
                    <a:pt x="7734" y="61438"/>
                    <a:pt x="7716" y="61591"/>
                    <a:pt x="7694" y="61917"/>
                  </a:cubicBezTo>
                  <a:cubicBezTo>
                    <a:pt x="5982" y="88283"/>
                    <a:pt x="7580" y="85658"/>
                    <a:pt x="5982" y="86172"/>
                  </a:cubicBezTo>
                  <a:cubicBezTo>
                    <a:pt x="4898" y="73674"/>
                    <a:pt x="7409" y="60604"/>
                    <a:pt x="7637" y="21283"/>
                  </a:cubicBezTo>
                  <a:cubicBezTo>
                    <a:pt x="7714" y="8046"/>
                    <a:pt x="7995" y="2539"/>
                    <a:pt x="8258" y="2539"/>
                  </a:cubicBezTo>
                  <a:cubicBezTo>
                    <a:pt x="8780" y="2539"/>
                    <a:pt x="9232" y="24304"/>
                    <a:pt x="7865" y="50389"/>
                  </a:cubicBezTo>
                  <a:cubicBezTo>
                    <a:pt x="7633" y="54606"/>
                    <a:pt x="7594" y="56480"/>
                    <a:pt x="7665" y="56480"/>
                  </a:cubicBezTo>
                  <a:cubicBezTo>
                    <a:pt x="7892" y="56480"/>
                    <a:pt x="9238" y="37516"/>
                    <a:pt x="9064" y="14720"/>
                  </a:cubicBezTo>
                  <a:cubicBezTo>
                    <a:pt x="8950" y="224"/>
                    <a:pt x="7923" y="3192"/>
                    <a:pt x="11004" y="2279"/>
                  </a:cubicBezTo>
                  <a:lnTo>
                    <a:pt x="11004" y="2279"/>
                  </a:lnTo>
                  <a:cubicBezTo>
                    <a:pt x="11061" y="9812"/>
                    <a:pt x="10833" y="17288"/>
                    <a:pt x="10719" y="24764"/>
                  </a:cubicBezTo>
                  <a:cubicBezTo>
                    <a:pt x="10581" y="30466"/>
                    <a:pt x="10594" y="32835"/>
                    <a:pt x="10681" y="32835"/>
                  </a:cubicBezTo>
                  <a:cubicBezTo>
                    <a:pt x="10882" y="32835"/>
                    <a:pt x="11478" y="20158"/>
                    <a:pt x="11518" y="6730"/>
                  </a:cubicBezTo>
                  <a:cubicBezTo>
                    <a:pt x="11518" y="6445"/>
                    <a:pt x="11347" y="2222"/>
                    <a:pt x="11461" y="2165"/>
                  </a:cubicBezTo>
                  <a:cubicBezTo>
                    <a:pt x="12105" y="1958"/>
                    <a:pt x="12567" y="1601"/>
                    <a:pt x="12872" y="1601"/>
                  </a:cubicBezTo>
                  <a:close/>
                  <a:moveTo>
                    <a:pt x="30436" y="85943"/>
                  </a:moveTo>
                  <a:cubicBezTo>
                    <a:pt x="42329" y="85943"/>
                    <a:pt x="53215" y="87305"/>
                    <a:pt x="47354" y="87305"/>
                  </a:cubicBezTo>
                  <a:cubicBezTo>
                    <a:pt x="46732" y="87305"/>
                    <a:pt x="45922" y="87290"/>
                    <a:pt x="44904" y="87256"/>
                  </a:cubicBezTo>
                  <a:cubicBezTo>
                    <a:pt x="22932" y="86514"/>
                    <a:pt x="25386" y="86571"/>
                    <a:pt x="19165" y="86457"/>
                  </a:cubicBezTo>
                  <a:cubicBezTo>
                    <a:pt x="22677" y="86084"/>
                    <a:pt x="26609" y="85943"/>
                    <a:pt x="30436" y="85943"/>
                  </a:cubicBezTo>
                  <a:close/>
                  <a:moveTo>
                    <a:pt x="16711" y="681"/>
                  </a:moveTo>
                  <a:cubicBezTo>
                    <a:pt x="31523" y="2389"/>
                    <a:pt x="40091" y="2729"/>
                    <a:pt x="44875" y="2729"/>
                  </a:cubicBezTo>
                  <a:cubicBezTo>
                    <a:pt x="48046" y="2729"/>
                    <a:pt x="49555" y="2580"/>
                    <a:pt x="50118" y="2580"/>
                  </a:cubicBezTo>
                  <a:cubicBezTo>
                    <a:pt x="50352" y="2580"/>
                    <a:pt x="50423" y="2605"/>
                    <a:pt x="50383" y="2678"/>
                  </a:cubicBezTo>
                  <a:cubicBezTo>
                    <a:pt x="50440" y="2678"/>
                    <a:pt x="50440" y="2621"/>
                    <a:pt x="50440" y="2621"/>
                  </a:cubicBezTo>
                  <a:cubicBezTo>
                    <a:pt x="50896" y="2621"/>
                    <a:pt x="51353" y="2621"/>
                    <a:pt x="51752" y="2678"/>
                  </a:cubicBezTo>
                  <a:cubicBezTo>
                    <a:pt x="52095" y="2678"/>
                    <a:pt x="52323" y="2735"/>
                    <a:pt x="52608" y="2792"/>
                  </a:cubicBezTo>
                  <a:cubicBezTo>
                    <a:pt x="52736" y="2786"/>
                    <a:pt x="52866" y="2783"/>
                    <a:pt x="52997" y="2783"/>
                  </a:cubicBezTo>
                  <a:cubicBezTo>
                    <a:pt x="54089" y="2783"/>
                    <a:pt x="55278" y="2982"/>
                    <a:pt x="56603" y="3135"/>
                  </a:cubicBezTo>
                  <a:cubicBezTo>
                    <a:pt x="56660" y="3135"/>
                    <a:pt x="56775" y="3078"/>
                    <a:pt x="56832" y="3078"/>
                  </a:cubicBezTo>
                  <a:cubicBezTo>
                    <a:pt x="57117" y="3021"/>
                    <a:pt x="57345" y="3021"/>
                    <a:pt x="57574" y="3021"/>
                  </a:cubicBezTo>
                  <a:lnTo>
                    <a:pt x="58201" y="3021"/>
                  </a:lnTo>
                  <a:cubicBezTo>
                    <a:pt x="58544" y="2915"/>
                    <a:pt x="59131" y="2874"/>
                    <a:pt x="59841" y="2874"/>
                  </a:cubicBezTo>
                  <a:cubicBezTo>
                    <a:pt x="62199" y="2874"/>
                    <a:pt x="65906" y="3332"/>
                    <a:pt x="66476" y="3420"/>
                  </a:cubicBezTo>
                  <a:cubicBezTo>
                    <a:pt x="62653" y="59121"/>
                    <a:pt x="64308" y="86743"/>
                    <a:pt x="63223" y="87085"/>
                  </a:cubicBezTo>
                  <a:cubicBezTo>
                    <a:pt x="61627" y="87595"/>
                    <a:pt x="60021" y="87792"/>
                    <a:pt x="58352" y="87792"/>
                  </a:cubicBezTo>
                  <a:cubicBezTo>
                    <a:pt x="54234" y="87792"/>
                    <a:pt x="49733" y="86593"/>
                    <a:pt x="44048" y="85944"/>
                  </a:cubicBezTo>
                  <a:cubicBezTo>
                    <a:pt x="39674" y="85423"/>
                    <a:pt x="35378" y="85177"/>
                    <a:pt x="31136" y="85177"/>
                  </a:cubicBezTo>
                  <a:cubicBezTo>
                    <a:pt x="25139" y="85177"/>
                    <a:pt x="19251" y="85669"/>
                    <a:pt x="13401" y="86571"/>
                  </a:cubicBezTo>
                  <a:cubicBezTo>
                    <a:pt x="15113" y="23052"/>
                    <a:pt x="15228" y="13750"/>
                    <a:pt x="16711" y="681"/>
                  </a:cubicBezTo>
                  <a:close/>
                  <a:moveTo>
                    <a:pt x="116617" y="4343"/>
                  </a:moveTo>
                  <a:cubicBezTo>
                    <a:pt x="116780" y="4343"/>
                    <a:pt x="117008" y="4511"/>
                    <a:pt x="117326" y="4562"/>
                  </a:cubicBezTo>
                  <a:lnTo>
                    <a:pt x="117269" y="4562"/>
                  </a:lnTo>
                  <a:cubicBezTo>
                    <a:pt x="118239" y="20770"/>
                    <a:pt x="118125" y="17174"/>
                    <a:pt x="117383" y="40173"/>
                  </a:cubicBezTo>
                  <a:cubicBezTo>
                    <a:pt x="117111" y="48041"/>
                    <a:pt x="117072" y="51204"/>
                    <a:pt x="117151" y="51204"/>
                  </a:cubicBezTo>
                  <a:lnTo>
                    <a:pt x="117151" y="51204"/>
                  </a:lnTo>
                  <a:cubicBezTo>
                    <a:pt x="117401" y="51204"/>
                    <a:pt x="118842" y="18960"/>
                    <a:pt x="117668" y="4619"/>
                  </a:cubicBezTo>
                  <a:lnTo>
                    <a:pt x="117668" y="4619"/>
                  </a:lnTo>
                  <a:cubicBezTo>
                    <a:pt x="120408" y="5075"/>
                    <a:pt x="119723" y="3306"/>
                    <a:pt x="119894" y="13807"/>
                  </a:cubicBezTo>
                  <a:cubicBezTo>
                    <a:pt x="120000" y="19015"/>
                    <a:pt x="120151" y="22596"/>
                    <a:pt x="120249" y="22596"/>
                  </a:cubicBezTo>
                  <a:cubicBezTo>
                    <a:pt x="120310" y="22596"/>
                    <a:pt x="120351" y="21260"/>
                    <a:pt x="120351" y="18144"/>
                  </a:cubicBezTo>
                  <a:cubicBezTo>
                    <a:pt x="120304" y="6309"/>
                    <a:pt x="119759" y="4980"/>
                    <a:pt x="120444" y="4980"/>
                  </a:cubicBezTo>
                  <a:cubicBezTo>
                    <a:pt x="120594" y="4980"/>
                    <a:pt x="120804" y="5044"/>
                    <a:pt x="121093" y="5075"/>
                  </a:cubicBezTo>
                  <a:cubicBezTo>
                    <a:pt x="120783" y="8207"/>
                    <a:pt x="121137" y="12772"/>
                    <a:pt x="121367" y="12772"/>
                  </a:cubicBezTo>
                  <a:cubicBezTo>
                    <a:pt x="121519" y="12772"/>
                    <a:pt x="121616" y="10795"/>
                    <a:pt x="121435" y="5132"/>
                  </a:cubicBezTo>
                  <a:lnTo>
                    <a:pt x="121435" y="5132"/>
                  </a:lnTo>
                  <a:cubicBezTo>
                    <a:pt x="123489" y="5589"/>
                    <a:pt x="121663" y="44625"/>
                    <a:pt x="121378" y="69450"/>
                  </a:cubicBezTo>
                  <a:cubicBezTo>
                    <a:pt x="121101" y="87668"/>
                    <a:pt x="121831" y="89337"/>
                    <a:pt x="120826" y="89337"/>
                  </a:cubicBezTo>
                  <a:cubicBezTo>
                    <a:pt x="120600" y="89337"/>
                    <a:pt x="120288" y="89253"/>
                    <a:pt x="119856" y="89253"/>
                  </a:cubicBezTo>
                  <a:cubicBezTo>
                    <a:pt x="119831" y="89253"/>
                    <a:pt x="119806" y="89253"/>
                    <a:pt x="119780" y="89254"/>
                  </a:cubicBezTo>
                  <a:cubicBezTo>
                    <a:pt x="118810" y="62488"/>
                    <a:pt x="121492" y="55468"/>
                    <a:pt x="120807" y="38233"/>
                  </a:cubicBezTo>
                  <a:cubicBezTo>
                    <a:pt x="120522" y="31327"/>
                    <a:pt x="120522" y="30757"/>
                    <a:pt x="121150" y="23851"/>
                  </a:cubicBezTo>
                  <a:cubicBezTo>
                    <a:pt x="121162" y="23709"/>
                    <a:pt x="121158" y="23639"/>
                    <a:pt x="121142" y="23639"/>
                  </a:cubicBezTo>
                  <a:cubicBezTo>
                    <a:pt x="121011" y="23639"/>
                    <a:pt x="120045" y="28384"/>
                    <a:pt x="120351" y="36578"/>
                  </a:cubicBezTo>
                  <a:cubicBezTo>
                    <a:pt x="121035" y="55582"/>
                    <a:pt x="119152" y="61346"/>
                    <a:pt x="119095" y="74986"/>
                  </a:cubicBezTo>
                  <a:cubicBezTo>
                    <a:pt x="119005" y="87659"/>
                    <a:pt x="119984" y="89390"/>
                    <a:pt x="118793" y="89390"/>
                  </a:cubicBezTo>
                  <a:cubicBezTo>
                    <a:pt x="118477" y="89390"/>
                    <a:pt x="118008" y="89268"/>
                    <a:pt x="117326" y="89197"/>
                  </a:cubicBezTo>
                  <a:cubicBezTo>
                    <a:pt x="117932" y="59100"/>
                    <a:pt x="117662" y="56083"/>
                    <a:pt x="117543" y="56083"/>
                  </a:cubicBezTo>
                  <a:cubicBezTo>
                    <a:pt x="117516" y="56083"/>
                    <a:pt x="117497" y="56236"/>
                    <a:pt x="117497" y="56267"/>
                  </a:cubicBezTo>
                  <a:cubicBezTo>
                    <a:pt x="116847" y="85769"/>
                    <a:pt x="117369" y="89174"/>
                    <a:pt x="116354" y="89174"/>
                  </a:cubicBezTo>
                  <a:cubicBezTo>
                    <a:pt x="116122" y="89174"/>
                    <a:pt x="115810" y="88996"/>
                    <a:pt x="115386" y="88911"/>
                  </a:cubicBezTo>
                  <a:cubicBezTo>
                    <a:pt x="115271" y="88854"/>
                    <a:pt x="115785" y="42114"/>
                    <a:pt x="116070" y="22425"/>
                  </a:cubicBezTo>
                  <a:cubicBezTo>
                    <a:pt x="116248" y="6374"/>
                    <a:pt x="116046" y="4343"/>
                    <a:pt x="116617" y="4343"/>
                  </a:cubicBezTo>
                  <a:close/>
                  <a:moveTo>
                    <a:pt x="84090" y="2710"/>
                  </a:moveTo>
                  <a:cubicBezTo>
                    <a:pt x="85243" y="2710"/>
                    <a:pt x="86484" y="2718"/>
                    <a:pt x="87821" y="2735"/>
                  </a:cubicBezTo>
                  <a:cubicBezTo>
                    <a:pt x="103629" y="2964"/>
                    <a:pt x="115785" y="3363"/>
                    <a:pt x="115785" y="3477"/>
                  </a:cubicBezTo>
                  <a:cubicBezTo>
                    <a:pt x="114929" y="65684"/>
                    <a:pt x="114986" y="57466"/>
                    <a:pt x="114529" y="89596"/>
                  </a:cubicBezTo>
                  <a:cubicBezTo>
                    <a:pt x="111591" y="89664"/>
                    <a:pt x="108676" y="89697"/>
                    <a:pt x="105784" y="89697"/>
                  </a:cubicBezTo>
                  <a:cubicBezTo>
                    <a:pt x="91604" y="89697"/>
                    <a:pt x="77961" y="88897"/>
                    <a:pt x="64593" y="87427"/>
                  </a:cubicBezTo>
                  <a:cubicBezTo>
                    <a:pt x="64650" y="55069"/>
                    <a:pt x="65620" y="30186"/>
                    <a:pt x="67161" y="3420"/>
                  </a:cubicBezTo>
                  <a:cubicBezTo>
                    <a:pt x="67487" y="3500"/>
                    <a:pt x="67781" y="3533"/>
                    <a:pt x="68110" y="3533"/>
                  </a:cubicBezTo>
                  <a:cubicBezTo>
                    <a:pt x="69749" y="3533"/>
                    <a:pt x="72266" y="2710"/>
                    <a:pt x="84090" y="2710"/>
                  </a:cubicBezTo>
                  <a:close/>
                  <a:moveTo>
                    <a:pt x="16530" y="1"/>
                  </a:moveTo>
                  <a:cubicBezTo>
                    <a:pt x="16167" y="1"/>
                    <a:pt x="16107" y="85"/>
                    <a:pt x="16084" y="281"/>
                  </a:cubicBezTo>
                  <a:cubicBezTo>
                    <a:pt x="16026" y="567"/>
                    <a:pt x="16026" y="852"/>
                    <a:pt x="15969" y="1137"/>
                  </a:cubicBezTo>
                  <a:cubicBezTo>
                    <a:pt x="15969" y="1080"/>
                    <a:pt x="15855" y="1080"/>
                    <a:pt x="15798" y="1080"/>
                  </a:cubicBezTo>
                  <a:cubicBezTo>
                    <a:pt x="15635" y="1080"/>
                    <a:pt x="8862" y="207"/>
                    <a:pt x="4985" y="207"/>
                  </a:cubicBezTo>
                  <a:cubicBezTo>
                    <a:pt x="3434" y="207"/>
                    <a:pt x="2346" y="347"/>
                    <a:pt x="2330" y="738"/>
                  </a:cubicBezTo>
                  <a:cubicBezTo>
                    <a:pt x="1474" y="29844"/>
                    <a:pt x="732" y="58436"/>
                    <a:pt x="47" y="87199"/>
                  </a:cubicBezTo>
                  <a:cubicBezTo>
                    <a:pt x="1" y="88724"/>
                    <a:pt x="81376" y="91969"/>
                    <a:pt x="112437" y="91969"/>
                  </a:cubicBezTo>
                  <a:cubicBezTo>
                    <a:pt x="119744" y="91969"/>
                    <a:pt x="124267" y="91789"/>
                    <a:pt x="124288" y="91365"/>
                  </a:cubicBezTo>
                  <a:cubicBezTo>
                    <a:pt x="125316" y="57637"/>
                    <a:pt x="125715" y="24023"/>
                    <a:pt x="125658" y="2850"/>
                  </a:cubicBezTo>
                  <a:cubicBezTo>
                    <a:pt x="125658" y="2622"/>
                    <a:pt x="125824" y="2561"/>
                    <a:pt x="124165" y="2561"/>
                  </a:cubicBezTo>
                  <a:cubicBezTo>
                    <a:pt x="122905" y="2561"/>
                    <a:pt x="120593" y="2597"/>
                    <a:pt x="116356" y="2621"/>
                  </a:cubicBezTo>
                  <a:cubicBezTo>
                    <a:pt x="116070" y="2621"/>
                    <a:pt x="116070" y="2964"/>
                    <a:pt x="116299" y="2964"/>
                  </a:cubicBezTo>
                  <a:cubicBezTo>
                    <a:pt x="119266" y="3021"/>
                    <a:pt x="122234" y="3021"/>
                    <a:pt x="125145" y="3078"/>
                  </a:cubicBezTo>
                  <a:cubicBezTo>
                    <a:pt x="124973" y="43712"/>
                    <a:pt x="124517" y="66996"/>
                    <a:pt x="123775" y="91080"/>
                  </a:cubicBezTo>
                  <a:cubicBezTo>
                    <a:pt x="120679" y="91189"/>
                    <a:pt x="116453" y="91243"/>
                    <a:pt x="111376" y="91243"/>
                  </a:cubicBezTo>
                  <a:cubicBezTo>
                    <a:pt x="84633" y="91243"/>
                    <a:pt x="34249" y="89744"/>
                    <a:pt x="675" y="86914"/>
                  </a:cubicBezTo>
                  <a:cubicBezTo>
                    <a:pt x="1359" y="57922"/>
                    <a:pt x="2101" y="29558"/>
                    <a:pt x="2957" y="1023"/>
                  </a:cubicBezTo>
                  <a:cubicBezTo>
                    <a:pt x="4275" y="912"/>
                    <a:pt x="5592" y="852"/>
                    <a:pt x="6905" y="852"/>
                  </a:cubicBezTo>
                  <a:cubicBezTo>
                    <a:pt x="8950" y="852"/>
                    <a:pt x="10986" y="996"/>
                    <a:pt x="13002" y="1309"/>
                  </a:cubicBezTo>
                  <a:cubicBezTo>
                    <a:pt x="8950" y="2964"/>
                    <a:pt x="7181" y="2108"/>
                    <a:pt x="7181" y="2678"/>
                  </a:cubicBezTo>
                  <a:cubicBezTo>
                    <a:pt x="7808" y="52215"/>
                    <a:pt x="4441" y="72475"/>
                    <a:pt x="5583" y="85887"/>
                  </a:cubicBezTo>
                  <a:lnTo>
                    <a:pt x="5583" y="85887"/>
                  </a:lnTo>
                  <a:cubicBezTo>
                    <a:pt x="5531" y="85868"/>
                    <a:pt x="5481" y="85861"/>
                    <a:pt x="5433" y="85861"/>
                  </a:cubicBezTo>
                  <a:cubicBezTo>
                    <a:pt x="5266" y="85861"/>
                    <a:pt x="5124" y="85950"/>
                    <a:pt x="5008" y="85950"/>
                  </a:cubicBezTo>
                  <a:cubicBezTo>
                    <a:pt x="4253" y="85950"/>
                    <a:pt x="4653" y="82116"/>
                    <a:pt x="6610" y="24137"/>
                  </a:cubicBezTo>
                  <a:cubicBezTo>
                    <a:pt x="6610" y="24065"/>
                    <a:pt x="6560" y="24033"/>
                    <a:pt x="6502" y="24033"/>
                  </a:cubicBezTo>
                  <a:cubicBezTo>
                    <a:pt x="6421" y="24033"/>
                    <a:pt x="6325" y="24094"/>
                    <a:pt x="6325" y="24194"/>
                  </a:cubicBezTo>
                  <a:cubicBezTo>
                    <a:pt x="2283" y="81034"/>
                    <a:pt x="5934" y="85674"/>
                    <a:pt x="3736" y="85674"/>
                  </a:cubicBezTo>
                  <a:cubicBezTo>
                    <a:pt x="3451" y="85674"/>
                    <a:pt x="3069" y="85596"/>
                    <a:pt x="2558" y="85544"/>
                  </a:cubicBezTo>
                  <a:cubicBezTo>
                    <a:pt x="3585" y="78867"/>
                    <a:pt x="3699" y="60604"/>
                    <a:pt x="3813" y="42970"/>
                  </a:cubicBezTo>
                  <a:cubicBezTo>
                    <a:pt x="3939" y="44679"/>
                    <a:pt x="4186" y="45323"/>
                    <a:pt x="4309" y="45323"/>
                  </a:cubicBezTo>
                  <a:cubicBezTo>
                    <a:pt x="4355" y="45323"/>
                    <a:pt x="4384" y="45235"/>
                    <a:pt x="4384" y="45081"/>
                  </a:cubicBezTo>
                  <a:cubicBezTo>
                    <a:pt x="4670" y="28816"/>
                    <a:pt x="4898" y="36692"/>
                    <a:pt x="5526" y="27960"/>
                  </a:cubicBezTo>
                  <a:cubicBezTo>
                    <a:pt x="6210" y="19343"/>
                    <a:pt x="4670" y="12209"/>
                    <a:pt x="5811" y="2792"/>
                  </a:cubicBezTo>
                  <a:cubicBezTo>
                    <a:pt x="7909" y="2302"/>
                    <a:pt x="7926" y="2085"/>
                    <a:pt x="7271" y="2085"/>
                  </a:cubicBezTo>
                  <a:cubicBezTo>
                    <a:pt x="6554" y="2085"/>
                    <a:pt x="5033" y="2345"/>
                    <a:pt x="4555" y="2792"/>
                  </a:cubicBezTo>
                  <a:cubicBezTo>
                    <a:pt x="3928" y="3420"/>
                    <a:pt x="2843" y="31955"/>
                    <a:pt x="3129" y="66996"/>
                  </a:cubicBezTo>
                  <a:cubicBezTo>
                    <a:pt x="3243" y="84060"/>
                    <a:pt x="1531" y="85944"/>
                    <a:pt x="2273" y="86001"/>
                  </a:cubicBezTo>
                  <a:cubicBezTo>
                    <a:pt x="4704" y="86244"/>
                    <a:pt x="5294" y="86314"/>
                    <a:pt x="5472" y="86314"/>
                  </a:cubicBezTo>
                  <a:cubicBezTo>
                    <a:pt x="5545" y="86314"/>
                    <a:pt x="5550" y="86303"/>
                    <a:pt x="5583" y="86286"/>
                  </a:cubicBezTo>
                  <a:cubicBezTo>
                    <a:pt x="5633" y="86386"/>
                    <a:pt x="5595" y="86706"/>
                    <a:pt x="5816" y="86706"/>
                  </a:cubicBezTo>
                  <a:cubicBezTo>
                    <a:pt x="5847" y="86706"/>
                    <a:pt x="5883" y="86700"/>
                    <a:pt x="5925" y="86685"/>
                  </a:cubicBezTo>
                  <a:cubicBezTo>
                    <a:pt x="7211" y="86213"/>
                    <a:pt x="7978" y="86091"/>
                    <a:pt x="8564" y="86091"/>
                  </a:cubicBezTo>
                  <a:cubicBezTo>
                    <a:pt x="9196" y="86091"/>
                    <a:pt x="9618" y="86233"/>
                    <a:pt x="10254" y="86233"/>
                  </a:cubicBezTo>
                  <a:cubicBezTo>
                    <a:pt x="10312" y="86233"/>
                    <a:pt x="10372" y="86232"/>
                    <a:pt x="10434" y="86229"/>
                  </a:cubicBezTo>
                  <a:cubicBezTo>
                    <a:pt x="11575" y="86138"/>
                    <a:pt x="12187" y="86046"/>
                    <a:pt x="12510" y="86046"/>
                  </a:cubicBezTo>
                  <a:cubicBezTo>
                    <a:pt x="12995" y="86046"/>
                    <a:pt x="12831" y="86252"/>
                    <a:pt x="12831" y="86971"/>
                  </a:cubicBezTo>
                  <a:cubicBezTo>
                    <a:pt x="12831" y="87161"/>
                    <a:pt x="12862" y="87242"/>
                    <a:pt x="13113" y="87242"/>
                  </a:cubicBezTo>
                  <a:cubicBezTo>
                    <a:pt x="13540" y="87242"/>
                    <a:pt x="14602" y="87009"/>
                    <a:pt x="17225" y="86685"/>
                  </a:cubicBezTo>
                  <a:cubicBezTo>
                    <a:pt x="19394" y="86914"/>
                    <a:pt x="52437" y="87998"/>
                    <a:pt x="53293" y="87998"/>
                  </a:cubicBezTo>
                  <a:cubicBezTo>
                    <a:pt x="55556" y="88342"/>
                    <a:pt x="57333" y="88466"/>
                    <a:pt x="58726" y="88466"/>
                  </a:cubicBezTo>
                  <a:cubicBezTo>
                    <a:pt x="62392" y="88466"/>
                    <a:pt x="63400" y="87604"/>
                    <a:pt x="63587" y="87604"/>
                  </a:cubicBezTo>
                  <a:cubicBezTo>
                    <a:pt x="63613" y="87604"/>
                    <a:pt x="63623" y="87620"/>
                    <a:pt x="63623" y="87656"/>
                  </a:cubicBezTo>
                  <a:cubicBezTo>
                    <a:pt x="63623" y="89831"/>
                    <a:pt x="94448" y="90450"/>
                    <a:pt x="108946" y="90450"/>
                  </a:cubicBezTo>
                  <a:cubicBezTo>
                    <a:pt x="111567" y="90450"/>
                    <a:pt x="113654" y="90430"/>
                    <a:pt x="114929" y="90395"/>
                  </a:cubicBezTo>
                  <a:cubicBezTo>
                    <a:pt x="115386" y="90395"/>
                    <a:pt x="115328" y="89824"/>
                    <a:pt x="115328" y="89368"/>
                  </a:cubicBezTo>
                  <a:lnTo>
                    <a:pt x="115328" y="89368"/>
                  </a:lnTo>
                  <a:cubicBezTo>
                    <a:pt x="116251" y="89565"/>
                    <a:pt x="118277" y="89763"/>
                    <a:pt x="119825" y="89763"/>
                  </a:cubicBezTo>
                  <a:cubicBezTo>
                    <a:pt x="120958" y="89763"/>
                    <a:pt x="121834" y="89657"/>
                    <a:pt x="121834" y="89368"/>
                  </a:cubicBezTo>
                  <a:cubicBezTo>
                    <a:pt x="121378" y="67567"/>
                    <a:pt x="123547" y="7472"/>
                    <a:pt x="122633" y="5361"/>
                  </a:cubicBezTo>
                  <a:cubicBezTo>
                    <a:pt x="122405" y="4847"/>
                    <a:pt x="121892" y="4904"/>
                    <a:pt x="121435" y="4790"/>
                  </a:cubicBezTo>
                  <a:cubicBezTo>
                    <a:pt x="121406" y="4733"/>
                    <a:pt x="121349" y="4704"/>
                    <a:pt x="121292" y="4704"/>
                  </a:cubicBezTo>
                  <a:cubicBezTo>
                    <a:pt x="121235" y="4704"/>
                    <a:pt x="121178" y="4733"/>
                    <a:pt x="121150" y="4790"/>
                  </a:cubicBezTo>
                  <a:cubicBezTo>
                    <a:pt x="115443" y="3991"/>
                    <a:pt x="116299" y="4447"/>
                    <a:pt x="116299" y="3249"/>
                  </a:cubicBezTo>
                  <a:cubicBezTo>
                    <a:pt x="116299" y="2742"/>
                    <a:pt x="98755" y="2188"/>
                    <a:pt x="84374" y="2188"/>
                  </a:cubicBezTo>
                  <a:cubicBezTo>
                    <a:pt x="76113" y="2188"/>
                    <a:pt x="68896" y="2371"/>
                    <a:pt x="66648" y="2850"/>
                  </a:cubicBezTo>
                  <a:cubicBezTo>
                    <a:pt x="65512" y="2483"/>
                    <a:pt x="62685" y="2376"/>
                    <a:pt x="60473" y="2376"/>
                  </a:cubicBezTo>
                  <a:cubicBezTo>
                    <a:pt x="59238" y="2376"/>
                    <a:pt x="58195" y="2409"/>
                    <a:pt x="57745" y="2450"/>
                  </a:cubicBezTo>
                  <a:cubicBezTo>
                    <a:pt x="54599" y="2170"/>
                    <a:pt x="53251" y="1998"/>
                    <a:pt x="52430" y="1998"/>
                  </a:cubicBezTo>
                  <a:cubicBezTo>
                    <a:pt x="51911" y="1998"/>
                    <a:pt x="51602" y="2067"/>
                    <a:pt x="51182" y="2222"/>
                  </a:cubicBezTo>
                  <a:cubicBezTo>
                    <a:pt x="24091" y="1311"/>
                    <a:pt x="17960" y="1"/>
                    <a:pt x="16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0"/>
            <p:cNvSpPr/>
            <p:nvPr/>
          </p:nvSpPr>
          <p:spPr>
            <a:xfrm>
              <a:off x="3272550" y="1296350"/>
              <a:ext cx="34525" cy="637975"/>
            </a:xfrm>
            <a:custGeom>
              <a:rect b="b" l="l" r="r" t="t"/>
              <a:pathLst>
                <a:path extrusionOk="0" h="25519" w="1381">
                  <a:moveTo>
                    <a:pt x="835" y="1"/>
                  </a:moveTo>
                  <a:cubicBezTo>
                    <a:pt x="819" y="1"/>
                    <a:pt x="810" y="67"/>
                    <a:pt x="810" y="154"/>
                  </a:cubicBezTo>
                  <a:cubicBezTo>
                    <a:pt x="468" y="14079"/>
                    <a:pt x="1381" y="10141"/>
                    <a:pt x="11" y="25322"/>
                  </a:cubicBezTo>
                  <a:cubicBezTo>
                    <a:pt x="0" y="25421"/>
                    <a:pt x="32" y="25519"/>
                    <a:pt x="91" y="25519"/>
                  </a:cubicBezTo>
                  <a:cubicBezTo>
                    <a:pt x="337" y="25519"/>
                    <a:pt x="1060" y="23829"/>
                    <a:pt x="1153" y="13565"/>
                  </a:cubicBezTo>
                  <a:cubicBezTo>
                    <a:pt x="1201" y="2016"/>
                    <a:pt x="922" y="1"/>
                    <a:pt x="835" y="1"/>
                  </a:cubicBezTo>
                  <a:close/>
                </a:path>
              </a:pathLst>
            </a:custGeom>
            <a:solidFill>
              <a:srgbClr val="7258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6" name="Google Shape;426;p30"/>
          <p:cNvSpPr txBox="1"/>
          <p:nvPr>
            <p:ph hasCustomPrompt="1" type="title"/>
          </p:nvPr>
        </p:nvSpPr>
        <p:spPr>
          <a:xfrm>
            <a:off x="1465425" y="1724700"/>
            <a:ext cx="29559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27" name="Google Shape;427;p30"/>
          <p:cNvSpPr txBox="1"/>
          <p:nvPr>
            <p:ph idx="1" type="subTitle"/>
          </p:nvPr>
        </p:nvSpPr>
        <p:spPr>
          <a:xfrm>
            <a:off x="1465425" y="2405907"/>
            <a:ext cx="2955900" cy="436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28" name="Google Shape;428;p30"/>
          <p:cNvSpPr txBox="1"/>
          <p:nvPr>
            <p:ph hasCustomPrompt="1" idx="2" type="title"/>
          </p:nvPr>
        </p:nvSpPr>
        <p:spPr>
          <a:xfrm>
            <a:off x="4995350" y="979350"/>
            <a:ext cx="29559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29" name="Google Shape;429;p30"/>
          <p:cNvSpPr txBox="1"/>
          <p:nvPr>
            <p:ph idx="3" type="subTitle"/>
          </p:nvPr>
        </p:nvSpPr>
        <p:spPr>
          <a:xfrm>
            <a:off x="5121502" y="1635079"/>
            <a:ext cx="2703600" cy="562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30" name="Google Shape;430;p30"/>
          <p:cNvSpPr txBox="1"/>
          <p:nvPr>
            <p:ph hasCustomPrompt="1" idx="4" type="title"/>
          </p:nvPr>
        </p:nvSpPr>
        <p:spPr>
          <a:xfrm>
            <a:off x="4995350" y="2998450"/>
            <a:ext cx="29559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31" name="Google Shape;431;p30"/>
          <p:cNvSpPr txBox="1"/>
          <p:nvPr>
            <p:ph idx="5" type="subTitle"/>
          </p:nvPr>
        </p:nvSpPr>
        <p:spPr>
          <a:xfrm>
            <a:off x="5121502" y="3683172"/>
            <a:ext cx="2703600" cy="562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31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4" name="Google Shape;434;p31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435" name="Google Shape;435;p31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31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31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31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31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31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31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2" name="Google Shape;442;p31"/>
          <p:cNvSpPr txBox="1"/>
          <p:nvPr>
            <p:ph hasCustomPrompt="1" type="title"/>
          </p:nvPr>
        </p:nvSpPr>
        <p:spPr>
          <a:xfrm>
            <a:off x="1325650" y="1309014"/>
            <a:ext cx="13989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3" name="Google Shape;443;p31"/>
          <p:cNvSpPr txBox="1"/>
          <p:nvPr>
            <p:ph idx="1" type="subTitle"/>
          </p:nvPr>
        </p:nvSpPr>
        <p:spPr>
          <a:xfrm>
            <a:off x="938500" y="3083973"/>
            <a:ext cx="2173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44" name="Google Shape;444;p31"/>
          <p:cNvSpPr txBox="1"/>
          <p:nvPr>
            <p:ph idx="2" type="subTitle"/>
          </p:nvPr>
        </p:nvSpPr>
        <p:spPr>
          <a:xfrm>
            <a:off x="938500" y="2689037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hasCustomPrompt="1" idx="3" type="title"/>
          </p:nvPr>
        </p:nvSpPr>
        <p:spPr>
          <a:xfrm>
            <a:off x="3858763" y="1309014"/>
            <a:ext cx="13977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6" name="Google Shape;446;p31"/>
          <p:cNvSpPr txBox="1"/>
          <p:nvPr>
            <p:ph idx="4" type="subTitle"/>
          </p:nvPr>
        </p:nvSpPr>
        <p:spPr>
          <a:xfrm>
            <a:off x="3470713" y="3083973"/>
            <a:ext cx="2173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5" type="subTitle"/>
          </p:nvPr>
        </p:nvSpPr>
        <p:spPr>
          <a:xfrm>
            <a:off x="3470713" y="2689037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hasCustomPrompt="1" idx="6" type="title"/>
          </p:nvPr>
        </p:nvSpPr>
        <p:spPr>
          <a:xfrm>
            <a:off x="6390675" y="1309014"/>
            <a:ext cx="13977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9" name="Google Shape;449;p31"/>
          <p:cNvSpPr txBox="1"/>
          <p:nvPr>
            <p:ph idx="7" type="subTitle"/>
          </p:nvPr>
        </p:nvSpPr>
        <p:spPr>
          <a:xfrm>
            <a:off x="6002925" y="3083973"/>
            <a:ext cx="2173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50" name="Google Shape;450;p31"/>
          <p:cNvSpPr txBox="1"/>
          <p:nvPr>
            <p:ph idx="8" type="subTitle"/>
          </p:nvPr>
        </p:nvSpPr>
        <p:spPr>
          <a:xfrm>
            <a:off x="6002925" y="2689037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51" name="Google Shape;451;p31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2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4" name="Google Shape;454;p32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455" name="Google Shape;455;p32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32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32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32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2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2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2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2" name="Google Shape;462;p32"/>
          <p:cNvSpPr txBox="1"/>
          <p:nvPr>
            <p:ph type="title"/>
          </p:nvPr>
        </p:nvSpPr>
        <p:spPr>
          <a:xfrm>
            <a:off x="2347950" y="307046"/>
            <a:ext cx="4448100" cy="11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7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3" name="Google Shape;463;p32"/>
          <p:cNvSpPr txBox="1"/>
          <p:nvPr>
            <p:ph idx="1" type="subTitle"/>
          </p:nvPr>
        </p:nvSpPr>
        <p:spPr>
          <a:xfrm>
            <a:off x="2347950" y="2165026"/>
            <a:ext cx="4448100" cy="112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32"/>
          <p:cNvSpPr txBox="1"/>
          <p:nvPr/>
        </p:nvSpPr>
        <p:spPr>
          <a:xfrm>
            <a:off x="2099100" y="3271436"/>
            <a:ext cx="4945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CREDITS:</a:t>
            </a: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This presentation template was created by </a:t>
            </a:r>
            <a:r>
              <a:rPr b="1" lang="en" sz="1200">
                <a:solidFill>
                  <a:schemeClr val="dk2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and includes icons by </a:t>
            </a:r>
            <a:r>
              <a:rPr b="1" lang="en" sz="1200">
                <a:solidFill>
                  <a:schemeClr val="dk2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and infographics &amp; images by </a:t>
            </a:r>
            <a:r>
              <a:rPr b="1" lang="en" sz="1200">
                <a:solidFill>
                  <a:schemeClr val="dk2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33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7" name="Google Shape;467;p33"/>
          <p:cNvGrpSpPr/>
          <p:nvPr/>
        </p:nvGrpSpPr>
        <p:grpSpPr>
          <a:xfrm rot="-33946">
            <a:off x="207704" y="115071"/>
            <a:ext cx="8728591" cy="4878962"/>
            <a:chOff x="315425" y="364350"/>
            <a:chExt cx="3145625" cy="2299225"/>
          </a:xfrm>
        </p:grpSpPr>
        <p:sp>
          <p:nvSpPr>
            <p:cNvPr id="468" name="Google Shape;468;p33"/>
            <p:cNvSpPr/>
            <p:nvPr/>
          </p:nvSpPr>
          <p:spPr>
            <a:xfrm>
              <a:off x="332275" y="374100"/>
              <a:ext cx="3126050" cy="2279075"/>
            </a:xfrm>
            <a:custGeom>
              <a:rect b="b" l="l" r="r" t="t"/>
              <a:pathLst>
                <a:path extrusionOk="0" h="91163" w="125042">
                  <a:moveTo>
                    <a:pt x="6040" y="0"/>
                  </a:moveTo>
                  <a:cubicBezTo>
                    <a:pt x="5232" y="0"/>
                    <a:pt x="4419" y="21"/>
                    <a:pt x="3596" y="63"/>
                  </a:cubicBezTo>
                  <a:cubicBezTo>
                    <a:pt x="3139" y="63"/>
                    <a:pt x="2626" y="405"/>
                    <a:pt x="2283" y="690"/>
                  </a:cubicBezTo>
                  <a:cubicBezTo>
                    <a:pt x="2112" y="5484"/>
                    <a:pt x="1941" y="10335"/>
                    <a:pt x="1770" y="15129"/>
                  </a:cubicBezTo>
                  <a:cubicBezTo>
                    <a:pt x="1313" y="28712"/>
                    <a:pt x="1142" y="42294"/>
                    <a:pt x="685" y="55877"/>
                  </a:cubicBezTo>
                  <a:cubicBezTo>
                    <a:pt x="514" y="61128"/>
                    <a:pt x="685" y="66378"/>
                    <a:pt x="286" y="71628"/>
                  </a:cubicBezTo>
                  <a:cubicBezTo>
                    <a:pt x="1" y="75224"/>
                    <a:pt x="400" y="78876"/>
                    <a:pt x="115" y="82472"/>
                  </a:cubicBezTo>
                  <a:cubicBezTo>
                    <a:pt x="1" y="83727"/>
                    <a:pt x="58" y="85040"/>
                    <a:pt x="58" y="86295"/>
                  </a:cubicBezTo>
                  <a:cubicBezTo>
                    <a:pt x="58" y="87266"/>
                    <a:pt x="8276" y="87608"/>
                    <a:pt x="9417" y="87665"/>
                  </a:cubicBezTo>
                  <a:cubicBezTo>
                    <a:pt x="12271" y="87836"/>
                    <a:pt x="15124" y="87836"/>
                    <a:pt x="17921" y="88008"/>
                  </a:cubicBezTo>
                  <a:cubicBezTo>
                    <a:pt x="23114" y="88236"/>
                    <a:pt x="28250" y="88521"/>
                    <a:pt x="33444" y="88864"/>
                  </a:cubicBezTo>
                  <a:cubicBezTo>
                    <a:pt x="41262" y="89320"/>
                    <a:pt x="49195" y="89606"/>
                    <a:pt x="57014" y="89891"/>
                  </a:cubicBezTo>
                  <a:cubicBezTo>
                    <a:pt x="58612" y="89948"/>
                    <a:pt x="60210" y="90005"/>
                    <a:pt x="61808" y="90062"/>
                  </a:cubicBezTo>
                  <a:cubicBezTo>
                    <a:pt x="68485" y="90233"/>
                    <a:pt x="75219" y="90405"/>
                    <a:pt x="81896" y="90576"/>
                  </a:cubicBezTo>
                  <a:cubicBezTo>
                    <a:pt x="83897" y="90645"/>
                    <a:pt x="85892" y="90656"/>
                    <a:pt x="87884" y="90656"/>
                  </a:cubicBezTo>
                  <a:cubicBezTo>
                    <a:pt x="88900" y="90656"/>
                    <a:pt x="89916" y="90653"/>
                    <a:pt x="90931" y="90653"/>
                  </a:cubicBezTo>
                  <a:cubicBezTo>
                    <a:pt x="94507" y="90653"/>
                    <a:pt x="98075" y="90691"/>
                    <a:pt x="101642" y="91032"/>
                  </a:cubicBezTo>
                  <a:cubicBezTo>
                    <a:pt x="102773" y="91129"/>
                    <a:pt x="103898" y="91162"/>
                    <a:pt x="105023" y="91162"/>
                  </a:cubicBezTo>
                  <a:cubicBezTo>
                    <a:pt x="107412" y="91162"/>
                    <a:pt x="109799" y="91013"/>
                    <a:pt x="112219" y="91013"/>
                  </a:cubicBezTo>
                  <a:cubicBezTo>
                    <a:pt x="112687" y="91013"/>
                    <a:pt x="113156" y="91019"/>
                    <a:pt x="113627" y="91032"/>
                  </a:cubicBezTo>
                  <a:cubicBezTo>
                    <a:pt x="114693" y="91070"/>
                    <a:pt x="115758" y="91089"/>
                    <a:pt x="116821" y="91089"/>
                  </a:cubicBezTo>
                  <a:cubicBezTo>
                    <a:pt x="118947" y="91089"/>
                    <a:pt x="121065" y="91013"/>
                    <a:pt x="123158" y="90861"/>
                  </a:cubicBezTo>
                  <a:cubicBezTo>
                    <a:pt x="123329" y="90861"/>
                    <a:pt x="123557" y="90861"/>
                    <a:pt x="123672" y="90747"/>
                  </a:cubicBezTo>
                  <a:cubicBezTo>
                    <a:pt x="123786" y="90633"/>
                    <a:pt x="123786" y="90576"/>
                    <a:pt x="123672" y="90519"/>
                  </a:cubicBezTo>
                  <a:cubicBezTo>
                    <a:pt x="124413" y="86067"/>
                    <a:pt x="123957" y="81216"/>
                    <a:pt x="124014" y="76651"/>
                  </a:cubicBezTo>
                  <a:cubicBezTo>
                    <a:pt x="124014" y="73797"/>
                    <a:pt x="124299" y="71115"/>
                    <a:pt x="124299" y="68204"/>
                  </a:cubicBezTo>
                  <a:cubicBezTo>
                    <a:pt x="124242" y="65065"/>
                    <a:pt x="124699" y="61927"/>
                    <a:pt x="124699" y="58788"/>
                  </a:cubicBezTo>
                  <a:cubicBezTo>
                    <a:pt x="124642" y="51939"/>
                    <a:pt x="124699" y="45091"/>
                    <a:pt x="124870" y="38300"/>
                  </a:cubicBezTo>
                  <a:cubicBezTo>
                    <a:pt x="125041" y="31736"/>
                    <a:pt x="124870" y="25230"/>
                    <a:pt x="124927" y="18724"/>
                  </a:cubicBezTo>
                  <a:cubicBezTo>
                    <a:pt x="124984" y="13303"/>
                    <a:pt x="124984" y="7938"/>
                    <a:pt x="125041" y="2517"/>
                  </a:cubicBezTo>
                  <a:cubicBezTo>
                    <a:pt x="123254" y="2342"/>
                    <a:pt x="121466" y="2268"/>
                    <a:pt x="119679" y="2268"/>
                  </a:cubicBezTo>
                  <a:cubicBezTo>
                    <a:pt x="119126" y="2268"/>
                    <a:pt x="118574" y="2275"/>
                    <a:pt x="118022" y="2288"/>
                  </a:cubicBezTo>
                  <a:cubicBezTo>
                    <a:pt x="116709" y="2345"/>
                    <a:pt x="115396" y="2402"/>
                    <a:pt x="114141" y="2460"/>
                  </a:cubicBezTo>
                  <a:cubicBezTo>
                    <a:pt x="114341" y="2574"/>
                    <a:pt x="114498" y="2588"/>
                    <a:pt x="114662" y="2588"/>
                  </a:cubicBezTo>
                  <a:cubicBezTo>
                    <a:pt x="114716" y="2588"/>
                    <a:pt x="114772" y="2586"/>
                    <a:pt x="114830" y="2586"/>
                  </a:cubicBezTo>
                  <a:cubicBezTo>
                    <a:pt x="114946" y="2586"/>
                    <a:pt x="115073" y="2593"/>
                    <a:pt x="115225" y="2631"/>
                  </a:cubicBezTo>
                  <a:cubicBezTo>
                    <a:pt x="115453" y="2688"/>
                    <a:pt x="115739" y="2859"/>
                    <a:pt x="115739" y="3144"/>
                  </a:cubicBezTo>
                  <a:cubicBezTo>
                    <a:pt x="115796" y="3373"/>
                    <a:pt x="115739" y="3601"/>
                    <a:pt x="115739" y="3772"/>
                  </a:cubicBezTo>
                  <a:cubicBezTo>
                    <a:pt x="115739" y="3770"/>
                    <a:pt x="115746" y="3769"/>
                    <a:pt x="115760" y="3769"/>
                  </a:cubicBezTo>
                  <a:cubicBezTo>
                    <a:pt x="116121" y="3769"/>
                    <a:pt x="121004" y="4459"/>
                    <a:pt x="121389" y="4514"/>
                  </a:cubicBezTo>
                  <a:cubicBezTo>
                    <a:pt x="121674" y="4571"/>
                    <a:pt x="121788" y="4742"/>
                    <a:pt x="121902" y="4971"/>
                  </a:cubicBezTo>
                  <a:cubicBezTo>
                    <a:pt x="122074" y="5256"/>
                    <a:pt x="122074" y="5541"/>
                    <a:pt x="122074" y="5827"/>
                  </a:cubicBezTo>
                  <a:cubicBezTo>
                    <a:pt x="122188" y="9879"/>
                    <a:pt x="122245" y="13874"/>
                    <a:pt x="122245" y="17868"/>
                  </a:cubicBezTo>
                  <a:cubicBezTo>
                    <a:pt x="122188" y="30538"/>
                    <a:pt x="121845" y="43150"/>
                    <a:pt x="121446" y="55820"/>
                  </a:cubicBezTo>
                  <a:cubicBezTo>
                    <a:pt x="121103" y="66720"/>
                    <a:pt x="121275" y="77678"/>
                    <a:pt x="121160" y="88578"/>
                  </a:cubicBezTo>
                  <a:cubicBezTo>
                    <a:pt x="121160" y="88864"/>
                    <a:pt x="121046" y="88921"/>
                    <a:pt x="120761" y="89035"/>
                  </a:cubicBezTo>
                  <a:cubicBezTo>
                    <a:pt x="120590" y="89138"/>
                    <a:pt x="120419" y="89158"/>
                    <a:pt x="120235" y="89158"/>
                  </a:cubicBezTo>
                  <a:cubicBezTo>
                    <a:pt x="120113" y="89158"/>
                    <a:pt x="119985" y="89149"/>
                    <a:pt x="119848" y="89149"/>
                  </a:cubicBezTo>
                  <a:cubicBezTo>
                    <a:pt x="119334" y="89149"/>
                    <a:pt x="118821" y="89149"/>
                    <a:pt x="118307" y="89092"/>
                  </a:cubicBezTo>
                  <a:cubicBezTo>
                    <a:pt x="117108" y="89092"/>
                    <a:pt x="115910" y="89035"/>
                    <a:pt x="114826" y="88521"/>
                  </a:cubicBezTo>
                  <a:cubicBezTo>
                    <a:pt x="114792" y="88505"/>
                    <a:pt x="114754" y="88498"/>
                    <a:pt x="114715" y="88498"/>
                  </a:cubicBezTo>
                  <a:cubicBezTo>
                    <a:pt x="114621" y="88498"/>
                    <a:pt x="114524" y="88538"/>
                    <a:pt x="114483" y="88578"/>
                  </a:cubicBezTo>
                  <a:cubicBezTo>
                    <a:pt x="114483" y="88921"/>
                    <a:pt x="114483" y="89206"/>
                    <a:pt x="114426" y="89548"/>
                  </a:cubicBezTo>
                  <a:cubicBezTo>
                    <a:pt x="112714" y="89548"/>
                    <a:pt x="110945" y="89606"/>
                    <a:pt x="109233" y="89663"/>
                  </a:cubicBezTo>
                  <a:cubicBezTo>
                    <a:pt x="108856" y="89674"/>
                    <a:pt x="108473" y="89679"/>
                    <a:pt x="108085" y="89679"/>
                  </a:cubicBezTo>
                  <a:cubicBezTo>
                    <a:pt x="106532" y="89679"/>
                    <a:pt x="104907" y="89606"/>
                    <a:pt x="103355" y="89606"/>
                  </a:cubicBezTo>
                  <a:cubicBezTo>
                    <a:pt x="95479" y="89491"/>
                    <a:pt x="87546" y="89377"/>
                    <a:pt x="79670" y="88864"/>
                  </a:cubicBezTo>
                  <a:cubicBezTo>
                    <a:pt x="74591" y="88578"/>
                    <a:pt x="69512" y="88065"/>
                    <a:pt x="64433" y="87551"/>
                  </a:cubicBezTo>
                  <a:cubicBezTo>
                    <a:pt x="63976" y="87494"/>
                    <a:pt x="63348" y="87209"/>
                    <a:pt x="63577" y="86809"/>
                  </a:cubicBezTo>
                  <a:lnTo>
                    <a:pt x="63577" y="86809"/>
                  </a:lnTo>
                  <a:cubicBezTo>
                    <a:pt x="62243" y="87515"/>
                    <a:pt x="60722" y="87655"/>
                    <a:pt x="59196" y="87655"/>
                  </a:cubicBezTo>
                  <a:cubicBezTo>
                    <a:pt x="58502" y="87655"/>
                    <a:pt x="57806" y="87626"/>
                    <a:pt x="57128" y="87608"/>
                  </a:cubicBezTo>
                  <a:cubicBezTo>
                    <a:pt x="51307" y="87437"/>
                    <a:pt x="45600" y="87037"/>
                    <a:pt x="39778" y="86866"/>
                  </a:cubicBezTo>
                  <a:cubicBezTo>
                    <a:pt x="33786" y="86638"/>
                    <a:pt x="27737" y="86410"/>
                    <a:pt x="21744" y="86124"/>
                  </a:cubicBezTo>
                  <a:cubicBezTo>
                    <a:pt x="20330" y="86070"/>
                    <a:pt x="18902" y="86003"/>
                    <a:pt x="17481" y="86003"/>
                  </a:cubicBezTo>
                  <a:cubicBezTo>
                    <a:pt x="15919" y="86003"/>
                    <a:pt x="14365" y="86084"/>
                    <a:pt x="12841" y="86353"/>
                  </a:cubicBezTo>
                  <a:cubicBezTo>
                    <a:pt x="12841" y="85953"/>
                    <a:pt x="12784" y="85554"/>
                    <a:pt x="12670" y="85211"/>
                  </a:cubicBezTo>
                  <a:cubicBezTo>
                    <a:pt x="11751" y="85458"/>
                    <a:pt x="10788" y="85484"/>
                    <a:pt x="9822" y="85484"/>
                  </a:cubicBezTo>
                  <a:cubicBezTo>
                    <a:pt x="9558" y="85484"/>
                    <a:pt x="9295" y="85482"/>
                    <a:pt x="9032" y="85482"/>
                  </a:cubicBezTo>
                  <a:cubicBezTo>
                    <a:pt x="7805" y="85482"/>
                    <a:pt x="6592" y="85525"/>
                    <a:pt x="5479" y="86010"/>
                  </a:cubicBezTo>
                  <a:cubicBezTo>
                    <a:pt x="5479" y="85839"/>
                    <a:pt x="5422" y="85725"/>
                    <a:pt x="5365" y="85554"/>
                  </a:cubicBezTo>
                  <a:cubicBezTo>
                    <a:pt x="5184" y="85563"/>
                    <a:pt x="5002" y="85568"/>
                    <a:pt x="4819" y="85568"/>
                  </a:cubicBezTo>
                  <a:cubicBezTo>
                    <a:pt x="3902" y="85568"/>
                    <a:pt x="2959" y="85449"/>
                    <a:pt x="2055" y="85211"/>
                  </a:cubicBezTo>
                  <a:cubicBezTo>
                    <a:pt x="2455" y="80588"/>
                    <a:pt x="2740" y="75566"/>
                    <a:pt x="2968" y="70944"/>
                  </a:cubicBezTo>
                  <a:cubicBezTo>
                    <a:pt x="3139" y="67634"/>
                    <a:pt x="3025" y="64209"/>
                    <a:pt x="3082" y="60956"/>
                  </a:cubicBezTo>
                  <a:cubicBezTo>
                    <a:pt x="3082" y="59415"/>
                    <a:pt x="3139" y="57875"/>
                    <a:pt x="3082" y="56334"/>
                  </a:cubicBezTo>
                  <a:cubicBezTo>
                    <a:pt x="2854" y="50855"/>
                    <a:pt x="2797" y="45262"/>
                    <a:pt x="3254" y="39783"/>
                  </a:cubicBezTo>
                  <a:cubicBezTo>
                    <a:pt x="3425" y="37101"/>
                    <a:pt x="3197" y="34248"/>
                    <a:pt x="3139" y="31565"/>
                  </a:cubicBezTo>
                  <a:cubicBezTo>
                    <a:pt x="3139" y="29967"/>
                    <a:pt x="3311" y="28426"/>
                    <a:pt x="3425" y="26886"/>
                  </a:cubicBezTo>
                  <a:cubicBezTo>
                    <a:pt x="3596" y="25002"/>
                    <a:pt x="3425" y="23119"/>
                    <a:pt x="3482" y="21293"/>
                  </a:cubicBezTo>
                  <a:cubicBezTo>
                    <a:pt x="3653" y="15015"/>
                    <a:pt x="3938" y="8908"/>
                    <a:pt x="4224" y="2688"/>
                  </a:cubicBezTo>
                  <a:cubicBezTo>
                    <a:pt x="4224" y="2692"/>
                    <a:pt x="4227" y="2694"/>
                    <a:pt x="4232" y="2694"/>
                  </a:cubicBezTo>
                  <a:cubicBezTo>
                    <a:pt x="4299" y="2694"/>
                    <a:pt x="4737" y="2398"/>
                    <a:pt x="4737" y="2345"/>
                  </a:cubicBezTo>
                  <a:cubicBezTo>
                    <a:pt x="4909" y="2174"/>
                    <a:pt x="5080" y="2117"/>
                    <a:pt x="5308" y="2060"/>
                  </a:cubicBezTo>
                  <a:cubicBezTo>
                    <a:pt x="5651" y="2003"/>
                    <a:pt x="5936" y="2003"/>
                    <a:pt x="6278" y="1889"/>
                  </a:cubicBezTo>
                  <a:cubicBezTo>
                    <a:pt x="6488" y="1847"/>
                    <a:pt x="6760" y="1712"/>
                    <a:pt x="7003" y="1712"/>
                  </a:cubicBezTo>
                  <a:cubicBezTo>
                    <a:pt x="7090" y="1712"/>
                    <a:pt x="7173" y="1729"/>
                    <a:pt x="7249" y="1775"/>
                  </a:cubicBezTo>
                  <a:cubicBezTo>
                    <a:pt x="7306" y="1832"/>
                    <a:pt x="7363" y="1889"/>
                    <a:pt x="7420" y="1946"/>
                  </a:cubicBezTo>
                  <a:cubicBezTo>
                    <a:pt x="7534" y="2022"/>
                    <a:pt x="7692" y="2047"/>
                    <a:pt x="7868" y="2047"/>
                  </a:cubicBezTo>
                  <a:cubicBezTo>
                    <a:pt x="8219" y="2047"/>
                    <a:pt x="8637" y="1946"/>
                    <a:pt x="8904" y="1946"/>
                  </a:cubicBezTo>
                  <a:cubicBezTo>
                    <a:pt x="9417" y="1889"/>
                    <a:pt x="9988" y="1775"/>
                    <a:pt x="10502" y="1603"/>
                  </a:cubicBezTo>
                  <a:cubicBezTo>
                    <a:pt x="11015" y="1432"/>
                    <a:pt x="11529" y="1318"/>
                    <a:pt x="12099" y="1147"/>
                  </a:cubicBezTo>
                  <a:cubicBezTo>
                    <a:pt x="12328" y="1033"/>
                    <a:pt x="12613" y="976"/>
                    <a:pt x="12898" y="919"/>
                  </a:cubicBezTo>
                  <a:cubicBezTo>
                    <a:pt x="13070" y="862"/>
                    <a:pt x="13469" y="690"/>
                    <a:pt x="13640" y="690"/>
                  </a:cubicBezTo>
                  <a:lnTo>
                    <a:pt x="13697" y="690"/>
                  </a:lnTo>
                  <a:cubicBezTo>
                    <a:pt x="11096" y="213"/>
                    <a:pt x="8594" y="0"/>
                    <a:pt x="604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33"/>
            <p:cNvSpPr/>
            <p:nvPr/>
          </p:nvSpPr>
          <p:spPr>
            <a:xfrm>
              <a:off x="380800" y="371375"/>
              <a:ext cx="3011900" cy="2247175"/>
            </a:xfrm>
            <a:custGeom>
              <a:rect b="b" l="l" r="r" t="t"/>
              <a:pathLst>
                <a:path extrusionOk="0" h="89887" w="120476">
                  <a:moveTo>
                    <a:pt x="13982" y="0"/>
                  </a:moveTo>
                  <a:lnTo>
                    <a:pt x="13982" y="742"/>
                  </a:lnTo>
                  <a:cubicBezTo>
                    <a:pt x="13354" y="742"/>
                    <a:pt x="12613" y="856"/>
                    <a:pt x="11985" y="913"/>
                  </a:cubicBezTo>
                  <a:cubicBezTo>
                    <a:pt x="11471" y="913"/>
                    <a:pt x="10957" y="913"/>
                    <a:pt x="10444" y="1085"/>
                  </a:cubicBezTo>
                  <a:cubicBezTo>
                    <a:pt x="10158" y="1199"/>
                    <a:pt x="9930" y="1370"/>
                    <a:pt x="9588" y="1484"/>
                  </a:cubicBezTo>
                  <a:cubicBezTo>
                    <a:pt x="9017" y="1712"/>
                    <a:pt x="8332" y="1770"/>
                    <a:pt x="7704" y="1884"/>
                  </a:cubicBezTo>
                  <a:cubicBezTo>
                    <a:pt x="7248" y="1998"/>
                    <a:pt x="6848" y="2169"/>
                    <a:pt x="6392" y="2226"/>
                  </a:cubicBezTo>
                  <a:cubicBezTo>
                    <a:pt x="6164" y="2226"/>
                    <a:pt x="5935" y="2226"/>
                    <a:pt x="5764" y="2169"/>
                  </a:cubicBezTo>
                  <a:cubicBezTo>
                    <a:pt x="5536" y="2055"/>
                    <a:pt x="5422" y="1884"/>
                    <a:pt x="5193" y="1827"/>
                  </a:cubicBezTo>
                  <a:lnTo>
                    <a:pt x="4965" y="1827"/>
                  </a:lnTo>
                  <a:cubicBezTo>
                    <a:pt x="4509" y="1884"/>
                    <a:pt x="4052" y="1884"/>
                    <a:pt x="3595" y="2055"/>
                  </a:cubicBezTo>
                  <a:cubicBezTo>
                    <a:pt x="3139" y="2169"/>
                    <a:pt x="2625" y="2340"/>
                    <a:pt x="2340" y="2740"/>
                  </a:cubicBezTo>
                  <a:cubicBezTo>
                    <a:pt x="1769" y="3482"/>
                    <a:pt x="2169" y="5194"/>
                    <a:pt x="2112" y="6107"/>
                  </a:cubicBezTo>
                  <a:cubicBezTo>
                    <a:pt x="1997" y="7477"/>
                    <a:pt x="1883" y="8903"/>
                    <a:pt x="1826" y="10330"/>
                  </a:cubicBezTo>
                  <a:cubicBezTo>
                    <a:pt x="1655" y="13241"/>
                    <a:pt x="1541" y="16094"/>
                    <a:pt x="1427" y="19005"/>
                  </a:cubicBezTo>
                  <a:cubicBezTo>
                    <a:pt x="1256" y="24712"/>
                    <a:pt x="1198" y="30476"/>
                    <a:pt x="1256" y="36183"/>
                  </a:cubicBezTo>
                  <a:cubicBezTo>
                    <a:pt x="1370" y="45942"/>
                    <a:pt x="1141" y="55472"/>
                    <a:pt x="1084" y="65231"/>
                  </a:cubicBezTo>
                  <a:cubicBezTo>
                    <a:pt x="1084" y="68542"/>
                    <a:pt x="1084" y="71852"/>
                    <a:pt x="970" y="75162"/>
                  </a:cubicBezTo>
                  <a:cubicBezTo>
                    <a:pt x="799" y="78358"/>
                    <a:pt x="856" y="81896"/>
                    <a:pt x="57" y="85035"/>
                  </a:cubicBezTo>
                  <a:cubicBezTo>
                    <a:pt x="57" y="85092"/>
                    <a:pt x="0" y="85206"/>
                    <a:pt x="57" y="85263"/>
                  </a:cubicBezTo>
                  <a:cubicBezTo>
                    <a:pt x="114" y="85377"/>
                    <a:pt x="285" y="85434"/>
                    <a:pt x="400" y="85434"/>
                  </a:cubicBezTo>
                  <a:cubicBezTo>
                    <a:pt x="1484" y="85548"/>
                    <a:pt x="2511" y="85720"/>
                    <a:pt x="3595" y="85834"/>
                  </a:cubicBezTo>
                  <a:cubicBezTo>
                    <a:pt x="3652" y="85948"/>
                    <a:pt x="3652" y="86119"/>
                    <a:pt x="3538" y="86233"/>
                  </a:cubicBezTo>
                  <a:cubicBezTo>
                    <a:pt x="4337" y="85891"/>
                    <a:pt x="5250" y="85663"/>
                    <a:pt x="6107" y="85606"/>
                  </a:cubicBezTo>
                  <a:cubicBezTo>
                    <a:pt x="6601" y="85567"/>
                    <a:pt x="7108" y="85561"/>
                    <a:pt x="7618" y="85561"/>
                  </a:cubicBezTo>
                  <a:cubicBezTo>
                    <a:pt x="7873" y="85561"/>
                    <a:pt x="8128" y="85563"/>
                    <a:pt x="8382" y="85563"/>
                  </a:cubicBezTo>
                  <a:cubicBezTo>
                    <a:pt x="9145" y="85563"/>
                    <a:pt x="9902" y="85548"/>
                    <a:pt x="10615" y="85434"/>
                  </a:cubicBezTo>
                  <a:cubicBezTo>
                    <a:pt x="10615" y="85948"/>
                    <a:pt x="10729" y="86290"/>
                    <a:pt x="10843" y="86804"/>
                  </a:cubicBezTo>
                  <a:cubicBezTo>
                    <a:pt x="10847" y="86811"/>
                    <a:pt x="10864" y="86814"/>
                    <a:pt x="10893" y="86814"/>
                  </a:cubicBezTo>
                  <a:cubicBezTo>
                    <a:pt x="11358" y="86814"/>
                    <a:pt x="14919" y="86005"/>
                    <a:pt x="15295" y="86005"/>
                  </a:cubicBezTo>
                  <a:cubicBezTo>
                    <a:pt x="15923" y="86005"/>
                    <a:pt x="16607" y="86347"/>
                    <a:pt x="17235" y="86404"/>
                  </a:cubicBezTo>
                  <a:cubicBezTo>
                    <a:pt x="17482" y="86424"/>
                    <a:pt x="17736" y="86430"/>
                    <a:pt x="17992" y="86430"/>
                  </a:cubicBezTo>
                  <a:cubicBezTo>
                    <a:pt x="18503" y="86430"/>
                    <a:pt x="19023" y="86404"/>
                    <a:pt x="19518" y="86404"/>
                  </a:cubicBezTo>
                  <a:cubicBezTo>
                    <a:pt x="20365" y="86364"/>
                    <a:pt x="21212" y="86347"/>
                    <a:pt x="22059" y="86347"/>
                  </a:cubicBezTo>
                  <a:cubicBezTo>
                    <a:pt x="26006" y="86347"/>
                    <a:pt x="29953" y="86720"/>
                    <a:pt x="33900" y="86861"/>
                  </a:cubicBezTo>
                  <a:cubicBezTo>
                    <a:pt x="39036" y="86975"/>
                    <a:pt x="44172" y="87203"/>
                    <a:pt x="49309" y="87489"/>
                  </a:cubicBezTo>
                  <a:cubicBezTo>
                    <a:pt x="51510" y="87621"/>
                    <a:pt x="53814" y="87923"/>
                    <a:pt x="56062" y="87923"/>
                  </a:cubicBezTo>
                  <a:cubicBezTo>
                    <a:pt x="56728" y="87923"/>
                    <a:pt x="57388" y="87896"/>
                    <a:pt x="58040" y="87831"/>
                  </a:cubicBezTo>
                  <a:cubicBezTo>
                    <a:pt x="59296" y="87660"/>
                    <a:pt x="60494" y="87318"/>
                    <a:pt x="61636" y="86975"/>
                  </a:cubicBezTo>
                  <a:cubicBezTo>
                    <a:pt x="62321" y="87660"/>
                    <a:pt x="63348" y="87774"/>
                    <a:pt x="64318" y="87888"/>
                  </a:cubicBezTo>
                  <a:cubicBezTo>
                    <a:pt x="67799" y="88231"/>
                    <a:pt x="71224" y="88516"/>
                    <a:pt x="74705" y="88859"/>
                  </a:cubicBezTo>
                  <a:cubicBezTo>
                    <a:pt x="82906" y="89638"/>
                    <a:pt x="91204" y="89886"/>
                    <a:pt x="99472" y="89886"/>
                  </a:cubicBezTo>
                  <a:cubicBezTo>
                    <a:pt x="103920" y="89886"/>
                    <a:pt x="108359" y="89814"/>
                    <a:pt x="112771" y="89715"/>
                  </a:cubicBezTo>
                  <a:cubicBezTo>
                    <a:pt x="112656" y="89429"/>
                    <a:pt x="112542" y="88973"/>
                    <a:pt x="112599" y="88687"/>
                  </a:cubicBezTo>
                  <a:lnTo>
                    <a:pt x="112599" y="88687"/>
                  </a:lnTo>
                  <a:cubicBezTo>
                    <a:pt x="113741" y="89030"/>
                    <a:pt x="114996" y="89087"/>
                    <a:pt x="116195" y="89087"/>
                  </a:cubicBezTo>
                  <a:cubicBezTo>
                    <a:pt x="116591" y="89117"/>
                    <a:pt x="117377" y="89245"/>
                    <a:pt x="118076" y="89245"/>
                  </a:cubicBezTo>
                  <a:cubicBezTo>
                    <a:pt x="118686" y="89245"/>
                    <a:pt x="119231" y="89147"/>
                    <a:pt x="119391" y="88801"/>
                  </a:cubicBezTo>
                  <a:cubicBezTo>
                    <a:pt x="119505" y="88630"/>
                    <a:pt x="119219" y="87660"/>
                    <a:pt x="119219" y="87432"/>
                  </a:cubicBezTo>
                  <a:cubicBezTo>
                    <a:pt x="119219" y="86690"/>
                    <a:pt x="119219" y="85948"/>
                    <a:pt x="119219" y="85206"/>
                  </a:cubicBezTo>
                  <a:cubicBezTo>
                    <a:pt x="118877" y="82067"/>
                    <a:pt x="119334" y="78757"/>
                    <a:pt x="119277" y="75675"/>
                  </a:cubicBezTo>
                  <a:cubicBezTo>
                    <a:pt x="119277" y="72251"/>
                    <a:pt x="119277" y="68884"/>
                    <a:pt x="119505" y="65517"/>
                  </a:cubicBezTo>
                  <a:cubicBezTo>
                    <a:pt x="119790" y="61636"/>
                    <a:pt x="119505" y="57984"/>
                    <a:pt x="119676" y="54103"/>
                  </a:cubicBezTo>
                  <a:cubicBezTo>
                    <a:pt x="119904" y="48738"/>
                    <a:pt x="119790" y="43317"/>
                    <a:pt x="119904" y="37895"/>
                  </a:cubicBezTo>
                  <a:cubicBezTo>
                    <a:pt x="120133" y="29277"/>
                    <a:pt x="120418" y="20603"/>
                    <a:pt x="120418" y="11928"/>
                  </a:cubicBezTo>
                  <a:cubicBezTo>
                    <a:pt x="120475" y="9588"/>
                    <a:pt x="120475" y="7248"/>
                    <a:pt x="119961" y="4965"/>
                  </a:cubicBezTo>
                  <a:cubicBezTo>
                    <a:pt x="119505" y="4680"/>
                    <a:pt x="118934" y="4452"/>
                    <a:pt x="118363" y="4395"/>
                  </a:cubicBezTo>
                  <a:cubicBezTo>
                    <a:pt x="116823" y="4224"/>
                    <a:pt x="115282" y="3995"/>
                    <a:pt x="113741" y="3824"/>
                  </a:cubicBezTo>
                  <a:cubicBezTo>
                    <a:pt x="113798" y="3482"/>
                    <a:pt x="113684" y="3196"/>
                    <a:pt x="113684" y="2911"/>
                  </a:cubicBezTo>
                  <a:lnTo>
                    <a:pt x="113684" y="2854"/>
                  </a:lnTo>
                  <a:cubicBezTo>
                    <a:pt x="105922" y="2226"/>
                    <a:pt x="97989" y="2340"/>
                    <a:pt x="90228" y="2112"/>
                  </a:cubicBezTo>
                  <a:cubicBezTo>
                    <a:pt x="87809" y="2018"/>
                    <a:pt x="85390" y="1975"/>
                    <a:pt x="82970" y="1975"/>
                  </a:cubicBezTo>
                  <a:cubicBezTo>
                    <a:pt x="80995" y="1975"/>
                    <a:pt x="79020" y="2004"/>
                    <a:pt x="77045" y="2055"/>
                  </a:cubicBezTo>
                  <a:cubicBezTo>
                    <a:pt x="74876" y="2112"/>
                    <a:pt x="72650" y="2112"/>
                    <a:pt x="70482" y="2283"/>
                  </a:cubicBezTo>
                  <a:cubicBezTo>
                    <a:pt x="68760" y="2431"/>
                    <a:pt x="67081" y="2705"/>
                    <a:pt x="65371" y="2705"/>
                  </a:cubicBezTo>
                  <a:cubicBezTo>
                    <a:pt x="65097" y="2705"/>
                    <a:pt x="64822" y="2698"/>
                    <a:pt x="64546" y="2683"/>
                  </a:cubicBezTo>
                  <a:cubicBezTo>
                    <a:pt x="47654" y="1712"/>
                    <a:pt x="30704" y="2340"/>
                    <a:pt x="13982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33"/>
            <p:cNvSpPr/>
            <p:nvPr/>
          </p:nvSpPr>
          <p:spPr>
            <a:xfrm>
              <a:off x="464975" y="427025"/>
              <a:ext cx="265400" cy="1995625"/>
            </a:xfrm>
            <a:custGeom>
              <a:rect b="b" l="l" r="r" t="t"/>
              <a:pathLst>
                <a:path extrusionOk="0" h="79825" w="10616">
                  <a:moveTo>
                    <a:pt x="8618" y="0"/>
                  </a:moveTo>
                  <a:cubicBezTo>
                    <a:pt x="8504" y="3938"/>
                    <a:pt x="7933" y="7933"/>
                    <a:pt x="6963" y="11757"/>
                  </a:cubicBezTo>
                  <a:cubicBezTo>
                    <a:pt x="4623" y="9873"/>
                    <a:pt x="6563" y="5365"/>
                    <a:pt x="4337" y="3310"/>
                  </a:cubicBezTo>
                  <a:cubicBezTo>
                    <a:pt x="4109" y="6563"/>
                    <a:pt x="3881" y="9816"/>
                    <a:pt x="3710" y="13069"/>
                  </a:cubicBezTo>
                  <a:cubicBezTo>
                    <a:pt x="2055" y="11129"/>
                    <a:pt x="3367" y="7705"/>
                    <a:pt x="1427" y="6050"/>
                  </a:cubicBezTo>
                  <a:cubicBezTo>
                    <a:pt x="628" y="7134"/>
                    <a:pt x="571" y="8618"/>
                    <a:pt x="571" y="9987"/>
                  </a:cubicBezTo>
                  <a:cubicBezTo>
                    <a:pt x="514" y="29049"/>
                    <a:pt x="2568" y="48224"/>
                    <a:pt x="628" y="67172"/>
                  </a:cubicBezTo>
                  <a:cubicBezTo>
                    <a:pt x="343" y="69911"/>
                    <a:pt x="0" y="72707"/>
                    <a:pt x="685" y="75333"/>
                  </a:cubicBezTo>
                  <a:cubicBezTo>
                    <a:pt x="913" y="74191"/>
                    <a:pt x="1027" y="70596"/>
                    <a:pt x="2226" y="70082"/>
                  </a:cubicBezTo>
                  <a:cubicBezTo>
                    <a:pt x="2340" y="72536"/>
                    <a:pt x="2511" y="75047"/>
                    <a:pt x="2682" y="77558"/>
                  </a:cubicBezTo>
                  <a:cubicBezTo>
                    <a:pt x="2682" y="78015"/>
                    <a:pt x="2797" y="78586"/>
                    <a:pt x="3196" y="78700"/>
                  </a:cubicBezTo>
                  <a:cubicBezTo>
                    <a:pt x="3710" y="77102"/>
                    <a:pt x="4223" y="75504"/>
                    <a:pt x="4680" y="73906"/>
                  </a:cubicBezTo>
                  <a:cubicBezTo>
                    <a:pt x="5277" y="74721"/>
                    <a:pt x="5255" y="79825"/>
                    <a:pt x="6825" y="79825"/>
                  </a:cubicBezTo>
                  <a:cubicBezTo>
                    <a:pt x="6905" y="79825"/>
                    <a:pt x="6989" y="79812"/>
                    <a:pt x="7077" y="79784"/>
                  </a:cubicBezTo>
                  <a:cubicBezTo>
                    <a:pt x="7533" y="79613"/>
                    <a:pt x="7705" y="78985"/>
                    <a:pt x="7705" y="78471"/>
                  </a:cubicBezTo>
                  <a:cubicBezTo>
                    <a:pt x="7876" y="75047"/>
                    <a:pt x="7362" y="71794"/>
                    <a:pt x="7590" y="68427"/>
                  </a:cubicBezTo>
                  <a:cubicBezTo>
                    <a:pt x="7876" y="64261"/>
                    <a:pt x="8104" y="60152"/>
                    <a:pt x="8389" y="55986"/>
                  </a:cubicBezTo>
                  <a:cubicBezTo>
                    <a:pt x="8789" y="47882"/>
                    <a:pt x="9074" y="39664"/>
                    <a:pt x="8846" y="31503"/>
                  </a:cubicBezTo>
                  <a:cubicBezTo>
                    <a:pt x="8732" y="28250"/>
                    <a:pt x="8846" y="24997"/>
                    <a:pt x="9074" y="21687"/>
                  </a:cubicBezTo>
                  <a:cubicBezTo>
                    <a:pt x="9188" y="18434"/>
                    <a:pt x="9417" y="15124"/>
                    <a:pt x="9588" y="11814"/>
                  </a:cubicBezTo>
                  <a:cubicBezTo>
                    <a:pt x="9702" y="8960"/>
                    <a:pt x="10615" y="5707"/>
                    <a:pt x="10387" y="2911"/>
                  </a:cubicBezTo>
                  <a:cubicBezTo>
                    <a:pt x="10273" y="1712"/>
                    <a:pt x="9645" y="514"/>
                    <a:pt x="8618" y="0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33"/>
            <p:cNvSpPr/>
            <p:nvPr/>
          </p:nvSpPr>
          <p:spPr>
            <a:xfrm>
              <a:off x="377400" y="388275"/>
              <a:ext cx="194600" cy="443100"/>
            </a:xfrm>
            <a:custGeom>
              <a:rect b="b" l="l" r="r" t="t"/>
              <a:pathLst>
                <a:path extrusionOk="0" h="17724" w="7784">
                  <a:moveTo>
                    <a:pt x="4110" y="0"/>
                  </a:moveTo>
                  <a:cubicBezTo>
                    <a:pt x="769" y="0"/>
                    <a:pt x="944" y="2686"/>
                    <a:pt x="764" y="4803"/>
                  </a:cubicBezTo>
                  <a:cubicBezTo>
                    <a:pt x="220" y="11324"/>
                    <a:pt x="0" y="17723"/>
                    <a:pt x="236" y="17723"/>
                  </a:cubicBezTo>
                  <a:cubicBezTo>
                    <a:pt x="396" y="17723"/>
                    <a:pt x="768" y="14761"/>
                    <a:pt x="1392" y="6858"/>
                  </a:cubicBezTo>
                  <a:cubicBezTo>
                    <a:pt x="1729" y="2710"/>
                    <a:pt x="1048" y="723"/>
                    <a:pt x="4926" y="723"/>
                  </a:cubicBezTo>
                  <a:cubicBezTo>
                    <a:pt x="5638" y="723"/>
                    <a:pt x="6502" y="790"/>
                    <a:pt x="7555" y="922"/>
                  </a:cubicBezTo>
                  <a:cubicBezTo>
                    <a:pt x="7726" y="922"/>
                    <a:pt x="7783" y="694"/>
                    <a:pt x="7612" y="637"/>
                  </a:cubicBezTo>
                  <a:cubicBezTo>
                    <a:pt x="6145" y="192"/>
                    <a:pt x="5002" y="0"/>
                    <a:pt x="4110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33"/>
            <p:cNvSpPr/>
            <p:nvPr/>
          </p:nvSpPr>
          <p:spPr>
            <a:xfrm>
              <a:off x="339875" y="1342150"/>
              <a:ext cx="48175" cy="889750"/>
            </a:xfrm>
            <a:custGeom>
              <a:rect b="b" l="l" r="r" t="t"/>
              <a:pathLst>
                <a:path extrusionOk="0" h="35590" w="1927">
                  <a:moveTo>
                    <a:pt x="1905" y="1"/>
                  </a:moveTo>
                  <a:cubicBezTo>
                    <a:pt x="1709" y="1"/>
                    <a:pt x="0" y="28005"/>
                    <a:pt x="1009" y="34961"/>
                  </a:cubicBezTo>
                  <a:cubicBezTo>
                    <a:pt x="1067" y="35386"/>
                    <a:pt x="1118" y="35589"/>
                    <a:pt x="1162" y="35589"/>
                  </a:cubicBezTo>
                  <a:cubicBezTo>
                    <a:pt x="1552" y="35589"/>
                    <a:pt x="1461" y="19812"/>
                    <a:pt x="1922" y="491"/>
                  </a:cubicBezTo>
                  <a:cubicBezTo>
                    <a:pt x="1926" y="157"/>
                    <a:pt x="1920" y="1"/>
                    <a:pt x="1905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3"/>
            <p:cNvSpPr/>
            <p:nvPr/>
          </p:nvSpPr>
          <p:spPr>
            <a:xfrm>
              <a:off x="874400" y="2549525"/>
              <a:ext cx="978375" cy="48975"/>
            </a:xfrm>
            <a:custGeom>
              <a:rect b="b" l="l" r="r" t="t"/>
              <a:pathLst>
                <a:path extrusionOk="0" h="1959" w="39135">
                  <a:moveTo>
                    <a:pt x="659" y="1"/>
                  </a:moveTo>
                  <a:cubicBezTo>
                    <a:pt x="48" y="1"/>
                    <a:pt x="1" y="25"/>
                    <a:pt x="687" y="77"/>
                  </a:cubicBezTo>
                  <a:cubicBezTo>
                    <a:pt x="7029" y="537"/>
                    <a:pt x="32169" y="1959"/>
                    <a:pt x="37639" y="1959"/>
                  </a:cubicBezTo>
                  <a:cubicBezTo>
                    <a:pt x="38962" y="1959"/>
                    <a:pt x="39134" y="1876"/>
                    <a:pt x="37611" y="1675"/>
                  </a:cubicBezTo>
                  <a:cubicBezTo>
                    <a:pt x="33005" y="1032"/>
                    <a:pt x="4671" y="1"/>
                    <a:pt x="659" y="1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33"/>
            <p:cNvSpPr/>
            <p:nvPr/>
          </p:nvSpPr>
          <p:spPr>
            <a:xfrm>
              <a:off x="1831700" y="2580325"/>
              <a:ext cx="438125" cy="54225"/>
            </a:xfrm>
            <a:custGeom>
              <a:rect b="b" l="l" r="r" t="t"/>
              <a:pathLst>
                <a:path extrusionOk="0" h="2169" w="17525">
                  <a:moveTo>
                    <a:pt x="1416" y="0"/>
                  </a:moveTo>
                  <a:cubicBezTo>
                    <a:pt x="0" y="0"/>
                    <a:pt x="1463" y="356"/>
                    <a:pt x="9078" y="1299"/>
                  </a:cubicBezTo>
                  <a:cubicBezTo>
                    <a:pt x="14440" y="1988"/>
                    <a:pt x="15604" y="2168"/>
                    <a:pt x="16701" y="2168"/>
                  </a:cubicBezTo>
                  <a:cubicBezTo>
                    <a:pt x="16876" y="2168"/>
                    <a:pt x="17050" y="2163"/>
                    <a:pt x="17239" y="2156"/>
                  </a:cubicBezTo>
                  <a:cubicBezTo>
                    <a:pt x="17411" y="2156"/>
                    <a:pt x="17525" y="1870"/>
                    <a:pt x="17297" y="1813"/>
                  </a:cubicBezTo>
                  <a:lnTo>
                    <a:pt x="17297" y="1813"/>
                  </a:lnTo>
                  <a:lnTo>
                    <a:pt x="17297" y="1870"/>
                  </a:lnTo>
                  <a:cubicBezTo>
                    <a:pt x="14055" y="980"/>
                    <a:pt x="3767" y="0"/>
                    <a:pt x="1416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33"/>
            <p:cNvSpPr/>
            <p:nvPr/>
          </p:nvSpPr>
          <p:spPr>
            <a:xfrm>
              <a:off x="3270350" y="463800"/>
              <a:ext cx="163725" cy="2104450"/>
            </a:xfrm>
            <a:custGeom>
              <a:rect b="b" l="l" r="r" t="t"/>
              <a:pathLst>
                <a:path extrusionOk="0" h="84178" w="6549">
                  <a:moveTo>
                    <a:pt x="1387" y="0"/>
                  </a:moveTo>
                  <a:cubicBezTo>
                    <a:pt x="497" y="0"/>
                    <a:pt x="1" y="143"/>
                    <a:pt x="613" y="184"/>
                  </a:cubicBezTo>
                  <a:cubicBezTo>
                    <a:pt x="6548" y="469"/>
                    <a:pt x="5007" y="1953"/>
                    <a:pt x="4722" y="15022"/>
                  </a:cubicBezTo>
                  <a:cubicBezTo>
                    <a:pt x="4551" y="25181"/>
                    <a:pt x="3466" y="73234"/>
                    <a:pt x="3866" y="83792"/>
                  </a:cubicBezTo>
                  <a:cubicBezTo>
                    <a:pt x="3866" y="84049"/>
                    <a:pt x="4051" y="84177"/>
                    <a:pt x="4237" y="84177"/>
                  </a:cubicBezTo>
                  <a:cubicBezTo>
                    <a:pt x="4422" y="84177"/>
                    <a:pt x="4608" y="84049"/>
                    <a:pt x="4608" y="83792"/>
                  </a:cubicBezTo>
                  <a:cubicBezTo>
                    <a:pt x="4608" y="83735"/>
                    <a:pt x="5863" y="2923"/>
                    <a:pt x="5863" y="2809"/>
                  </a:cubicBezTo>
                  <a:cubicBezTo>
                    <a:pt x="5863" y="462"/>
                    <a:pt x="2988" y="0"/>
                    <a:pt x="1387" y="0"/>
                  </a:cubicBezTo>
                  <a:close/>
                </a:path>
              </a:pathLst>
            </a:custGeom>
            <a:solidFill>
              <a:srgbClr val="D56B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3"/>
            <p:cNvSpPr/>
            <p:nvPr/>
          </p:nvSpPr>
          <p:spPr>
            <a:xfrm>
              <a:off x="424075" y="797325"/>
              <a:ext cx="24275" cy="164950"/>
            </a:xfrm>
            <a:custGeom>
              <a:rect b="b" l="l" r="r" t="t"/>
              <a:pathLst>
                <a:path extrusionOk="0" h="6598" w="971">
                  <a:moveTo>
                    <a:pt x="776" y="1"/>
                  </a:moveTo>
                  <a:cubicBezTo>
                    <a:pt x="518" y="1"/>
                    <a:pt x="1" y="5735"/>
                    <a:pt x="266" y="6418"/>
                  </a:cubicBezTo>
                  <a:cubicBezTo>
                    <a:pt x="291" y="6492"/>
                    <a:pt x="401" y="6598"/>
                    <a:pt x="518" y="6598"/>
                  </a:cubicBezTo>
                  <a:cubicBezTo>
                    <a:pt x="671" y="6598"/>
                    <a:pt x="837" y="6414"/>
                    <a:pt x="837" y="5733"/>
                  </a:cubicBezTo>
                  <a:cubicBezTo>
                    <a:pt x="971" y="1453"/>
                    <a:pt x="906" y="1"/>
                    <a:pt x="7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33"/>
            <p:cNvSpPr/>
            <p:nvPr/>
          </p:nvSpPr>
          <p:spPr>
            <a:xfrm>
              <a:off x="3346300" y="1024275"/>
              <a:ext cx="24625" cy="281675"/>
            </a:xfrm>
            <a:custGeom>
              <a:rect b="b" l="l" r="r" t="t"/>
              <a:pathLst>
                <a:path extrusionOk="0" h="11267" w="985">
                  <a:moveTo>
                    <a:pt x="818" y="1"/>
                  </a:moveTo>
                  <a:cubicBezTo>
                    <a:pt x="576" y="1"/>
                    <a:pt x="0" y="9256"/>
                    <a:pt x="257" y="10695"/>
                  </a:cubicBezTo>
                  <a:cubicBezTo>
                    <a:pt x="328" y="11091"/>
                    <a:pt x="392" y="11267"/>
                    <a:pt x="451" y="11267"/>
                  </a:cubicBezTo>
                  <a:cubicBezTo>
                    <a:pt x="866" y="11267"/>
                    <a:pt x="985" y="2465"/>
                    <a:pt x="885" y="365"/>
                  </a:cubicBezTo>
                  <a:cubicBezTo>
                    <a:pt x="868" y="114"/>
                    <a:pt x="845" y="1"/>
                    <a:pt x="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3"/>
            <p:cNvSpPr/>
            <p:nvPr/>
          </p:nvSpPr>
          <p:spPr>
            <a:xfrm>
              <a:off x="315425" y="364350"/>
              <a:ext cx="3145625" cy="2299225"/>
            </a:xfrm>
            <a:custGeom>
              <a:rect b="b" l="l" r="r" t="t"/>
              <a:pathLst>
                <a:path extrusionOk="0" h="91969" w="125825">
                  <a:moveTo>
                    <a:pt x="5583" y="2850"/>
                  </a:moveTo>
                  <a:cubicBezTo>
                    <a:pt x="3871" y="12494"/>
                    <a:pt x="6382" y="13065"/>
                    <a:pt x="4099" y="35551"/>
                  </a:cubicBezTo>
                  <a:cubicBezTo>
                    <a:pt x="3985" y="36920"/>
                    <a:pt x="3871" y="38119"/>
                    <a:pt x="3813" y="39203"/>
                  </a:cubicBezTo>
                  <a:cubicBezTo>
                    <a:pt x="3985" y="20370"/>
                    <a:pt x="4156" y="3249"/>
                    <a:pt x="5583" y="2850"/>
                  </a:cubicBezTo>
                  <a:close/>
                  <a:moveTo>
                    <a:pt x="15968" y="1147"/>
                  </a:moveTo>
                  <a:lnTo>
                    <a:pt x="15968" y="1147"/>
                  </a:lnTo>
                  <a:cubicBezTo>
                    <a:pt x="14600" y="13755"/>
                    <a:pt x="14485" y="24547"/>
                    <a:pt x="13344" y="67738"/>
                  </a:cubicBezTo>
                  <a:cubicBezTo>
                    <a:pt x="12881" y="84378"/>
                    <a:pt x="13283" y="85697"/>
                    <a:pt x="11922" y="85697"/>
                  </a:cubicBezTo>
                  <a:cubicBezTo>
                    <a:pt x="11665" y="85697"/>
                    <a:pt x="11347" y="85650"/>
                    <a:pt x="10948" y="85650"/>
                  </a:cubicBezTo>
                  <a:cubicBezTo>
                    <a:pt x="10857" y="85650"/>
                    <a:pt x="10761" y="85652"/>
                    <a:pt x="10662" y="85658"/>
                  </a:cubicBezTo>
                  <a:cubicBezTo>
                    <a:pt x="12488" y="69336"/>
                    <a:pt x="11461" y="53014"/>
                    <a:pt x="12146" y="36692"/>
                  </a:cubicBezTo>
                  <a:cubicBezTo>
                    <a:pt x="12659" y="24764"/>
                    <a:pt x="14200" y="12380"/>
                    <a:pt x="13687" y="1651"/>
                  </a:cubicBezTo>
                  <a:cubicBezTo>
                    <a:pt x="15464" y="1429"/>
                    <a:pt x="15944" y="1261"/>
                    <a:pt x="15968" y="1147"/>
                  </a:cubicBezTo>
                  <a:close/>
                  <a:moveTo>
                    <a:pt x="12872" y="1601"/>
                  </a:moveTo>
                  <a:cubicBezTo>
                    <a:pt x="13921" y="1601"/>
                    <a:pt x="13147" y="5802"/>
                    <a:pt x="11689" y="34695"/>
                  </a:cubicBezTo>
                  <a:cubicBezTo>
                    <a:pt x="10947" y="49932"/>
                    <a:pt x="11803" y="85658"/>
                    <a:pt x="9520" y="85658"/>
                  </a:cubicBezTo>
                  <a:cubicBezTo>
                    <a:pt x="9603" y="63452"/>
                    <a:pt x="9656" y="38779"/>
                    <a:pt x="9570" y="38779"/>
                  </a:cubicBezTo>
                  <a:cubicBezTo>
                    <a:pt x="9537" y="38779"/>
                    <a:pt x="9485" y="42296"/>
                    <a:pt x="9406" y="50788"/>
                  </a:cubicBezTo>
                  <a:cubicBezTo>
                    <a:pt x="9067" y="84545"/>
                    <a:pt x="9756" y="85832"/>
                    <a:pt x="8228" y="85832"/>
                  </a:cubicBezTo>
                  <a:cubicBezTo>
                    <a:pt x="8102" y="85832"/>
                    <a:pt x="7961" y="85824"/>
                    <a:pt x="7802" y="85824"/>
                  </a:cubicBezTo>
                  <a:cubicBezTo>
                    <a:pt x="7619" y="85824"/>
                    <a:pt x="7413" y="85835"/>
                    <a:pt x="7181" y="85887"/>
                  </a:cubicBezTo>
                  <a:lnTo>
                    <a:pt x="7181" y="85887"/>
                  </a:lnTo>
                  <a:cubicBezTo>
                    <a:pt x="7593" y="74803"/>
                    <a:pt x="7866" y="61438"/>
                    <a:pt x="7746" y="61438"/>
                  </a:cubicBezTo>
                  <a:cubicBezTo>
                    <a:pt x="7734" y="61438"/>
                    <a:pt x="7716" y="61591"/>
                    <a:pt x="7694" y="61917"/>
                  </a:cubicBezTo>
                  <a:cubicBezTo>
                    <a:pt x="5982" y="88283"/>
                    <a:pt x="7580" y="85658"/>
                    <a:pt x="5982" y="86172"/>
                  </a:cubicBezTo>
                  <a:cubicBezTo>
                    <a:pt x="4898" y="73674"/>
                    <a:pt x="7409" y="60604"/>
                    <a:pt x="7637" y="21283"/>
                  </a:cubicBezTo>
                  <a:cubicBezTo>
                    <a:pt x="7714" y="8046"/>
                    <a:pt x="7995" y="2539"/>
                    <a:pt x="8258" y="2539"/>
                  </a:cubicBezTo>
                  <a:cubicBezTo>
                    <a:pt x="8780" y="2539"/>
                    <a:pt x="9232" y="24304"/>
                    <a:pt x="7865" y="50389"/>
                  </a:cubicBezTo>
                  <a:cubicBezTo>
                    <a:pt x="7633" y="54606"/>
                    <a:pt x="7594" y="56480"/>
                    <a:pt x="7665" y="56480"/>
                  </a:cubicBezTo>
                  <a:cubicBezTo>
                    <a:pt x="7892" y="56480"/>
                    <a:pt x="9238" y="37516"/>
                    <a:pt x="9064" y="14720"/>
                  </a:cubicBezTo>
                  <a:cubicBezTo>
                    <a:pt x="8950" y="224"/>
                    <a:pt x="7923" y="3192"/>
                    <a:pt x="11004" y="2279"/>
                  </a:cubicBezTo>
                  <a:lnTo>
                    <a:pt x="11004" y="2279"/>
                  </a:lnTo>
                  <a:cubicBezTo>
                    <a:pt x="11061" y="9812"/>
                    <a:pt x="10833" y="17288"/>
                    <a:pt x="10719" y="24764"/>
                  </a:cubicBezTo>
                  <a:cubicBezTo>
                    <a:pt x="10581" y="30466"/>
                    <a:pt x="10594" y="32835"/>
                    <a:pt x="10681" y="32835"/>
                  </a:cubicBezTo>
                  <a:cubicBezTo>
                    <a:pt x="10882" y="32835"/>
                    <a:pt x="11478" y="20158"/>
                    <a:pt x="11518" y="6730"/>
                  </a:cubicBezTo>
                  <a:cubicBezTo>
                    <a:pt x="11518" y="6445"/>
                    <a:pt x="11347" y="2222"/>
                    <a:pt x="11461" y="2165"/>
                  </a:cubicBezTo>
                  <a:cubicBezTo>
                    <a:pt x="12105" y="1958"/>
                    <a:pt x="12567" y="1601"/>
                    <a:pt x="12872" y="1601"/>
                  </a:cubicBezTo>
                  <a:close/>
                  <a:moveTo>
                    <a:pt x="30436" y="85943"/>
                  </a:moveTo>
                  <a:cubicBezTo>
                    <a:pt x="42329" y="85943"/>
                    <a:pt x="53215" y="87305"/>
                    <a:pt x="47354" y="87305"/>
                  </a:cubicBezTo>
                  <a:cubicBezTo>
                    <a:pt x="46732" y="87305"/>
                    <a:pt x="45922" y="87290"/>
                    <a:pt x="44904" y="87256"/>
                  </a:cubicBezTo>
                  <a:cubicBezTo>
                    <a:pt x="22932" y="86514"/>
                    <a:pt x="25386" y="86571"/>
                    <a:pt x="19165" y="86457"/>
                  </a:cubicBezTo>
                  <a:cubicBezTo>
                    <a:pt x="22677" y="86084"/>
                    <a:pt x="26609" y="85943"/>
                    <a:pt x="30436" y="85943"/>
                  </a:cubicBezTo>
                  <a:close/>
                  <a:moveTo>
                    <a:pt x="16711" y="681"/>
                  </a:moveTo>
                  <a:cubicBezTo>
                    <a:pt x="31523" y="2389"/>
                    <a:pt x="40091" y="2729"/>
                    <a:pt x="44875" y="2729"/>
                  </a:cubicBezTo>
                  <a:cubicBezTo>
                    <a:pt x="48046" y="2729"/>
                    <a:pt x="49555" y="2580"/>
                    <a:pt x="50118" y="2580"/>
                  </a:cubicBezTo>
                  <a:cubicBezTo>
                    <a:pt x="50352" y="2580"/>
                    <a:pt x="50423" y="2605"/>
                    <a:pt x="50383" y="2678"/>
                  </a:cubicBezTo>
                  <a:cubicBezTo>
                    <a:pt x="50440" y="2678"/>
                    <a:pt x="50440" y="2621"/>
                    <a:pt x="50440" y="2621"/>
                  </a:cubicBezTo>
                  <a:cubicBezTo>
                    <a:pt x="50896" y="2621"/>
                    <a:pt x="51353" y="2621"/>
                    <a:pt x="51752" y="2678"/>
                  </a:cubicBezTo>
                  <a:cubicBezTo>
                    <a:pt x="52095" y="2678"/>
                    <a:pt x="52323" y="2735"/>
                    <a:pt x="52608" y="2792"/>
                  </a:cubicBezTo>
                  <a:cubicBezTo>
                    <a:pt x="52736" y="2786"/>
                    <a:pt x="52866" y="2783"/>
                    <a:pt x="52997" y="2783"/>
                  </a:cubicBezTo>
                  <a:cubicBezTo>
                    <a:pt x="54089" y="2783"/>
                    <a:pt x="55278" y="2982"/>
                    <a:pt x="56603" y="3135"/>
                  </a:cubicBezTo>
                  <a:cubicBezTo>
                    <a:pt x="56660" y="3135"/>
                    <a:pt x="56775" y="3078"/>
                    <a:pt x="56832" y="3078"/>
                  </a:cubicBezTo>
                  <a:cubicBezTo>
                    <a:pt x="57117" y="3021"/>
                    <a:pt x="57345" y="3021"/>
                    <a:pt x="57574" y="3021"/>
                  </a:cubicBezTo>
                  <a:lnTo>
                    <a:pt x="58201" y="3021"/>
                  </a:lnTo>
                  <a:cubicBezTo>
                    <a:pt x="58544" y="2915"/>
                    <a:pt x="59131" y="2874"/>
                    <a:pt x="59841" y="2874"/>
                  </a:cubicBezTo>
                  <a:cubicBezTo>
                    <a:pt x="62199" y="2874"/>
                    <a:pt x="65906" y="3332"/>
                    <a:pt x="66476" y="3420"/>
                  </a:cubicBezTo>
                  <a:cubicBezTo>
                    <a:pt x="62653" y="59121"/>
                    <a:pt x="64308" y="86743"/>
                    <a:pt x="63223" y="87085"/>
                  </a:cubicBezTo>
                  <a:cubicBezTo>
                    <a:pt x="61627" y="87595"/>
                    <a:pt x="60021" y="87792"/>
                    <a:pt x="58352" y="87792"/>
                  </a:cubicBezTo>
                  <a:cubicBezTo>
                    <a:pt x="54234" y="87792"/>
                    <a:pt x="49733" y="86593"/>
                    <a:pt x="44048" y="85944"/>
                  </a:cubicBezTo>
                  <a:cubicBezTo>
                    <a:pt x="39674" y="85423"/>
                    <a:pt x="35378" y="85177"/>
                    <a:pt x="31136" y="85177"/>
                  </a:cubicBezTo>
                  <a:cubicBezTo>
                    <a:pt x="25139" y="85177"/>
                    <a:pt x="19251" y="85669"/>
                    <a:pt x="13401" y="86571"/>
                  </a:cubicBezTo>
                  <a:cubicBezTo>
                    <a:pt x="15113" y="23052"/>
                    <a:pt x="15228" y="13750"/>
                    <a:pt x="16711" y="681"/>
                  </a:cubicBezTo>
                  <a:close/>
                  <a:moveTo>
                    <a:pt x="116617" y="4343"/>
                  </a:moveTo>
                  <a:cubicBezTo>
                    <a:pt x="116780" y="4343"/>
                    <a:pt x="117008" y="4511"/>
                    <a:pt x="117326" y="4562"/>
                  </a:cubicBezTo>
                  <a:lnTo>
                    <a:pt x="117269" y="4562"/>
                  </a:lnTo>
                  <a:cubicBezTo>
                    <a:pt x="118239" y="20770"/>
                    <a:pt x="118125" y="17174"/>
                    <a:pt x="117383" y="40173"/>
                  </a:cubicBezTo>
                  <a:cubicBezTo>
                    <a:pt x="117111" y="48041"/>
                    <a:pt x="117072" y="51204"/>
                    <a:pt x="117151" y="51204"/>
                  </a:cubicBezTo>
                  <a:lnTo>
                    <a:pt x="117151" y="51204"/>
                  </a:lnTo>
                  <a:cubicBezTo>
                    <a:pt x="117401" y="51204"/>
                    <a:pt x="118842" y="18960"/>
                    <a:pt x="117668" y="4619"/>
                  </a:cubicBezTo>
                  <a:lnTo>
                    <a:pt x="117668" y="4619"/>
                  </a:lnTo>
                  <a:cubicBezTo>
                    <a:pt x="120408" y="5075"/>
                    <a:pt x="119723" y="3306"/>
                    <a:pt x="119894" y="13807"/>
                  </a:cubicBezTo>
                  <a:cubicBezTo>
                    <a:pt x="120000" y="19015"/>
                    <a:pt x="120151" y="22596"/>
                    <a:pt x="120249" y="22596"/>
                  </a:cubicBezTo>
                  <a:cubicBezTo>
                    <a:pt x="120310" y="22596"/>
                    <a:pt x="120351" y="21260"/>
                    <a:pt x="120351" y="18144"/>
                  </a:cubicBezTo>
                  <a:cubicBezTo>
                    <a:pt x="120304" y="6309"/>
                    <a:pt x="119759" y="4980"/>
                    <a:pt x="120444" y="4980"/>
                  </a:cubicBezTo>
                  <a:cubicBezTo>
                    <a:pt x="120594" y="4980"/>
                    <a:pt x="120804" y="5044"/>
                    <a:pt x="121093" y="5075"/>
                  </a:cubicBezTo>
                  <a:cubicBezTo>
                    <a:pt x="120783" y="8207"/>
                    <a:pt x="121137" y="12772"/>
                    <a:pt x="121367" y="12772"/>
                  </a:cubicBezTo>
                  <a:cubicBezTo>
                    <a:pt x="121519" y="12772"/>
                    <a:pt x="121616" y="10795"/>
                    <a:pt x="121435" y="5132"/>
                  </a:cubicBezTo>
                  <a:lnTo>
                    <a:pt x="121435" y="5132"/>
                  </a:lnTo>
                  <a:cubicBezTo>
                    <a:pt x="123489" y="5589"/>
                    <a:pt x="121663" y="44625"/>
                    <a:pt x="121378" y="69450"/>
                  </a:cubicBezTo>
                  <a:cubicBezTo>
                    <a:pt x="121101" y="87668"/>
                    <a:pt x="121831" y="89337"/>
                    <a:pt x="120826" y="89337"/>
                  </a:cubicBezTo>
                  <a:cubicBezTo>
                    <a:pt x="120600" y="89337"/>
                    <a:pt x="120288" y="89253"/>
                    <a:pt x="119856" y="89253"/>
                  </a:cubicBezTo>
                  <a:cubicBezTo>
                    <a:pt x="119831" y="89253"/>
                    <a:pt x="119806" y="89253"/>
                    <a:pt x="119780" y="89254"/>
                  </a:cubicBezTo>
                  <a:cubicBezTo>
                    <a:pt x="118810" y="62488"/>
                    <a:pt x="121492" y="55468"/>
                    <a:pt x="120807" y="38233"/>
                  </a:cubicBezTo>
                  <a:cubicBezTo>
                    <a:pt x="120522" y="31327"/>
                    <a:pt x="120522" y="30757"/>
                    <a:pt x="121150" y="23851"/>
                  </a:cubicBezTo>
                  <a:cubicBezTo>
                    <a:pt x="121162" y="23709"/>
                    <a:pt x="121158" y="23639"/>
                    <a:pt x="121142" y="23639"/>
                  </a:cubicBezTo>
                  <a:cubicBezTo>
                    <a:pt x="121011" y="23639"/>
                    <a:pt x="120045" y="28384"/>
                    <a:pt x="120351" y="36578"/>
                  </a:cubicBezTo>
                  <a:cubicBezTo>
                    <a:pt x="121035" y="55582"/>
                    <a:pt x="119152" y="61346"/>
                    <a:pt x="119095" y="74986"/>
                  </a:cubicBezTo>
                  <a:cubicBezTo>
                    <a:pt x="119005" y="87659"/>
                    <a:pt x="119984" y="89390"/>
                    <a:pt x="118793" y="89390"/>
                  </a:cubicBezTo>
                  <a:cubicBezTo>
                    <a:pt x="118477" y="89390"/>
                    <a:pt x="118008" y="89268"/>
                    <a:pt x="117326" y="89197"/>
                  </a:cubicBezTo>
                  <a:cubicBezTo>
                    <a:pt x="117932" y="59100"/>
                    <a:pt x="117662" y="56083"/>
                    <a:pt x="117543" y="56083"/>
                  </a:cubicBezTo>
                  <a:cubicBezTo>
                    <a:pt x="117516" y="56083"/>
                    <a:pt x="117497" y="56236"/>
                    <a:pt x="117497" y="56267"/>
                  </a:cubicBezTo>
                  <a:cubicBezTo>
                    <a:pt x="116847" y="85769"/>
                    <a:pt x="117369" y="89174"/>
                    <a:pt x="116354" y="89174"/>
                  </a:cubicBezTo>
                  <a:cubicBezTo>
                    <a:pt x="116122" y="89174"/>
                    <a:pt x="115810" y="88996"/>
                    <a:pt x="115386" y="88911"/>
                  </a:cubicBezTo>
                  <a:cubicBezTo>
                    <a:pt x="115271" y="88854"/>
                    <a:pt x="115785" y="42114"/>
                    <a:pt x="116070" y="22425"/>
                  </a:cubicBezTo>
                  <a:cubicBezTo>
                    <a:pt x="116248" y="6374"/>
                    <a:pt x="116046" y="4343"/>
                    <a:pt x="116617" y="4343"/>
                  </a:cubicBezTo>
                  <a:close/>
                  <a:moveTo>
                    <a:pt x="84090" y="2710"/>
                  </a:moveTo>
                  <a:cubicBezTo>
                    <a:pt x="85243" y="2710"/>
                    <a:pt x="86484" y="2718"/>
                    <a:pt x="87821" y="2735"/>
                  </a:cubicBezTo>
                  <a:cubicBezTo>
                    <a:pt x="103629" y="2964"/>
                    <a:pt x="115785" y="3363"/>
                    <a:pt x="115785" y="3477"/>
                  </a:cubicBezTo>
                  <a:cubicBezTo>
                    <a:pt x="114929" y="65684"/>
                    <a:pt x="114986" y="57466"/>
                    <a:pt x="114529" y="89596"/>
                  </a:cubicBezTo>
                  <a:cubicBezTo>
                    <a:pt x="111591" y="89664"/>
                    <a:pt x="108676" y="89697"/>
                    <a:pt x="105784" y="89697"/>
                  </a:cubicBezTo>
                  <a:cubicBezTo>
                    <a:pt x="91604" y="89697"/>
                    <a:pt x="77961" y="88897"/>
                    <a:pt x="64593" y="87427"/>
                  </a:cubicBezTo>
                  <a:cubicBezTo>
                    <a:pt x="64650" y="55069"/>
                    <a:pt x="65620" y="30186"/>
                    <a:pt x="67161" y="3420"/>
                  </a:cubicBezTo>
                  <a:cubicBezTo>
                    <a:pt x="67487" y="3500"/>
                    <a:pt x="67781" y="3533"/>
                    <a:pt x="68110" y="3533"/>
                  </a:cubicBezTo>
                  <a:cubicBezTo>
                    <a:pt x="69749" y="3533"/>
                    <a:pt x="72266" y="2710"/>
                    <a:pt x="84090" y="2710"/>
                  </a:cubicBezTo>
                  <a:close/>
                  <a:moveTo>
                    <a:pt x="16530" y="1"/>
                  </a:moveTo>
                  <a:cubicBezTo>
                    <a:pt x="16167" y="1"/>
                    <a:pt x="16107" y="85"/>
                    <a:pt x="16084" y="281"/>
                  </a:cubicBezTo>
                  <a:cubicBezTo>
                    <a:pt x="16026" y="567"/>
                    <a:pt x="16026" y="852"/>
                    <a:pt x="15969" y="1137"/>
                  </a:cubicBezTo>
                  <a:cubicBezTo>
                    <a:pt x="15969" y="1080"/>
                    <a:pt x="15855" y="1080"/>
                    <a:pt x="15798" y="1080"/>
                  </a:cubicBezTo>
                  <a:cubicBezTo>
                    <a:pt x="15635" y="1080"/>
                    <a:pt x="8862" y="207"/>
                    <a:pt x="4985" y="207"/>
                  </a:cubicBezTo>
                  <a:cubicBezTo>
                    <a:pt x="3434" y="207"/>
                    <a:pt x="2346" y="347"/>
                    <a:pt x="2330" y="738"/>
                  </a:cubicBezTo>
                  <a:cubicBezTo>
                    <a:pt x="1474" y="29844"/>
                    <a:pt x="732" y="58436"/>
                    <a:pt x="47" y="87199"/>
                  </a:cubicBezTo>
                  <a:cubicBezTo>
                    <a:pt x="1" y="88724"/>
                    <a:pt x="81376" y="91969"/>
                    <a:pt x="112437" y="91969"/>
                  </a:cubicBezTo>
                  <a:cubicBezTo>
                    <a:pt x="119744" y="91969"/>
                    <a:pt x="124267" y="91789"/>
                    <a:pt x="124288" y="91365"/>
                  </a:cubicBezTo>
                  <a:cubicBezTo>
                    <a:pt x="125316" y="57637"/>
                    <a:pt x="125715" y="24023"/>
                    <a:pt x="125658" y="2850"/>
                  </a:cubicBezTo>
                  <a:cubicBezTo>
                    <a:pt x="125658" y="2622"/>
                    <a:pt x="125824" y="2561"/>
                    <a:pt x="124165" y="2561"/>
                  </a:cubicBezTo>
                  <a:cubicBezTo>
                    <a:pt x="122905" y="2561"/>
                    <a:pt x="120593" y="2597"/>
                    <a:pt x="116356" y="2621"/>
                  </a:cubicBezTo>
                  <a:cubicBezTo>
                    <a:pt x="116070" y="2621"/>
                    <a:pt x="116070" y="2964"/>
                    <a:pt x="116299" y="2964"/>
                  </a:cubicBezTo>
                  <a:cubicBezTo>
                    <a:pt x="119266" y="3021"/>
                    <a:pt x="122234" y="3021"/>
                    <a:pt x="125145" y="3078"/>
                  </a:cubicBezTo>
                  <a:cubicBezTo>
                    <a:pt x="124973" y="43712"/>
                    <a:pt x="124517" y="66996"/>
                    <a:pt x="123775" y="91080"/>
                  </a:cubicBezTo>
                  <a:cubicBezTo>
                    <a:pt x="120679" y="91189"/>
                    <a:pt x="116453" y="91243"/>
                    <a:pt x="111376" y="91243"/>
                  </a:cubicBezTo>
                  <a:cubicBezTo>
                    <a:pt x="84633" y="91243"/>
                    <a:pt x="34249" y="89744"/>
                    <a:pt x="675" y="86914"/>
                  </a:cubicBezTo>
                  <a:cubicBezTo>
                    <a:pt x="1359" y="57922"/>
                    <a:pt x="2101" y="29558"/>
                    <a:pt x="2957" y="1023"/>
                  </a:cubicBezTo>
                  <a:cubicBezTo>
                    <a:pt x="4275" y="912"/>
                    <a:pt x="5592" y="852"/>
                    <a:pt x="6905" y="852"/>
                  </a:cubicBezTo>
                  <a:cubicBezTo>
                    <a:pt x="8950" y="852"/>
                    <a:pt x="10986" y="996"/>
                    <a:pt x="13002" y="1309"/>
                  </a:cubicBezTo>
                  <a:cubicBezTo>
                    <a:pt x="8950" y="2964"/>
                    <a:pt x="7181" y="2108"/>
                    <a:pt x="7181" y="2678"/>
                  </a:cubicBezTo>
                  <a:cubicBezTo>
                    <a:pt x="7808" y="52215"/>
                    <a:pt x="4441" y="72475"/>
                    <a:pt x="5583" y="85887"/>
                  </a:cubicBezTo>
                  <a:lnTo>
                    <a:pt x="5583" y="85887"/>
                  </a:lnTo>
                  <a:cubicBezTo>
                    <a:pt x="5531" y="85868"/>
                    <a:pt x="5481" y="85861"/>
                    <a:pt x="5433" y="85861"/>
                  </a:cubicBezTo>
                  <a:cubicBezTo>
                    <a:pt x="5266" y="85861"/>
                    <a:pt x="5124" y="85950"/>
                    <a:pt x="5008" y="85950"/>
                  </a:cubicBezTo>
                  <a:cubicBezTo>
                    <a:pt x="4253" y="85950"/>
                    <a:pt x="4653" y="82116"/>
                    <a:pt x="6610" y="24137"/>
                  </a:cubicBezTo>
                  <a:cubicBezTo>
                    <a:pt x="6610" y="24065"/>
                    <a:pt x="6560" y="24033"/>
                    <a:pt x="6502" y="24033"/>
                  </a:cubicBezTo>
                  <a:cubicBezTo>
                    <a:pt x="6421" y="24033"/>
                    <a:pt x="6325" y="24094"/>
                    <a:pt x="6325" y="24194"/>
                  </a:cubicBezTo>
                  <a:cubicBezTo>
                    <a:pt x="2283" y="81034"/>
                    <a:pt x="5934" y="85674"/>
                    <a:pt x="3736" y="85674"/>
                  </a:cubicBezTo>
                  <a:cubicBezTo>
                    <a:pt x="3451" y="85674"/>
                    <a:pt x="3069" y="85596"/>
                    <a:pt x="2558" y="85544"/>
                  </a:cubicBezTo>
                  <a:cubicBezTo>
                    <a:pt x="3585" y="78867"/>
                    <a:pt x="3699" y="60604"/>
                    <a:pt x="3813" y="42970"/>
                  </a:cubicBezTo>
                  <a:cubicBezTo>
                    <a:pt x="3939" y="44679"/>
                    <a:pt x="4186" y="45323"/>
                    <a:pt x="4309" y="45323"/>
                  </a:cubicBezTo>
                  <a:cubicBezTo>
                    <a:pt x="4355" y="45323"/>
                    <a:pt x="4384" y="45235"/>
                    <a:pt x="4384" y="45081"/>
                  </a:cubicBezTo>
                  <a:cubicBezTo>
                    <a:pt x="4670" y="28816"/>
                    <a:pt x="4898" y="36692"/>
                    <a:pt x="5526" y="27960"/>
                  </a:cubicBezTo>
                  <a:cubicBezTo>
                    <a:pt x="6210" y="19343"/>
                    <a:pt x="4670" y="12209"/>
                    <a:pt x="5811" y="2792"/>
                  </a:cubicBezTo>
                  <a:cubicBezTo>
                    <a:pt x="7909" y="2302"/>
                    <a:pt x="7926" y="2085"/>
                    <a:pt x="7271" y="2085"/>
                  </a:cubicBezTo>
                  <a:cubicBezTo>
                    <a:pt x="6554" y="2085"/>
                    <a:pt x="5033" y="2345"/>
                    <a:pt x="4555" y="2792"/>
                  </a:cubicBezTo>
                  <a:cubicBezTo>
                    <a:pt x="3928" y="3420"/>
                    <a:pt x="2843" y="31955"/>
                    <a:pt x="3129" y="66996"/>
                  </a:cubicBezTo>
                  <a:cubicBezTo>
                    <a:pt x="3243" y="84060"/>
                    <a:pt x="1531" y="85944"/>
                    <a:pt x="2273" y="86001"/>
                  </a:cubicBezTo>
                  <a:cubicBezTo>
                    <a:pt x="4704" y="86244"/>
                    <a:pt x="5294" y="86314"/>
                    <a:pt x="5472" y="86314"/>
                  </a:cubicBezTo>
                  <a:cubicBezTo>
                    <a:pt x="5545" y="86314"/>
                    <a:pt x="5550" y="86303"/>
                    <a:pt x="5583" y="86286"/>
                  </a:cubicBezTo>
                  <a:cubicBezTo>
                    <a:pt x="5633" y="86386"/>
                    <a:pt x="5595" y="86706"/>
                    <a:pt x="5816" y="86706"/>
                  </a:cubicBezTo>
                  <a:cubicBezTo>
                    <a:pt x="5847" y="86706"/>
                    <a:pt x="5883" y="86700"/>
                    <a:pt x="5925" y="86685"/>
                  </a:cubicBezTo>
                  <a:cubicBezTo>
                    <a:pt x="7211" y="86213"/>
                    <a:pt x="7978" y="86091"/>
                    <a:pt x="8564" y="86091"/>
                  </a:cubicBezTo>
                  <a:cubicBezTo>
                    <a:pt x="9196" y="86091"/>
                    <a:pt x="9618" y="86233"/>
                    <a:pt x="10254" y="86233"/>
                  </a:cubicBezTo>
                  <a:cubicBezTo>
                    <a:pt x="10312" y="86233"/>
                    <a:pt x="10372" y="86232"/>
                    <a:pt x="10434" y="86229"/>
                  </a:cubicBezTo>
                  <a:cubicBezTo>
                    <a:pt x="11575" y="86138"/>
                    <a:pt x="12187" y="86046"/>
                    <a:pt x="12510" y="86046"/>
                  </a:cubicBezTo>
                  <a:cubicBezTo>
                    <a:pt x="12995" y="86046"/>
                    <a:pt x="12831" y="86252"/>
                    <a:pt x="12831" y="86971"/>
                  </a:cubicBezTo>
                  <a:cubicBezTo>
                    <a:pt x="12831" y="87161"/>
                    <a:pt x="12862" y="87242"/>
                    <a:pt x="13113" y="87242"/>
                  </a:cubicBezTo>
                  <a:cubicBezTo>
                    <a:pt x="13540" y="87242"/>
                    <a:pt x="14602" y="87009"/>
                    <a:pt x="17225" y="86685"/>
                  </a:cubicBezTo>
                  <a:cubicBezTo>
                    <a:pt x="19394" y="86914"/>
                    <a:pt x="52437" y="87998"/>
                    <a:pt x="53293" y="87998"/>
                  </a:cubicBezTo>
                  <a:cubicBezTo>
                    <a:pt x="55556" y="88342"/>
                    <a:pt x="57333" y="88466"/>
                    <a:pt x="58726" y="88466"/>
                  </a:cubicBezTo>
                  <a:cubicBezTo>
                    <a:pt x="62392" y="88466"/>
                    <a:pt x="63400" y="87604"/>
                    <a:pt x="63587" y="87604"/>
                  </a:cubicBezTo>
                  <a:cubicBezTo>
                    <a:pt x="63613" y="87604"/>
                    <a:pt x="63623" y="87620"/>
                    <a:pt x="63623" y="87656"/>
                  </a:cubicBezTo>
                  <a:cubicBezTo>
                    <a:pt x="63623" y="89831"/>
                    <a:pt x="94448" y="90450"/>
                    <a:pt x="108946" y="90450"/>
                  </a:cubicBezTo>
                  <a:cubicBezTo>
                    <a:pt x="111567" y="90450"/>
                    <a:pt x="113654" y="90430"/>
                    <a:pt x="114929" y="90395"/>
                  </a:cubicBezTo>
                  <a:cubicBezTo>
                    <a:pt x="115386" y="90395"/>
                    <a:pt x="115328" y="89824"/>
                    <a:pt x="115328" y="89368"/>
                  </a:cubicBezTo>
                  <a:lnTo>
                    <a:pt x="115328" y="89368"/>
                  </a:lnTo>
                  <a:cubicBezTo>
                    <a:pt x="116251" y="89565"/>
                    <a:pt x="118277" y="89763"/>
                    <a:pt x="119825" y="89763"/>
                  </a:cubicBezTo>
                  <a:cubicBezTo>
                    <a:pt x="120958" y="89763"/>
                    <a:pt x="121834" y="89657"/>
                    <a:pt x="121834" y="89368"/>
                  </a:cubicBezTo>
                  <a:cubicBezTo>
                    <a:pt x="121378" y="67567"/>
                    <a:pt x="123547" y="7472"/>
                    <a:pt x="122633" y="5361"/>
                  </a:cubicBezTo>
                  <a:cubicBezTo>
                    <a:pt x="122405" y="4847"/>
                    <a:pt x="121892" y="4904"/>
                    <a:pt x="121435" y="4790"/>
                  </a:cubicBezTo>
                  <a:cubicBezTo>
                    <a:pt x="121406" y="4733"/>
                    <a:pt x="121349" y="4704"/>
                    <a:pt x="121292" y="4704"/>
                  </a:cubicBezTo>
                  <a:cubicBezTo>
                    <a:pt x="121235" y="4704"/>
                    <a:pt x="121178" y="4733"/>
                    <a:pt x="121150" y="4790"/>
                  </a:cubicBezTo>
                  <a:cubicBezTo>
                    <a:pt x="115443" y="3991"/>
                    <a:pt x="116299" y="4447"/>
                    <a:pt x="116299" y="3249"/>
                  </a:cubicBezTo>
                  <a:cubicBezTo>
                    <a:pt x="116299" y="2742"/>
                    <a:pt x="98755" y="2188"/>
                    <a:pt x="84374" y="2188"/>
                  </a:cubicBezTo>
                  <a:cubicBezTo>
                    <a:pt x="76113" y="2188"/>
                    <a:pt x="68896" y="2371"/>
                    <a:pt x="66648" y="2850"/>
                  </a:cubicBezTo>
                  <a:cubicBezTo>
                    <a:pt x="65512" y="2483"/>
                    <a:pt x="62685" y="2376"/>
                    <a:pt x="60473" y="2376"/>
                  </a:cubicBezTo>
                  <a:cubicBezTo>
                    <a:pt x="59238" y="2376"/>
                    <a:pt x="58195" y="2409"/>
                    <a:pt x="57745" y="2450"/>
                  </a:cubicBezTo>
                  <a:cubicBezTo>
                    <a:pt x="54599" y="2170"/>
                    <a:pt x="53251" y="1998"/>
                    <a:pt x="52430" y="1998"/>
                  </a:cubicBezTo>
                  <a:cubicBezTo>
                    <a:pt x="51911" y="1998"/>
                    <a:pt x="51602" y="2067"/>
                    <a:pt x="51182" y="2222"/>
                  </a:cubicBezTo>
                  <a:cubicBezTo>
                    <a:pt x="24091" y="1311"/>
                    <a:pt x="17960" y="1"/>
                    <a:pt x="165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3"/>
            <p:cNvSpPr/>
            <p:nvPr/>
          </p:nvSpPr>
          <p:spPr>
            <a:xfrm>
              <a:off x="3272550" y="1296350"/>
              <a:ext cx="34525" cy="637975"/>
            </a:xfrm>
            <a:custGeom>
              <a:rect b="b" l="l" r="r" t="t"/>
              <a:pathLst>
                <a:path extrusionOk="0" h="25519" w="1381">
                  <a:moveTo>
                    <a:pt x="835" y="1"/>
                  </a:moveTo>
                  <a:cubicBezTo>
                    <a:pt x="819" y="1"/>
                    <a:pt x="810" y="67"/>
                    <a:pt x="810" y="154"/>
                  </a:cubicBezTo>
                  <a:cubicBezTo>
                    <a:pt x="468" y="14079"/>
                    <a:pt x="1381" y="10141"/>
                    <a:pt x="11" y="25322"/>
                  </a:cubicBezTo>
                  <a:cubicBezTo>
                    <a:pt x="0" y="25421"/>
                    <a:pt x="32" y="25519"/>
                    <a:pt x="91" y="25519"/>
                  </a:cubicBezTo>
                  <a:cubicBezTo>
                    <a:pt x="337" y="25519"/>
                    <a:pt x="1060" y="23829"/>
                    <a:pt x="1153" y="13565"/>
                  </a:cubicBezTo>
                  <a:cubicBezTo>
                    <a:pt x="1201" y="2016"/>
                    <a:pt x="922" y="1"/>
                    <a:pt x="835" y="1"/>
                  </a:cubicBezTo>
                  <a:close/>
                </a:path>
              </a:pathLst>
            </a:custGeom>
            <a:solidFill>
              <a:srgbClr val="7258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" name="Google Shape;481;p34"/>
          <p:cNvPicPr preferRelativeResize="0"/>
          <p:nvPr/>
        </p:nvPicPr>
        <p:blipFill>
          <a:blip r:embed="rId2">
            <a:alphaModFix amt="6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2" name="Google Shape;482;p34"/>
          <p:cNvGrpSpPr/>
          <p:nvPr/>
        </p:nvGrpSpPr>
        <p:grpSpPr>
          <a:xfrm>
            <a:off x="0" y="63903"/>
            <a:ext cx="9074406" cy="5015689"/>
            <a:chOff x="173750" y="932175"/>
            <a:chExt cx="7208775" cy="3984500"/>
          </a:xfrm>
        </p:grpSpPr>
        <p:sp>
          <p:nvSpPr>
            <p:cNvPr id="483" name="Google Shape;483;p34"/>
            <p:cNvSpPr/>
            <p:nvPr/>
          </p:nvSpPr>
          <p:spPr>
            <a:xfrm>
              <a:off x="235300" y="959250"/>
              <a:ext cx="7129100" cy="3940775"/>
            </a:xfrm>
            <a:custGeom>
              <a:rect b="b" l="l" r="r" t="t"/>
              <a:pathLst>
                <a:path extrusionOk="0" h="157631" w="285164">
                  <a:moveTo>
                    <a:pt x="277328" y="136064"/>
                  </a:move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lnTo>
                    <a:pt x="277328" y="136064"/>
                  </a:lnTo>
                  <a:cubicBezTo>
                    <a:pt x="277328" y="136064"/>
                    <a:pt x="277328" y="136064"/>
                    <a:pt x="277328" y="136064"/>
                  </a:cubicBezTo>
                  <a:close/>
                  <a:moveTo>
                    <a:pt x="9996" y="3868"/>
                  </a:moveTo>
                  <a:cubicBezTo>
                    <a:pt x="10482" y="3868"/>
                    <a:pt x="11113" y="3915"/>
                    <a:pt x="11624" y="3915"/>
                  </a:cubicBezTo>
                  <a:cubicBezTo>
                    <a:pt x="11779" y="3915"/>
                    <a:pt x="11922" y="3910"/>
                    <a:pt x="12047" y="3899"/>
                  </a:cubicBezTo>
                  <a:cubicBezTo>
                    <a:pt x="47838" y="4674"/>
                    <a:pt x="105523" y="5599"/>
                    <a:pt x="140276" y="6061"/>
                  </a:cubicBezTo>
                  <a:cubicBezTo>
                    <a:pt x="146862" y="6061"/>
                    <a:pt x="279427" y="7086"/>
                    <a:pt x="280065" y="7186"/>
                  </a:cubicBezTo>
                  <a:lnTo>
                    <a:pt x="280077" y="7186"/>
                  </a:lnTo>
                  <a:cubicBezTo>
                    <a:pt x="282114" y="7498"/>
                    <a:pt x="281327" y="15784"/>
                    <a:pt x="281639" y="22494"/>
                  </a:cubicBezTo>
                  <a:cubicBezTo>
                    <a:pt x="281889" y="27755"/>
                    <a:pt x="281489" y="35816"/>
                    <a:pt x="281639" y="41077"/>
                  </a:cubicBezTo>
                  <a:cubicBezTo>
                    <a:pt x="281952" y="51599"/>
                    <a:pt x="281602" y="67282"/>
                    <a:pt x="281177" y="77792"/>
                  </a:cubicBezTo>
                  <a:cubicBezTo>
                    <a:pt x="280402" y="96462"/>
                    <a:pt x="281202" y="114370"/>
                    <a:pt x="281177" y="132777"/>
                  </a:cubicBezTo>
                  <a:cubicBezTo>
                    <a:pt x="280714" y="133477"/>
                    <a:pt x="279065" y="133515"/>
                    <a:pt x="278690" y="134177"/>
                  </a:cubicBezTo>
                  <a:cubicBezTo>
                    <a:pt x="278687" y="134177"/>
                    <a:pt x="278684" y="134177"/>
                    <a:pt x="278681" y="134177"/>
                  </a:cubicBezTo>
                  <a:cubicBezTo>
                    <a:pt x="278235" y="134177"/>
                    <a:pt x="277753" y="136064"/>
                    <a:pt x="277332" y="136064"/>
                  </a:cubicBezTo>
                  <a:cubicBezTo>
                    <a:pt x="277331" y="136064"/>
                    <a:pt x="277329" y="136064"/>
                    <a:pt x="277328" y="136064"/>
                  </a:cubicBezTo>
                  <a:lnTo>
                    <a:pt x="277328" y="136064"/>
                  </a:lnTo>
                  <a:cubicBezTo>
                    <a:pt x="277387" y="136067"/>
                    <a:pt x="276390" y="137080"/>
                    <a:pt x="276028" y="139338"/>
                  </a:cubicBezTo>
                  <a:cubicBezTo>
                    <a:pt x="273994" y="144299"/>
                    <a:pt x="274754" y="148324"/>
                    <a:pt x="274131" y="148324"/>
                  </a:cubicBezTo>
                  <a:cubicBezTo>
                    <a:pt x="274126" y="148324"/>
                    <a:pt x="274121" y="148324"/>
                    <a:pt x="274116" y="148323"/>
                  </a:cubicBezTo>
                  <a:cubicBezTo>
                    <a:pt x="267755" y="148398"/>
                    <a:pt x="265406" y="149023"/>
                    <a:pt x="261032" y="149023"/>
                  </a:cubicBezTo>
                  <a:cubicBezTo>
                    <a:pt x="259623" y="149023"/>
                    <a:pt x="250865" y="149235"/>
                    <a:pt x="245202" y="149235"/>
                  </a:cubicBezTo>
                  <a:cubicBezTo>
                    <a:pt x="243584" y="149235"/>
                    <a:pt x="242219" y="149217"/>
                    <a:pt x="241350" y="149173"/>
                  </a:cubicBezTo>
                  <a:cubicBezTo>
                    <a:pt x="240031" y="149191"/>
                    <a:pt x="239055" y="149198"/>
                    <a:pt x="238300" y="149198"/>
                  </a:cubicBezTo>
                  <a:cubicBezTo>
                    <a:pt x="234861" y="149198"/>
                    <a:pt x="236020" y="149043"/>
                    <a:pt x="230415" y="149023"/>
                  </a:cubicBezTo>
                  <a:cubicBezTo>
                    <a:pt x="205134" y="148911"/>
                    <a:pt x="179328" y="148373"/>
                    <a:pt x="154035" y="147923"/>
                  </a:cubicBezTo>
                  <a:cubicBezTo>
                    <a:pt x="138277" y="147648"/>
                    <a:pt x="130929" y="147736"/>
                    <a:pt x="115133" y="147298"/>
                  </a:cubicBezTo>
                  <a:cubicBezTo>
                    <a:pt x="98262" y="146836"/>
                    <a:pt x="84666" y="146924"/>
                    <a:pt x="73431" y="146674"/>
                  </a:cubicBezTo>
                  <a:cubicBezTo>
                    <a:pt x="66968" y="146534"/>
                    <a:pt x="55072" y="146510"/>
                    <a:pt x="43116" y="146510"/>
                  </a:cubicBezTo>
                  <a:cubicBezTo>
                    <a:pt x="36878" y="146510"/>
                    <a:pt x="30623" y="146516"/>
                    <a:pt x="25115" y="146516"/>
                  </a:cubicBezTo>
                  <a:cubicBezTo>
                    <a:pt x="14788" y="146516"/>
                    <a:pt x="7085" y="146493"/>
                    <a:pt x="7036" y="146361"/>
                  </a:cubicBezTo>
                  <a:cubicBezTo>
                    <a:pt x="6261" y="144174"/>
                    <a:pt x="6674" y="144237"/>
                    <a:pt x="6724" y="142925"/>
                  </a:cubicBezTo>
                  <a:cubicBezTo>
                    <a:pt x="6836" y="140008"/>
                    <a:pt x="8415" y="129965"/>
                    <a:pt x="8287" y="129965"/>
                  </a:cubicBezTo>
                  <a:cubicBezTo>
                    <a:pt x="8287" y="129965"/>
                    <a:pt x="8286" y="129965"/>
                    <a:pt x="8286" y="129966"/>
                  </a:cubicBezTo>
                  <a:cubicBezTo>
                    <a:pt x="8303" y="129922"/>
                    <a:pt x="8232" y="129907"/>
                    <a:pt x="8099" y="129907"/>
                  </a:cubicBezTo>
                  <a:cubicBezTo>
                    <a:pt x="7770" y="129907"/>
                    <a:pt x="7061" y="130001"/>
                    <a:pt x="6354" y="130001"/>
                  </a:cubicBezTo>
                  <a:cubicBezTo>
                    <a:pt x="5864" y="130001"/>
                    <a:pt x="5375" y="129956"/>
                    <a:pt x="5012" y="129803"/>
                  </a:cubicBezTo>
                  <a:cubicBezTo>
                    <a:pt x="4899" y="126329"/>
                    <a:pt x="4674" y="123405"/>
                    <a:pt x="4562" y="119918"/>
                  </a:cubicBezTo>
                  <a:cubicBezTo>
                    <a:pt x="4412" y="115132"/>
                    <a:pt x="4712" y="110021"/>
                    <a:pt x="4787" y="105235"/>
                  </a:cubicBezTo>
                  <a:cubicBezTo>
                    <a:pt x="5087" y="85440"/>
                    <a:pt x="3237" y="64621"/>
                    <a:pt x="4874" y="44863"/>
                  </a:cubicBezTo>
                  <a:cubicBezTo>
                    <a:pt x="5911" y="32317"/>
                    <a:pt x="6249" y="20345"/>
                    <a:pt x="7786" y="7848"/>
                  </a:cubicBezTo>
                  <a:cubicBezTo>
                    <a:pt x="7798" y="7836"/>
                    <a:pt x="7811" y="7836"/>
                    <a:pt x="7823" y="7823"/>
                  </a:cubicBezTo>
                  <a:cubicBezTo>
                    <a:pt x="7811" y="7798"/>
                    <a:pt x="7811" y="7786"/>
                    <a:pt x="7798" y="7761"/>
                  </a:cubicBezTo>
                  <a:cubicBezTo>
                    <a:pt x="7823" y="7623"/>
                    <a:pt x="7836" y="7486"/>
                    <a:pt x="7848" y="7336"/>
                  </a:cubicBezTo>
                  <a:cubicBezTo>
                    <a:pt x="7923" y="6736"/>
                    <a:pt x="7961" y="5699"/>
                    <a:pt x="8186" y="4961"/>
                  </a:cubicBezTo>
                  <a:cubicBezTo>
                    <a:pt x="8486" y="4649"/>
                    <a:pt x="8798" y="4399"/>
                    <a:pt x="8911" y="4087"/>
                  </a:cubicBezTo>
                  <a:cubicBezTo>
                    <a:pt x="8928" y="4085"/>
                    <a:pt x="8946" y="4084"/>
                    <a:pt x="8964" y="4084"/>
                  </a:cubicBezTo>
                  <a:cubicBezTo>
                    <a:pt x="9054" y="4084"/>
                    <a:pt x="9157" y="4108"/>
                    <a:pt x="9261" y="4149"/>
                  </a:cubicBezTo>
                  <a:cubicBezTo>
                    <a:pt x="9113" y="3922"/>
                    <a:pt x="9470" y="3868"/>
                    <a:pt x="9996" y="3868"/>
                  </a:cubicBezTo>
                  <a:close/>
                  <a:moveTo>
                    <a:pt x="2837" y="0"/>
                  </a:moveTo>
                  <a:lnTo>
                    <a:pt x="2837" y="14696"/>
                  </a:lnTo>
                  <a:cubicBezTo>
                    <a:pt x="2412" y="26968"/>
                    <a:pt x="2062" y="39240"/>
                    <a:pt x="1538" y="51499"/>
                  </a:cubicBezTo>
                  <a:cubicBezTo>
                    <a:pt x="850" y="67957"/>
                    <a:pt x="1575" y="82228"/>
                    <a:pt x="800" y="101548"/>
                  </a:cubicBezTo>
                  <a:cubicBezTo>
                    <a:pt x="388" y="111595"/>
                    <a:pt x="1213" y="120718"/>
                    <a:pt x="788" y="130740"/>
                  </a:cubicBezTo>
                  <a:cubicBezTo>
                    <a:pt x="463" y="138713"/>
                    <a:pt x="1" y="146749"/>
                    <a:pt x="675" y="154709"/>
                  </a:cubicBezTo>
                  <a:cubicBezTo>
                    <a:pt x="713" y="155146"/>
                    <a:pt x="775" y="155621"/>
                    <a:pt x="1150" y="155946"/>
                  </a:cubicBezTo>
                  <a:cubicBezTo>
                    <a:pt x="1341" y="156105"/>
                    <a:pt x="1448" y="156199"/>
                    <a:pt x="1531" y="156199"/>
                  </a:cubicBezTo>
                  <a:cubicBezTo>
                    <a:pt x="1612" y="156199"/>
                    <a:pt x="1670" y="156111"/>
                    <a:pt x="1763" y="155909"/>
                  </a:cubicBezTo>
                  <a:cubicBezTo>
                    <a:pt x="6876" y="155420"/>
                    <a:pt x="11796" y="155252"/>
                    <a:pt x="16598" y="155252"/>
                  </a:cubicBezTo>
                  <a:cubicBezTo>
                    <a:pt x="26653" y="155252"/>
                    <a:pt x="36196" y="155987"/>
                    <a:pt x="45938" y="156046"/>
                  </a:cubicBezTo>
                  <a:cubicBezTo>
                    <a:pt x="48216" y="156062"/>
                    <a:pt x="50416" y="156068"/>
                    <a:pt x="52578" y="156068"/>
                  </a:cubicBezTo>
                  <a:cubicBezTo>
                    <a:pt x="59062" y="156068"/>
                    <a:pt x="65199" y="156012"/>
                    <a:pt x="72032" y="155984"/>
                  </a:cubicBezTo>
                  <a:cubicBezTo>
                    <a:pt x="72449" y="155982"/>
                    <a:pt x="72866" y="155981"/>
                    <a:pt x="73285" y="155981"/>
                  </a:cubicBezTo>
                  <a:cubicBezTo>
                    <a:pt x="82205" y="155981"/>
                    <a:pt x="91419" y="156317"/>
                    <a:pt x="100364" y="156317"/>
                  </a:cubicBezTo>
                  <a:cubicBezTo>
                    <a:pt x="101169" y="156317"/>
                    <a:pt x="101973" y="156314"/>
                    <a:pt x="102774" y="156309"/>
                  </a:cubicBezTo>
                  <a:cubicBezTo>
                    <a:pt x="104753" y="156293"/>
                    <a:pt x="106733" y="156285"/>
                    <a:pt x="108713" y="156285"/>
                  </a:cubicBezTo>
                  <a:cubicBezTo>
                    <a:pt x="128442" y="156285"/>
                    <a:pt x="148178" y="157023"/>
                    <a:pt x="167894" y="157421"/>
                  </a:cubicBezTo>
                  <a:cubicBezTo>
                    <a:pt x="175988" y="157587"/>
                    <a:pt x="184075" y="157631"/>
                    <a:pt x="192163" y="157631"/>
                  </a:cubicBezTo>
                  <a:cubicBezTo>
                    <a:pt x="201196" y="157631"/>
                    <a:pt x="210229" y="157576"/>
                    <a:pt x="219269" y="157576"/>
                  </a:cubicBezTo>
                  <a:cubicBezTo>
                    <a:pt x="222829" y="157576"/>
                    <a:pt x="226390" y="157585"/>
                    <a:pt x="229953" y="157608"/>
                  </a:cubicBezTo>
                  <a:cubicBezTo>
                    <a:pt x="232051" y="157622"/>
                    <a:pt x="234179" y="157628"/>
                    <a:pt x="236329" y="157628"/>
                  </a:cubicBezTo>
                  <a:cubicBezTo>
                    <a:pt x="249648" y="157628"/>
                    <a:pt x="263820" y="157401"/>
                    <a:pt x="277146" y="157401"/>
                  </a:cubicBezTo>
                  <a:cubicBezTo>
                    <a:pt x="279297" y="157401"/>
                    <a:pt x="281426" y="157407"/>
                    <a:pt x="283526" y="157421"/>
                  </a:cubicBezTo>
                  <a:cubicBezTo>
                    <a:pt x="283989" y="153959"/>
                    <a:pt x="285163" y="148836"/>
                    <a:pt x="284626" y="145899"/>
                  </a:cubicBezTo>
                  <a:lnTo>
                    <a:pt x="283676" y="102978"/>
                  </a:lnTo>
                  <a:lnTo>
                    <a:pt x="284626" y="47900"/>
                  </a:lnTo>
                  <a:lnTo>
                    <a:pt x="283364" y="313"/>
                  </a:lnTo>
                  <a:lnTo>
                    <a:pt x="2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4"/>
            <p:cNvSpPr/>
            <p:nvPr/>
          </p:nvSpPr>
          <p:spPr>
            <a:xfrm>
              <a:off x="343700" y="1045150"/>
              <a:ext cx="6935725" cy="3621750"/>
            </a:xfrm>
            <a:custGeom>
              <a:rect b="b" l="l" r="r" t="t"/>
              <a:pathLst>
                <a:path extrusionOk="0" h="144870" w="277429">
                  <a:moveTo>
                    <a:pt x="5987" y="1"/>
                  </a:moveTo>
                  <a:cubicBezTo>
                    <a:pt x="6024" y="1076"/>
                    <a:pt x="2413" y="2425"/>
                    <a:pt x="3487" y="5274"/>
                  </a:cubicBezTo>
                  <a:cubicBezTo>
                    <a:pt x="1351" y="6899"/>
                    <a:pt x="4062" y="9086"/>
                    <a:pt x="3800" y="11485"/>
                  </a:cubicBezTo>
                  <a:cubicBezTo>
                    <a:pt x="2850" y="19896"/>
                    <a:pt x="1226" y="40428"/>
                    <a:pt x="1138" y="48888"/>
                  </a:cubicBezTo>
                  <a:cubicBezTo>
                    <a:pt x="826" y="79930"/>
                    <a:pt x="2075" y="87527"/>
                    <a:pt x="1738" y="123868"/>
                  </a:cubicBezTo>
                  <a:cubicBezTo>
                    <a:pt x="1" y="126355"/>
                    <a:pt x="4225" y="126530"/>
                    <a:pt x="5112" y="126730"/>
                  </a:cubicBezTo>
                  <a:cubicBezTo>
                    <a:pt x="2988" y="133065"/>
                    <a:pt x="3375" y="133590"/>
                    <a:pt x="3288" y="136539"/>
                  </a:cubicBezTo>
                  <a:cubicBezTo>
                    <a:pt x="3225" y="138339"/>
                    <a:pt x="2375" y="141513"/>
                    <a:pt x="4562" y="142400"/>
                  </a:cubicBezTo>
                  <a:lnTo>
                    <a:pt x="107835" y="143413"/>
                  </a:lnTo>
                  <a:cubicBezTo>
                    <a:pt x="123556" y="143413"/>
                    <a:pt x="136665" y="144362"/>
                    <a:pt x="152348" y="144650"/>
                  </a:cubicBezTo>
                  <a:cubicBezTo>
                    <a:pt x="161076" y="144810"/>
                    <a:pt x="169854" y="144859"/>
                    <a:pt x="178648" y="144859"/>
                  </a:cubicBezTo>
                  <a:cubicBezTo>
                    <a:pt x="192617" y="144859"/>
                    <a:pt x="206625" y="144735"/>
                    <a:pt x="220531" y="144735"/>
                  </a:cubicBezTo>
                  <a:cubicBezTo>
                    <a:pt x="223130" y="144735"/>
                    <a:pt x="225725" y="144739"/>
                    <a:pt x="228316" y="144750"/>
                  </a:cubicBezTo>
                  <a:cubicBezTo>
                    <a:pt x="232395" y="144772"/>
                    <a:pt x="235777" y="144804"/>
                    <a:pt x="239403" y="144804"/>
                  </a:cubicBezTo>
                  <a:cubicBezTo>
                    <a:pt x="241820" y="144804"/>
                    <a:pt x="244347" y="144790"/>
                    <a:pt x="247261" y="144750"/>
                  </a:cubicBezTo>
                  <a:cubicBezTo>
                    <a:pt x="248879" y="144833"/>
                    <a:pt x="249806" y="144853"/>
                    <a:pt x="250468" y="144853"/>
                  </a:cubicBezTo>
                  <a:cubicBezTo>
                    <a:pt x="251106" y="144853"/>
                    <a:pt x="251497" y="144834"/>
                    <a:pt x="252024" y="144834"/>
                  </a:cubicBezTo>
                  <a:cubicBezTo>
                    <a:pt x="252263" y="144834"/>
                    <a:pt x="252529" y="144838"/>
                    <a:pt x="252860" y="144850"/>
                  </a:cubicBezTo>
                  <a:cubicBezTo>
                    <a:pt x="253248" y="144863"/>
                    <a:pt x="253711" y="144869"/>
                    <a:pt x="254232" y="144869"/>
                  </a:cubicBezTo>
                  <a:cubicBezTo>
                    <a:pt x="259192" y="144869"/>
                    <a:pt x="269365" y="144299"/>
                    <a:pt x="269693" y="143575"/>
                  </a:cubicBezTo>
                  <a:cubicBezTo>
                    <a:pt x="269696" y="143575"/>
                    <a:pt x="269699" y="143575"/>
                    <a:pt x="269702" y="143575"/>
                  </a:cubicBezTo>
                  <a:cubicBezTo>
                    <a:pt x="270599" y="143575"/>
                    <a:pt x="271585" y="130528"/>
                    <a:pt x="276878" y="130391"/>
                  </a:cubicBezTo>
                  <a:cubicBezTo>
                    <a:pt x="276916" y="111734"/>
                    <a:pt x="276228" y="92426"/>
                    <a:pt x="276991" y="73506"/>
                  </a:cubicBezTo>
                  <a:cubicBezTo>
                    <a:pt x="277428" y="62859"/>
                    <a:pt x="276316" y="46776"/>
                    <a:pt x="276016" y="36129"/>
                  </a:cubicBezTo>
                  <a:cubicBezTo>
                    <a:pt x="275866" y="30793"/>
                    <a:pt x="276478" y="23882"/>
                    <a:pt x="276016" y="18558"/>
                  </a:cubicBezTo>
                  <a:cubicBezTo>
                    <a:pt x="275591" y="13735"/>
                    <a:pt x="275579" y="8911"/>
                    <a:pt x="275916" y="4037"/>
                  </a:cubicBezTo>
                  <a:cubicBezTo>
                    <a:pt x="275953" y="3375"/>
                    <a:pt x="188376" y="576"/>
                    <a:pt x="5987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4"/>
            <p:cNvSpPr/>
            <p:nvPr/>
          </p:nvSpPr>
          <p:spPr>
            <a:xfrm>
              <a:off x="518050" y="4459475"/>
              <a:ext cx="6703175" cy="338150"/>
            </a:xfrm>
            <a:custGeom>
              <a:rect b="b" l="l" r="r" t="t"/>
              <a:pathLst>
                <a:path extrusionOk="0" h="13526" w="268127">
                  <a:moveTo>
                    <a:pt x="266366" y="1"/>
                  </a:moveTo>
                  <a:cubicBezTo>
                    <a:pt x="266295" y="1"/>
                    <a:pt x="266234" y="206"/>
                    <a:pt x="266205" y="666"/>
                  </a:cubicBezTo>
                  <a:cubicBezTo>
                    <a:pt x="265651" y="9735"/>
                    <a:pt x="263602" y="11651"/>
                    <a:pt x="252032" y="11651"/>
                  </a:cubicBezTo>
                  <a:cubicBezTo>
                    <a:pt x="245092" y="11651"/>
                    <a:pt x="234727" y="10962"/>
                    <a:pt x="219205" y="10714"/>
                  </a:cubicBezTo>
                  <a:cubicBezTo>
                    <a:pt x="191844" y="10287"/>
                    <a:pt x="76962" y="8338"/>
                    <a:pt x="23134" y="8338"/>
                  </a:cubicBezTo>
                  <a:cubicBezTo>
                    <a:pt x="13925" y="8338"/>
                    <a:pt x="6503" y="8395"/>
                    <a:pt x="1612" y="8527"/>
                  </a:cubicBezTo>
                  <a:cubicBezTo>
                    <a:pt x="0" y="8577"/>
                    <a:pt x="113" y="10414"/>
                    <a:pt x="1700" y="10451"/>
                  </a:cubicBezTo>
                  <a:cubicBezTo>
                    <a:pt x="1937" y="10464"/>
                    <a:pt x="257545" y="13525"/>
                    <a:pt x="257782" y="13525"/>
                  </a:cubicBezTo>
                  <a:cubicBezTo>
                    <a:pt x="268126" y="13425"/>
                    <a:pt x="266937" y="1"/>
                    <a:pt x="266366" y="1"/>
                  </a:cubicBezTo>
                  <a:close/>
                </a:path>
              </a:pathLst>
            </a:custGeom>
            <a:solidFill>
              <a:srgbClr val="F7F1EA">
                <a:alpha val="5030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34"/>
            <p:cNvSpPr/>
            <p:nvPr/>
          </p:nvSpPr>
          <p:spPr>
            <a:xfrm>
              <a:off x="4368575" y="4634475"/>
              <a:ext cx="1185350" cy="44225"/>
            </a:xfrm>
            <a:custGeom>
              <a:rect b="b" l="l" r="r" t="t"/>
              <a:pathLst>
                <a:path extrusionOk="0" h="1769" w="47414">
                  <a:moveTo>
                    <a:pt x="12332" y="1"/>
                  </a:moveTo>
                  <a:cubicBezTo>
                    <a:pt x="10293" y="1"/>
                    <a:pt x="8726" y="50"/>
                    <a:pt x="7924" y="164"/>
                  </a:cubicBezTo>
                  <a:cubicBezTo>
                    <a:pt x="0" y="1277"/>
                    <a:pt x="20097" y="1769"/>
                    <a:pt x="32763" y="1769"/>
                  </a:cubicBezTo>
                  <a:cubicBezTo>
                    <a:pt x="36177" y="1769"/>
                    <a:pt x="39051" y="1733"/>
                    <a:pt x="40690" y="1664"/>
                  </a:cubicBezTo>
                  <a:cubicBezTo>
                    <a:pt x="47413" y="1391"/>
                    <a:pt x="23187" y="1"/>
                    <a:pt x="123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34"/>
            <p:cNvSpPr/>
            <p:nvPr/>
          </p:nvSpPr>
          <p:spPr>
            <a:xfrm>
              <a:off x="173750" y="1021625"/>
              <a:ext cx="7187200" cy="3668525"/>
            </a:xfrm>
            <a:custGeom>
              <a:rect b="b" l="l" r="r" t="t"/>
              <a:pathLst>
                <a:path extrusionOk="0" h="146741" w="287488">
                  <a:moveTo>
                    <a:pt x="12160" y="1779"/>
                  </a:moveTo>
                  <a:cubicBezTo>
                    <a:pt x="179579" y="4628"/>
                    <a:pt x="197111" y="3191"/>
                    <a:pt x="282077" y="4941"/>
                  </a:cubicBezTo>
                  <a:cubicBezTo>
                    <a:pt x="282352" y="6240"/>
                    <a:pt x="283214" y="15925"/>
                    <a:pt x="282427" y="60314"/>
                  </a:cubicBezTo>
                  <a:cubicBezTo>
                    <a:pt x="281739" y="99728"/>
                    <a:pt x="282427" y="130207"/>
                    <a:pt x="282164" y="130207"/>
                  </a:cubicBezTo>
                  <a:cubicBezTo>
                    <a:pt x="84941" y="128108"/>
                    <a:pt x="111122" y="128320"/>
                    <a:pt x="9198" y="127058"/>
                  </a:cubicBezTo>
                  <a:cubicBezTo>
                    <a:pt x="7961" y="83895"/>
                    <a:pt x="6474" y="41943"/>
                    <a:pt x="12160" y="1779"/>
                  </a:cubicBezTo>
                  <a:close/>
                  <a:moveTo>
                    <a:pt x="35258" y="143955"/>
                  </a:moveTo>
                  <a:cubicBezTo>
                    <a:pt x="26968" y="143955"/>
                    <a:pt x="19421" y="143995"/>
                    <a:pt x="12849" y="144087"/>
                  </a:cubicBezTo>
                  <a:lnTo>
                    <a:pt x="12849" y="144087"/>
                  </a:lnTo>
                  <a:cubicBezTo>
                    <a:pt x="13935" y="144157"/>
                    <a:pt x="15410" y="144182"/>
                    <a:pt x="17408" y="144182"/>
                  </a:cubicBezTo>
                  <a:cubicBezTo>
                    <a:pt x="22908" y="144182"/>
                    <a:pt x="32363" y="143988"/>
                    <a:pt x="48514" y="143985"/>
                  </a:cubicBezTo>
                  <a:lnTo>
                    <a:pt x="48514" y="143985"/>
                  </a:lnTo>
                  <a:cubicBezTo>
                    <a:pt x="43922" y="143966"/>
                    <a:pt x="39493" y="143955"/>
                    <a:pt x="35258" y="143955"/>
                  </a:cubicBezTo>
                  <a:close/>
                  <a:moveTo>
                    <a:pt x="48814" y="143985"/>
                  </a:moveTo>
                  <a:cubicBezTo>
                    <a:pt x="48714" y="143985"/>
                    <a:pt x="48614" y="143985"/>
                    <a:pt x="48514" y="143985"/>
                  </a:cubicBezTo>
                  <a:lnTo>
                    <a:pt x="48514" y="143985"/>
                  </a:lnTo>
                  <a:cubicBezTo>
                    <a:pt x="61015" y="144039"/>
                    <a:pt x="74728" y="144161"/>
                    <a:pt x="89032" y="144323"/>
                  </a:cubicBezTo>
                  <a:lnTo>
                    <a:pt x="89032" y="144323"/>
                  </a:lnTo>
                  <a:cubicBezTo>
                    <a:pt x="83511" y="144240"/>
                    <a:pt x="78137" y="144170"/>
                    <a:pt x="72957" y="144116"/>
                  </a:cubicBezTo>
                  <a:cubicBezTo>
                    <a:pt x="63596" y="144019"/>
                    <a:pt x="55616" y="143985"/>
                    <a:pt x="48814" y="143985"/>
                  </a:cubicBezTo>
                  <a:close/>
                  <a:moveTo>
                    <a:pt x="16633" y="0"/>
                  </a:moveTo>
                  <a:cubicBezTo>
                    <a:pt x="13075" y="0"/>
                    <a:pt x="10910" y="25"/>
                    <a:pt x="10398" y="80"/>
                  </a:cubicBezTo>
                  <a:cubicBezTo>
                    <a:pt x="5737" y="17050"/>
                    <a:pt x="6274" y="105889"/>
                    <a:pt x="7049" y="126646"/>
                  </a:cubicBezTo>
                  <a:cubicBezTo>
                    <a:pt x="7076" y="127502"/>
                    <a:pt x="8054" y="127605"/>
                    <a:pt x="9162" y="127605"/>
                  </a:cubicBezTo>
                  <a:cubicBezTo>
                    <a:pt x="9513" y="127605"/>
                    <a:pt x="9878" y="127595"/>
                    <a:pt x="10229" y="127595"/>
                  </a:cubicBezTo>
                  <a:cubicBezTo>
                    <a:pt x="10273" y="127595"/>
                    <a:pt x="10317" y="127595"/>
                    <a:pt x="10360" y="127596"/>
                  </a:cubicBezTo>
                  <a:cubicBezTo>
                    <a:pt x="9275" y="131551"/>
                    <a:pt x="7915" y="144129"/>
                    <a:pt x="10101" y="144129"/>
                  </a:cubicBezTo>
                  <a:cubicBezTo>
                    <a:pt x="10104" y="144129"/>
                    <a:pt x="10107" y="144129"/>
                    <a:pt x="10111" y="144129"/>
                  </a:cubicBezTo>
                  <a:cubicBezTo>
                    <a:pt x="11003" y="144114"/>
                    <a:pt x="11916" y="144100"/>
                    <a:pt x="12849" y="144087"/>
                  </a:cubicBezTo>
                  <a:lnTo>
                    <a:pt x="12849" y="144087"/>
                  </a:lnTo>
                  <a:cubicBezTo>
                    <a:pt x="8648" y="143816"/>
                    <a:pt x="10294" y="142884"/>
                    <a:pt x="10173" y="140217"/>
                  </a:cubicBezTo>
                  <a:cubicBezTo>
                    <a:pt x="23791" y="139816"/>
                    <a:pt x="35795" y="139652"/>
                    <a:pt x="46577" y="139652"/>
                  </a:cubicBezTo>
                  <a:cubicBezTo>
                    <a:pt x="95167" y="139652"/>
                    <a:pt x="118947" y="142983"/>
                    <a:pt x="153872" y="142983"/>
                  </a:cubicBezTo>
                  <a:cubicBezTo>
                    <a:pt x="159535" y="142983"/>
                    <a:pt x="165491" y="142895"/>
                    <a:pt x="171893" y="142692"/>
                  </a:cubicBezTo>
                  <a:cubicBezTo>
                    <a:pt x="180274" y="142424"/>
                    <a:pt x="185699" y="142272"/>
                    <a:pt x="190426" y="142272"/>
                  </a:cubicBezTo>
                  <a:cubicBezTo>
                    <a:pt x="198075" y="142272"/>
                    <a:pt x="203898" y="142671"/>
                    <a:pt x="217469" y="143629"/>
                  </a:cubicBezTo>
                  <a:cubicBezTo>
                    <a:pt x="217647" y="143641"/>
                    <a:pt x="217790" y="143647"/>
                    <a:pt x="217897" y="143647"/>
                  </a:cubicBezTo>
                  <a:cubicBezTo>
                    <a:pt x="219986" y="143647"/>
                    <a:pt x="208487" y="141407"/>
                    <a:pt x="186930" y="141407"/>
                  </a:cubicBezTo>
                  <a:cubicBezTo>
                    <a:pt x="183882" y="141407"/>
                    <a:pt x="180632" y="141452"/>
                    <a:pt x="177192" y="141554"/>
                  </a:cubicBezTo>
                  <a:cubicBezTo>
                    <a:pt x="167633" y="141838"/>
                    <a:pt x="159129" y="141957"/>
                    <a:pt x="151416" y="141957"/>
                  </a:cubicBezTo>
                  <a:cubicBezTo>
                    <a:pt x="110474" y="141957"/>
                    <a:pt x="91777" y="138586"/>
                    <a:pt x="55499" y="138418"/>
                  </a:cubicBezTo>
                  <a:cubicBezTo>
                    <a:pt x="54010" y="138411"/>
                    <a:pt x="52568" y="138407"/>
                    <a:pt x="51173" y="138407"/>
                  </a:cubicBezTo>
                  <a:cubicBezTo>
                    <a:pt x="29269" y="138407"/>
                    <a:pt x="18754" y="139213"/>
                    <a:pt x="13861" y="139213"/>
                  </a:cubicBezTo>
                  <a:cubicBezTo>
                    <a:pt x="8417" y="139213"/>
                    <a:pt x="9930" y="138216"/>
                    <a:pt x="10460" y="134006"/>
                  </a:cubicBezTo>
                  <a:lnTo>
                    <a:pt x="10460" y="134006"/>
                  </a:lnTo>
                  <a:cubicBezTo>
                    <a:pt x="56697" y="134749"/>
                    <a:pt x="82765" y="134974"/>
                    <a:pt x="97349" y="134974"/>
                  </a:cubicBezTo>
                  <a:cubicBezTo>
                    <a:pt x="119581" y="134974"/>
                    <a:pt x="115128" y="134451"/>
                    <a:pt x="114758" y="134444"/>
                  </a:cubicBezTo>
                  <a:cubicBezTo>
                    <a:pt x="1" y="132557"/>
                    <a:pt x="9836" y="134906"/>
                    <a:pt x="11410" y="129170"/>
                  </a:cubicBezTo>
                  <a:cubicBezTo>
                    <a:pt x="11415" y="129151"/>
                    <a:pt x="12385" y="129142"/>
                    <a:pt x="14197" y="129142"/>
                  </a:cubicBezTo>
                  <a:cubicBezTo>
                    <a:pt x="34834" y="129142"/>
                    <a:pt x="164681" y="130308"/>
                    <a:pt x="222017" y="130882"/>
                  </a:cubicBezTo>
                  <a:cubicBezTo>
                    <a:pt x="287488" y="131519"/>
                    <a:pt x="279227" y="130570"/>
                    <a:pt x="278578" y="134019"/>
                  </a:cubicBezTo>
                  <a:cubicBezTo>
                    <a:pt x="252846" y="135172"/>
                    <a:pt x="242900" y="135706"/>
                    <a:pt x="230185" y="135706"/>
                  </a:cubicBezTo>
                  <a:cubicBezTo>
                    <a:pt x="217544" y="135706"/>
                    <a:pt x="202165" y="135178"/>
                    <a:pt x="165820" y="134206"/>
                  </a:cubicBezTo>
                  <a:cubicBezTo>
                    <a:pt x="148557" y="133748"/>
                    <a:pt x="138439" y="133567"/>
                    <a:pt x="133844" y="133567"/>
                  </a:cubicBezTo>
                  <a:cubicBezTo>
                    <a:pt x="116651" y="133567"/>
                    <a:pt x="176825" y="136099"/>
                    <a:pt x="229446" y="136099"/>
                  </a:cubicBezTo>
                  <a:cubicBezTo>
                    <a:pt x="247921" y="136099"/>
                    <a:pt x="265465" y="135787"/>
                    <a:pt x="278403" y="134944"/>
                  </a:cubicBezTo>
                  <a:lnTo>
                    <a:pt x="278403" y="134944"/>
                  </a:lnTo>
                  <a:cubicBezTo>
                    <a:pt x="277078" y="141817"/>
                    <a:pt x="282527" y="140017"/>
                    <a:pt x="249348" y="140517"/>
                  </a:cubicBezTo>
                  <a:cubicBezTo>
                    <a:pt x="224022" y="140910"/>
                    <a:pt x="210869" y="141622"/>
                    <a:pt x="232210" y="141622"/>
                  </a:cubicBezTo>
                  <a:cubicBezTo>
                    <a:pt x="233246" y="141622"/>
                    <a:pt x="234363" y="141620"/>
                    <a:pt x="235564" y="141617"/>
                  </a:cubicBezTo>
                  <a:cubicBezTo>
                    <a:pt x="259134" y="141553"/>
                    <a:pt x="269563" y="140980"/>
                    <a:pt x="274056" y="140980"/>
                  </a:cubicBezTo>
                  <a:cubicBezTo>
                    <a:pt x="278303" y="140980"/>
                    <a:pt x="277245" y="141492"/>
                    <a:pt x="276965" y="143429"/>
                  </a:cubicBezTo>
                  <a:cubicBezTo>
                    <a:pt x="274319" y="143236"/>
                    <a:pt x="271349" y="143158"/>
                    <a:pt x="268416" y="143158"/>
                  </a:cubicBezTo>
                  <a:cubicBezTo>
                    <a:pt x="255864" y="143158"/>
                    <a:pt x="243994" y="144590"/>
                    <a:pt x="261069" y="144590"/>
                  </a:cubicBezTo>
                  <a:cubicBezTo>
                    <a:pt x="264812" y="144590"/>
                    <a:pt x="269945" y="144521"/>
                    <a:pt x="276766" y="144354"/>
                  </a:cubicBezTo>
                  <a:lnTo>
                    <a:pt x="276766" y="144354"/>
                  </a:lnTo>
                  <a:cubicBezTo>
                    <a:pt x="276478" y="145437"/>
                    <a:pt x="270643" y="146085"/>
                    <a:pt x="260876" y="146427"/>
                  </a:cubicBezTo>
                  <a:lnTo>
                    <a:pt x="260876" y="146427"/>
                  </a:lnTo>
                  <a:cubicBezTo>
                    <a:pt x="269827" y="146387"/>
                    <a:pt x="275427" y="146217"/>
                    <a:pt x="276491" y="145866"/>
                  </a:cubicBezTo>
                  <a:cubicBezTo>
                    <a:pt x="278090" y="145328"/>
                    <a:pt x="278015" y="144066"/>
                    <a:pt x="278215" y="142841"/>
                  </a:cubicBezTo>
                  <a:cubicBezTo>
                    <a:pt x="278640" y="142729"/>
                    <a:pt x="278653" y="142329"/>
                    <a:pt x="278328" y="142154"/>
                  </a:cubicBezTo>
                  <a:cubicBezTo>
                    <a:pt x="280490" y="130207"/>
                    <a:pt x="282427" y="132994"/>
                    <a:pt x="283676" y="131569"/>
                  </a:cubicBezTo>
                  <a:cubicBezTo>
                    <a:pt x="284963" y="130107"/>
                    <a:pt x="284638" y="21549"/>
                    <a:pt x="284539" y="4753"/>
                  </a:cubicBezTo>
                  <a:cubicBezTo>
                    <a:pt x="284539" y="3554"/>
                    <a:pt x="283351" y="2479"/>
                    <a:pt x="281827" y="2479"/>
                  </a:cubicBezTo>
                  <a:cubicBezTo>
                    <a:pt x="227102" y="2479"/>
                    <a:pt x="52213" y="0"/>
                    <a:pt x="16633" y="0"/>
                  </a:cubicBezTo>
                  <a:close/>
                  <a:moveTo>
                    <a:pt x="89032" y="144323"/>
                  </a:moveTo>
                  <a:cubicBezTo>
                    <a:pt x="138090" y="145053"/>
                    <a:pt x="198703" y="146740"/>
                    <a:pt x="237550" y="146740"/>
                  </a:cubicBezTo>
                  <a:cubicBezTo>
                    <a:pt x="246668" y="146740"/>
                    <a:pt x="254587" y="146647"/>
                    <a:pt x="260876" y="146427"/>
                  </a:cubicBezTo>
                  <a:lnTo>
                    <a:pt x="260876" y="146427"/>
                  </a:lnTo>
                  <a:cubicBezTo>
                    <a:pt x="259422" y="146434"/>
                    <a:pt x="257880" y="146437"/>
                    <a:pt x="256255" y="146437"/>
                  </a:cubicBezTo>
                  <a:cubicBezTo>
                    <a:pt x="221837" y="146437"/>
                    <a:pt x="150053" y="145014"/>
                    <a:pt x="89032" y="14432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4"/>
            <p:cNvSpPr/>
            <p:nvPr/>
          </p:nvSpPr>
          <p:spPr>
            <a:xfrm>
              <a:off x="2495875" y="4442600"/>
              <a:ext cx="2086750" cy="70225"/>
            </a:xfrm>
            <a:custGeom>
              <a:rect b="b" l="l" r="r" t="t"/>
              <a:pathLst>
                <a:path extrusionOk="0" h="2809" w="83470">
                  <a:moveTo>
                    <a:pt x="2108" y="1"/>
                  </a:moveTo>
                  <a:cubicBezTo>
                    <a:pt x="611" y="1"/>
                    <a:pt x="1" y="2582"/>
                    <a:pt x="39293" y="2778"/>
                  </a:cubicBezTo>
                  <a:cubicBezTo>
                    <a:pt x="43487" y="2799"/>
                    <a:pt x="47285" y="2808"/>
                    <a:pt x="50722" y="2808"/>
                  </a:cubicBezTo>
                  <a:cubicBezTo>
                    <a:pt x="82732" y="2808"/>
                    <a:pt x="83469" y="2000"/>
                    <a:pt x="81720" y="1966"/>
                  </a:cubicBezTo>
                  <a:cubicBezTo>
                    <a:pt x="73954" y="1832"/>
                    <a:pt x="67949" y="1787"/>
                    <a:pt x="63061" y="1787"/>
                  </a:cubicBezTo>
                  <a:cubicBezTo>
                    <a:pt x="53646" y="1787"/>
                    <a:pt x="48377" y="1952"/>
                    <a:pt x="42658" y="1952"/>
                  </a:cubicBezTo>
                  <a:cubicBezTo>
                    <a:pt x="34512" y="1952"/>
                    <a:pt x="25453" y="1619"/>
                    <a:pt x="2203" y="4"/>
                  </a:cubicBezTo>
                  <a:cubicBezTo>
                    <a:pt x="2171" y="2"/>
                    <a:pt x="2140" y="1"/>
                    <a:pt x="21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34"/>
            <p:cNvSpPr/>
            <p:nvPr/>
          </p:nvSpPr>
          <p:spPr>
            <a:xfrm>
              <a:off x="236875" y="932175"/>
              <a:ext cx="7145650" cy="3984500"/>
            </a:xfrm>
            <a:custGeom>
              <a:rect b="b" l="l" r="r" t="t"/>
              <a:pathLst>
                <a:path extrusionOk="0" h="159380" w="285826">
                  <a:moveTo>
                    <a:pt x="117081" y="2346"/>
                  </a:moveTo>
                  <a:cubicBezTo>
                    <a:pt x="138461" y="2346"/>
                    <a:pt x="157935" y="2386"/>
                    <a:pt x="176466" y="2483"/>
                  </a:cubicBezTo>
                  <a:cubicBezTo>
                    <a:pt x="201208" y="2616"/>
                    <a:pt x="227807" y="2831"/>
                    <a:pt x="257508" y="2831"/>
                  </a:cubicBezTo>
                  <a:cubicBezTo>
                    <a:pt x="264186" y="2831"/>
                    <a:pt x="271021" y="2821"/>
                    <a:pt x="278027" y="2795"/>
                  </a:cubicBezTo>
                  <a:cubicBezTo>
                    <a:pt x="279602" y="2820"/>
                    <a:pt x="281176" y="2858"/>
                    <a:pt x="282751" y="2895"/>
                  </a:cubicBezTo>
                  <a:cubicBezTo>
                    <a:pt x="282776" y="3458"/>
                    <a:pt x="282801" y="4020"/>
                    <a:pt x="282851" y="4595"/>
                  </a:cubicBezTo>
                  <a:lnTo>
                    <a:pt x="282838" y="4595"/>
                  </a:lnTo>
                  <a:cubicBezTo>
                    <a:pt x="282838" y="4632"/>
                    <a:pt x="282838" y="4670"/>
                    <a:pt x="282838" y="4707"/>
                  </a:cubicBezTo>
                  <a:cubicBezTo>
                    <a:pt x="283113" y="11356"/>
                    <a:pt x="283338" y="17891"/>
                    <a:pt x="283513" y="24290"/>
                  </a:cubicBezTo>
                  <a:cubicBezTo>
                    <a:pt x="283526" y="24877"/>
                    <a:pt x="283538" y="25452"/>
                    <a:pt x="283551" y="26027"/>
                  </a:cubicBezTo>
                  <a:cubicBezTo>
                    <a:pt x="283563" y="26227"/>
                    <a:pt x="283563" y="26427"/>
                    <a:pt x="283576" y="26614"/>
                  </a:cubicBezTo>
                  <a:cubicBezTo>
                    <a:pt x="284675" y="70477"/>
                    <a:pt x="283526" y="108167"/>
                    <a:pt x="283288" y="135847"/>
                  </a:cubicBezTo>
                  <a:cubicBezTo>
                    <a:pt x="283288" y="135847"/>
                    <a:pt x="283288" y="135860"/>
                    <a:pt x="283288" y="135860"/>
                  </a:cubicBezTo>
                  <a:cubicBezTo>
                    <a:pt x="283226" y="139934"/>
                    <a:pt x="283163" y="144020"/>
                    <a:pt x="283113" y="148094"/>
                  </a:cubicBezTo>
                  <a:cubicBezTo>
                    <a:pt x="283026" y="151581"/>
                    <a:pt x="282926" y="154755"/>
                    <a:pt x="282801" y="157566"/>
                  </a:cubicBezTo>
                  <a:cubicBezTo>
                    <a:pt x="281214" y="157604"/>
                    <a:pt x="279627" y="157641"/>
                    <a:pt x="278040" y="157666"/>
                  </a:cubicBezTo>
                  <a:cubicBezTo>
                    <a:pt x="239500" y="157529"/>
                    <a:pt x="205883" y="157317"/>
                    <a:pt x="175641" y="157054"/>
                  </a:cubicBezTo>
                  <a:cubicBezTo>
                    <a:pt x="134265" y="156204"/>
                    <a:pt x="87515" y="155042"/>
                    <a:pt x="29105" y="154917"/>
                  </a:cubicBezTo>
                  <a:cubicBezTo>
                    <a:pt x="20132" y="154730"/>
                    <a:pt x="11210" y="154530"/>
                    <a:pt x="2262" y="154330"/>
                  </a:cubicBezTo>
                  <a:cubicBezTo>
                    <a:pt x="1525" y="138397"/>
                    <a:pt x="1462" y="110392"/>
                    <a:pt x="2149" y="76526"/>
                  </a:cubicBezTo>
                  <a:cubicBezTo>
                    <a:pt x="2674" y="54569"/>
                    <a:pt x="3487" y="30163"/>
                    <a:pt x="4586" y="4982"/>
                  </a:cubicBezTo>
                  <a:lnTo>
                    <a:pt x="4599" y="4982"/>
                  </a:lnTo>
                  <a:lnTo>
                    <a:pt x="4599" y="4995"/>
                  </a:lnTo>
                  <a:cubicBezTo>
                    <a:pt x="4624" y="4370"/>
                    <a:pt x="4649" y="3758"/>
                    <a:pt x="4674" y="3170"/>
                  </a:cubicBezTo>
                  <a:cubicBezTo>
                    <a:pt x="13634" y="2970"/>
                    <a:pt x="22519" y="2508"/>
                    <a:pt x="31504" y="2483"/>
                  </a:cubicBezTo>
                  <a:cubicBezTo>
                    <a:pt x="63769" y="2402"/>
                    <a:pt x="91762" y="2346"/>
                    <a:pt x="117081" y="2346"/>
                  </a:cubicBezTo>
                  <a:close/>
                  <a:moveTo>
                    <a:pt x="161442" y="0"/>
                  </a:moveTo>
                  <a:cubicBezTo>
                    <a:pt x="79242" y="0"/>
                    <a:pt x="2762" y="1083"/>
                    <a:pt x="2762" y="1083"/>
                  </a:cubicBezTo>
                  <a:cubicBezTo>
                    <a:pt x="2762" y="1083"/>
                    <a:pt x="2724" y="2345"/>
                    <a:pt x="2749" y="4220"/>
                  </a:cubicBezTo>
                  <a:cubicBezTo>
                    <a:pt x="2137" y="21540"/>
                    <a:pt x="1662" y="38848"/>
                    <a:pt x="1300" y="55231"/>
                  </a:cubicBezTo>
                  <a:cubicBezTo>
                    <a:pt x="725" y="77788"/>
                    <a:pt x="437" y="98582"/>
                    <a:pt x="325" y="115340"/>
                  </a:cubicBezTo>
                  <a:cubicBezTo>
                    <a:pt x="137" y="133210"/>
                    <a:pt x="87" y="146444"/>
                    <a:pt x="75" y="152168"/>
                  </a:cubicBezTo>
                  <a:cubicBezTo>
                    <a:pt x="0" y="154067"/>
                    <a:pt x="112" y="155555"/>
                    <a:pt x="275" y="156129"/>
                  </a:cubicBezTo>
                  <a:cubicBezTo>
                    <a:pt x="287" y="156867"/>
                    <a:pt x="325" y="157329"/>
                    <a:pt x="412" y="157329"/>
                  </a:cubicBezTo>
                  <a:cubicBezTo>
                    <a:pt x="48675" y="157454"/>
                    <a:pt x="117157" y="158629"/>
                    <a:pt x="191975" y="159016"/>
                  </a:cubicBezTo>
                  <a:cubicBezTo>
                    <a:pt x="206219" y="159240"/>
                    <a:pt x="220681" y="159380"/>
                    <a:pt x="235269" y="159380"/>
                  </a:cubicBezTo>
                  <a:cubicBezTo>
                    <a:pt x="247506" y="159380"/>
                    <a:pt x="259832" y="159282"/>
                    <a:pt x="272191" y="159054"/>
                  </a:cubicBezTo>
                  <a:cubicBezTo>
                    <a:pt x="274653" y="159041"/>
                    <a:pt x="277115" y="159029"/>
                    <a:pt x="279589" y="159004"/>
                  </a:cubicBezTo>
                  <a:lnTo>
                    <a:pt x="283651" y="159004"/>
                  </a:lnTo>
                  <a:cubicBezTo>
                    <a:pt x="283768" y="159004"/>
                    <a:pt x="283872" y="159016"/>
                    <a:pt x="283963" y="159016"/>
                  </a:cubicBezTo>
                  <a:cubicBezTo>
                    <a:pt x="284348" y="159016"/>
                    <a:pt x="284512" y="158796"/>
                    <a:pt x="284563" y="156504"/>
                  </a:cubicBezTo>
                  <a:cubicBezTo>
                    <a:pt x="284838" y="151768"/>
                    <a:pt x="284813" y="142008"/>
                    <a:pt x="284688" y="128362"/>
                  </a:cubicBezTo>
                  <a:cubicBezTo>
                    <a:pt x="285075" y="98970"/>
                    <a:pt x="285825" y="56656"/>
                    <a:pt x="284463" y="6557"/>
                  </a:cubicBezTo>
                  <a:lnTo>
                    <a:pt x="284463" y="6544"/>
                  </a:lnTo>
                  <a:cubicBezTo>
                    <a:pt x="284463" y="5695"/>
                    <a:pt x="284475" y="4870"/>
                    <a:pt x="284488" y="4082"/>
                  </a:cubicBezTo>
                  <a:cubicBezTo>
                    <a:pt x="284425" y="1233"/>
                    <a:pt x="284388" y="1083"/>
                    <a:pt x="283776" y="1083"/>
                  </a:cubicBezTo>
                  <a:cubicBezTo>
                    <a:pt x="283334" y="1079"/>
                    <a:pt x="282938" y="1078"/>
                    <a:pt x="282557" y="1078"/>
                  </a:cubicBezTo>
                  <a:cubicBezTo>
                    <a:pt x="281794" y="1078"/>
                    <a:pt x="281089" y="1083"/>
                    <a:pt x="280189" y="1083"/>
                  </a:cubicBezTo>
                  <a:cubicBezTo>
                    <a:pt x="245073" y="271"/>
                    <a:pt x="202543" y="0"/>
                    <a:pt x="1614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7"/>
          <p:cNvSpPr txBox="1"/>
          <p:nvPr>
            <p:ph type="title"/>
          </p:nvPr>
        </p:nvSpPr>
        <p:spPr>
          <a:xfrm>
            <a:off x="723450" y="511025"/>
            <a:ext cx="76971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b="1"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5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492" name="Google Shape;492;p35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1" r:id="rId1"/>
    <p:sldLayoutId id="2147483682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/Relationships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24" name="Google Shape;624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Mo hinh kinh doanh</a:t>
            </a:r>
            <a:endParaRPr/>
          </a:p>
        </p:txBody>
      </p:sp>
      <p:sp>
        <p:nvSpPr>
          <p:cNvPr id="625" name="Google Shape;625;p43"/>
          <p:cNvSpPr txBox="1"/>
          <p:nvPr>
            <p:ph idx="1" type="subTitle"/>
          </p:nvPr>
        </p:nvSpPr>
        <p:spPr>
          <a:xfrm>
            <a:off x="4855127" y="1282050"/>
            <a:ext cx="3378300" cy="25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/>
              <a:t>Wholesale</a:t>
            </a:r>
            <a:endParaRPr/>
          </a:p>
          <a:p>
            <a:r>
              <a:rPr sz="1600"/>
              <a:t>Ban si cho quan ca phe</a:t>
            </a:r>
          </a:p>
          <a:p>
            <a:r>
              <a:rPr sz="1600"/>
              <a:t>Bien loi nhuan gop 40%</a:t>
            </a:r>
          </a:p>
        </p:txBody>
      </p:sp>
      <p:sp>
        <p:nvSpPr>
          <p:cNvPr id="626" name="Google Shape;626;p43"/>
          <p:cNvSpPr txBox="1"/>
          <p:nvPr>
            <p:ph idx="2" type="subTitle"/>
          </p:nvPr>
        </p:nvSpPr>
        <p:spPr>
          <a:xfrm>
            <a:off x="910573" y="1282050"/>
            <a:ext cx="3378300" cy="25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/>
              <a:t>D2C</a:t>
            </a:r>
            <a:endParaRPr/>
          </a:p>
          <a:p>
            <a:r>
              <a:rPr sz="1600"/>
              <a:t>Ban truc tiep qua website</a:t>
            </a:r>
          </a:p>
          <a:p>
            <a:r>
              <a:rPr sz="1600"/>
              <a:t>Bien loi nhuan gop 65%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intage Recipe Book by Slidesgo">
  <a:themeElements>
    <a:clrScheme name="Simple Light">
      <a:dk1>
        <a:srgbClr val="420303"/>
      </a:dk1>
      <a:lt1>
        <a:srgbClr val="FFFFFF"/>
      </a:lt1>
      <a:dk2>
        <a:srgbClr val="191919"/>
      </a:dk2>
      <a:lt2>
        <a:srgbClr val="D56B63"/>
      </a:lt2>
      <a:accent1>
        <a:srgbClr val="F7F1EA"/>
      </a:accent1>
      <a:accent2>
        <a:srgbClr val="725849"/>
      </a:accent2>
      <a:accent3>
        <a:srgbClr val="FFC736"/>
      </a:accent3>
      <a:accent4>
        <a:srgbClr val="D3EFFD"/>
      </a:accent4>
      <a:accent5>
        <a:srgbClr val="61AAB8"/>
      </a:accent5>
      <a:accent6>
        <a:srgbClr val="B7E546"/>
      </a:accent6>
      <a:hlink>
        <a:srgbClr val="42030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