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98" r:id="rId75"/>
    <p:sldId id="299" r:id="rId76"/>
  </p:sldIdLst>
  <p:sldSz cy="5143500" cx="9144000"/>
  <p:notesSz cx="6858000" cy="9144000"/>
  <p:embeddedFontLst>
    <p:embeddedFont>
      <p:font typeface="Raleway"/>
      <p:regular r:id="rId49"/>
      <p:bold r:id="rId50"/>
      <p:italic r:id="rId51"/>
      <p:boldItalic r:id="rId52"/>
    </p:embeddedFont>
    <p:embeddedFont>
      <p:font typeface="Mulish"/>
      <p:regular r:id="rId53"/>
      <p:bold r:id="rId54"/>
      <p:italic r:id="rId55"/>
      <p:boldItalic r:id="rId56"/>
    </p:embeddedFont>
    <p:embeddedFont>
      <p:font typeface="Proxima Nova"/>
      <p:regular r:id="rId57"/>
      <p:bold r:id="rId58"/>
      <p:italic r:id="rId59"/>
      <p:boldItalic r:id="rId60"/>
    </p:embeddedFont>
    <p:embeddedFont>
      <p:font typeface="Roboto Medium"/>
      <p:regular r:id="rId61"/>
      <p:bold r:id="rId62"/>
      <p:italic r:id="rId63"/>
      <p:boldItalic r:id="rId64"/>
    </p:embeddedFont>
    <p:embeddedFont>
      <p:font typeface="Amatic SC"/>
      <p:regular r:id="rId65"/>
      <p:bold r:id="rId66"/>
    </p:embeddedFont>
    <p:embeddedFont>
      <p:font typeface="Oswald Light"/>
      <p:regular r:id="rId67"/>
      <p:bold r:id="rId68"/>
    </p:embeddedFont>
    <p:embeddedFont>
      <p:font typeface="Oswald"/>
      <p:regular r:id="rId69"/>
      <p:bold r:id="rId70"/>
    </p:embeddedFont>
    <p:embeddedFont>
      <p:font typeface="Mulish Medium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B33A01-BF12-4721-8064-005749A03319}">
  <a:tblStyle styleId="{98B33A01-BF12-4721-8064-005749A033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848696-5B3A-4723-A6F5-739DCF7237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49" Type="http://schemas.openxmlformats.org/officeDocument/2006/relationships/font" Target="fonts/Raleway-regular.fntdata"/><Relationship Id="rId50" Type="http://schemas.openxmlformats.org/officeDocument/2006/relationships/font" Target="fonts/Raleway-bold.fntdata"/><Relationship Id="rId51" Type="http://schemas.openxmlformats.org/officeDocument/2006/relationships/font" Target="fonts/Raleway-italic.fntdata"/><Relationship Id="rId52" Type="http://schemas.openxmlformats.org/officeDocument/2006/relationships/font" Target="fonts/Raleway-boldItalic.fntdata"/><Relationship Id="rId53" Type="http://schemas.openxmlformats.org/officeDocument/2006/relationships/font" Target="fonts/Mulish-regular.fntdata"/><Relationship Id="rId54" Type="http://schemas.openxmlformats.org/officeDocument/2006/relationships/font" Target="fonts/Mulish-bold.fntdata"/><Relationship Id="rId55" Type="http://schemas.openxmlformats.org/officeDocument/2006/relationships/font" Target="fonts/Mulish-italic.fntdata"/><Relationship Id="rId56" Type="http://schemas.openxmlformats.org/officeDocument/2006/relationships/font" Target="fonts/Mulish-boldItalic.fntdata"/><Relationship Id="rId57" Type="http://schemas.openxmlformats.org/officeDocument/2006/relationships/font" Target="fonts/ProximaNova-regular.fntdata"/><Relationship Id="rId58" Type="http://schemas.openxmlformats.org/officeDocument/2006/relationships/font" Target="fonts/ProximaNova-bold.fntdata"/><Relationship Id="rId59" Type="http://schemas.openxmlformats.org/officeDocument/2006/relationships/font" Target="fonts/ProximaNova-italic.fntdata"/><Relationship Id="rId60" Type="http://schemas.openxmlformats.org/officeDocument/2006/relationships/font" Target="fonts/ProximaNova-boldItalic.fntdata"/><Relationship Id="rId61" Type="http://schemas.openxmlformats.org/officeDocument/2006/relationships/font" Target="fonts/RobotoMedium-regular.fntdata"/><Relationship Id="rId62" Type="http://schemas.openxmlformats.org/officeDocument/2006/relationships/font" Target="fonts/RobotoMedium-bold.fntdata"/><Relationship Id="rId63" Type="http://schemas.openxmlformats.org/officeDocument/2006/relationships/font" Target="fonts/RobotoMedium-italic.fntdata"/><Relationship Id="rId64" Type="http://schemas.openxmlformats.org/officeDocument/2006/relationships/font" Target="fonts/RobotoMedium-boldItalic.fntdata"/><Relationship Id="rId65" Type="http://schemas.openxmlformats.org/officeDocument/2006/relationships/font" Target="fonts/AmaticSC-regular.fntdata"/><Relationship Id="rId66" Type="http://schemas.openxmlformats.org/officeDocument/2006/relationships/font" Target="fonts/AmaticSC-bold.fntdata"/><Relationship Id="rId67" Type="http://schemas.openxmlformats.org/officeDocument/2006/relationships/font" Target="fonts/OswaldLight-regular.fntdata"/><Relationship Id="rId68" Type="http://schemas.openxmlformats.org/officeDocument/2006/relationships/font" Target="fonts/OswaldLight-bold.fntdata"/><Relationship Id="rId69" Type="http://schemas.openxmlformats.org/officeDocument/2006/relationships/font" Target="fonts/Oswald-regular.fntdata"/><Relationship Id="rId70" Type="http://schemas.openxmlformats.org/officeDocument/2006/relationships/font" Target="fonts/Oswald-bold.fntdata"/><Relationship Id="rId71" Type="http://schemas.openxmlformats.org/officeDocument/2006/relationships/font" Target="fonts/MulishMedium-regular.fntdata"/><Relationship Id="rId72" Type="http://schemas.openxmlformats.org/officeDocument/2006/relationships/font" Target="fonts/MulishMedium-bold.fntdata"/><Relationship Id="rId73" Type="http://schemas.openxmlformats.org/officeDocument/2006/relationships/font" Target="fonts/MulishMedium-italic.fntdata"/><Relationship Id="rId74" Type="http://schemas.openxmlformats.org/officeDocument/2006/relationships/font" Target="fonts/MulishMedium-boldItalic.fntdata"/><Relationship Id="rId75" Type="http://schemas.openxmlformats.org/officeDocument/2006/relationships/slide" Target="slides/slide43.xml"/><Relationship Id="rId76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52100"/>
            <a:ext cx="4593000" cy="18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910963"/>
            <a:ext cx="2338500" cy="6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22200" y="2770475"/>
            <a:ext cx="3908700" cy="15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64739" y="1580664"/>
            <a:ext cx="10539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5029200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961925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961925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5029202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859313" y="1942550"/>
            <a:ext cx="42948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type="title"/>
          </p:nvPr>
        </p:nvSpPr>
        <p:spPr>
          <a:xfrm>
            <a:off x="859313" y="1248050"/>
            <a:ext cx="4294800" cy="6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8" name="Google Shape;28;p7"/>
          <p:cNvSpPr/>
          <p:nvPr>
            <p:ph idx="2" type="pic"/>
          </p:nvPr>
        </p:nvSpPr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3253825" y="654550"/>
            <a:ext cx="4982700" cy="11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3253825" y="1992788"/>
            <a:ext cx="49827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hasCustomPrompt="1" idx="2" type="title"/>
          </p:nvPr>
        </p:nvSpPr>
        <p:spPr>
          <a:xfrm>
            <a:off x="8302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/>
          <p:nvPr>
            <p:ph hasCustomPrompt="1" idx="3" type="title"/>
          </p:nvPr>
        </p:nvSpPr>
        <p:spPr>
          <a:xfrm>
            <a:off x="838276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/>
          <p:nvPr>
            <p:ph hasCustomPrompt="1" idx="4" type="title"/>
          </p:nvPr>
        </p:nvSpPr>
        <p:spPr>
          <a:xfrm>
            <a:off x="3516058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hasCustomPrompt="1" idx="5" type="title"/>
          </p:nvPr>
        </p:nvSpPr>
        <p:spPr>
          <a:xfrm>
            <a:off x="3516050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hasCustomPrompt="1" idx="6" type="title"/>
          </p:nvPr>
        </p:nvSpPr>
        <p:spPr>
          <a:xfrm>
            <a:off x="62234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hasCustomPrompt="1" idx="7" type="title"/>
          </p:nvPr>
        </p:nvSpPr>
        <p:spPr>
          <a:xfrm>
            <a:off x="6224312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72000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8" type="subTitle"/>
          </p:nvPr>
        </p:nvSpPr>
        <p:spPr>
          <a:xfrm>
            <a:off x="3419275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9" type="subTitle"/>
          </p:nvPr>
        </p:nvSpPr>
        <p:spPr>
          <a:xfrm>
            <a:off x="611855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3" type="subTitle"/>
          </p:nvPr>
        </p:nvSpPr>
        <p:spPr>
          <a:xfrm>
            <a:off x="720000" y="3819050"/>
            <a:ext cx="23814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4" type="subTitle"/>
          </p:nvPr>
        </p:nvSpPr>
        <p:spPr>
          <a:xfrm>
            <a:off x="3419275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5" type="subTitle"/>
          </p:nvPr>
        </p:nvSpPr>
        <p:spPr>
          <a:xfrm>
            <a:off x="6118550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1" name="Google Shape;61;p15"/>
          <p:cNvSpPr/>
          <p:nvPr>
            <p:ph idx="2" type="pic"/>
          </p:nvPr>
        </p:nvSpPr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4603749" y="1562013"/>
            <a:ext cx="297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4603750" y="2280388"/>
            <a:ext cx="2975400" cy="13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722375" y="1115425"/>
            <a:ext cx="77085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subTitle"/>
          </p:nvPr>
        </p:nvSpPr>
        <p:spPr>
          <a:xfrm>
            <a:off x="722375" y="1115425"/>
            <a:ext cx="7708500" cy="3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subTitle"/>
          </p:nvPr>
        </p:nvSpPr>
        <p:spPr>
          <a:xfrm>
            <a:off x="901850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2" type="subTitle"/>
          </p:nvPr>
        </p:nvSpPr>
        <p:spPr>
          <a:xfrm>
            <a:off x="347363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3" type="subTitle"/>
          </p:nvPr>
        </p:nvSpPr>
        <p:spPr>
          <a:xfrm>
            <a:off x="604542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4" type="subTitle"/>
          </p:nvPr>
        </p:nvSpPr>
        <p:spPr>
          <a:xfrm>
            <a:off x="901850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5" type="subTitle"/>
          </p:nvPr>
        </p:nvSpPr>
        <p:spPr>
          <a:xfrm>
            <a:off x="3473636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6" type="subTitle"/>
          </p:nvPr>
        </p:nvSpPr>
        <p:spPr>
          <a:xfrm>
            <a:off x="6045421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subTitle"/>
          </p:nvPr>
        </p:nvSpPr>
        <p:spPr>
          <a:xfrm>
            <a:off x="1682846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2" type="subTitle"/>
          </p:nvPr>
        </p:nvSpPr>
        <p:spPr>
          <a:xfrm>
            <a:off x="5509397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3" type="subTitle"/>
          </p:nvPr>
        </p:nvSpPr>
        <p:spPr>
          <a:xfrm>
            <a:off x="1682845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4" type="subTitle"/>
          </p:nvPr>
        </p:nvSpPr>
        <p:spPr>
          <a:xfrm>
            <a:off x="5509397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5" type="subTitle"/>
          </p:nvPr>
        </p:nvSpPr>
        <p:spPr>
          <a:xfrm>
            <a:off x="1682845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6" type="subTitle"/>
          </p:nvPr>
        </p:nvSpPr>
        <p:spPr>
          <a:xfrm>
            <a:off x="1682845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7" type="subTitle"/>
          </p:nvPr>
        </p:nvSpPr>
        <p:spPr>
          <a:xfrm>
            <a:off x="5509370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8" type="subTitle"/>
          </p:nvPr>
        </p:nvSpPr>
        <p:spPr>
          <a:xfrm>
            <a:off x="5509370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720000" y="1754996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2" type="subTitle"/>
          </p:nvPr>
        </p:nvSpPr>
        <p:spPr>
          <a:xfrm>
            <a:off x="3501238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3" type="subTitle"/>
          </p:nvPr>
        </p:nvSpPr>
        <p:spPr>
          <a:xfrm>
            <a:off x="720000" y="3465185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4" type="subTitle"/>
          </p:nvPr>
        </p:nvSpPr>
        <p:spPr>
          <a:xfrm>
            <a:off x="3501238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5" type="subTitle"/>
          </p:nvPr>
        </p:nvSpPr>
        <p:spPr>
          <a:xfrm>
            <a:off x="6282475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6" type="subTitle"/>
          </p:nvPr>
        </p:nvSpPr>
        <p:spPr>
          <a:xfrm>
            <a:off x="6282475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7" type="subTitle"/>
          </p:nvPr>
        </p:nvSpPr>
        <p:spPr>
          <a:xfrm>
            <a:off x="72422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8" type="subTitle"/>
          </p:nvPr>
        </p:nvSpPr>
        <p:spPr>
          <a:xfrm>
            <a:off x="3505300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9" type="subTitle"/>
          </p:nvPr>
        </p:nvSpPr>
        <p:spPr>
          <a:xfrm>
            <a:off x="628637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3" type="subTitle"/>
          </p:nvPr>
        </p:nvSpPr>
        <p:spPr>
          <a:xfrm>
            <a:off x="72422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14" type="subTitle"/>
          </p:nvPr>
        </p:nvSpPr>
        <p:spPr>
          <a:xfrm>
            <a:off x="3505300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15" type="subTitle"/>
          </p:nvPr>
        </p:nvSpPr>
        <p:spPr>
          <a:xfrm>
            <a:off x="628637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982675" y="99152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subTitle"/>
          </p:nvPr>
        </p:nvSpPr>
        <p:spPr>
          <a:xfrm>
            <a:off x="3982675" y="179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/>
        </p:nvSpPr>
        <p:spPr>
          <a:xfrm>
            <a:off x="5745550" y="3377675"/>
            <a:ext cx="268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CREDITS: This presentation template was created by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 sz="1000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 </a:t>
            </a:r>
            <a:endParaRPr sz="1000" u="sng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3"/>
          <p:cNvGrpSpPr/>
          <p:nvPr/>
        </p:nvGrpSpPr>
        <p:grpSpPr>
          <a:xfrm>
            <a:off x="-67272" y="165288"/>
            <a:ext cx="8135622" cy="5045438"/>
            <a:chOff x="-67272" y="165288"/>
            <a:chExt cx="8135622" cy="5045438"/>
          </a:xfrm>
        </p:grpSpPr>
        <p:grpSp>
          <p:nvGrpSpPr>
            <p:cNvPr id="109" name="Google Shape;109;p23"/>
            <p:cNvGrpSpPr/>
            <p:nvPr/>
          </p:nvGrpSpPr>
          <p:grpSpPr>
            <a:xfrm>
              <a:off x="-67272" y="4073950"/>
              <a:ext cx="913949" cy="1136775"/>
              <a:chOff x="4919328" y="3607500"/>
              <a:chExt cx="913949" cy="1136775"/>
            </a:xfrm>
          </p:grpSpPr>
          <p:sp>
            <p:nvSpPr>
              <p:cNvPr id="110" name="Google Shape;110;p23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1" name="Google Shape;111;p23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2" name="Google Shape;112;p23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grpSp>
          <p:nvGrpSpPr>
            <p:cNvPr id="113" name="Google Shape;113;p23"/>
            <p:cNvGrpSpPr/>
            <p:nvPr/>
          </p:nvGrpSpPr>
          <p:grpSpPr>
            <a:xfrm>
              <a:off x="1075650" y="165288"/>
              <a:ext cx="6992700" cy="4812925"/>
              <a:chOff x="1075650" y="175550"/>
              <a:chExt cx="6992700" cy="4812925"/>
            </a:xfrm>
          </p:grpSpPr>
          <p:cxnSp>
            <p:nvCxnSpPr>
              <p:cNvPr id="114" name="Google Shape;114;p23"/>
              <p:cNvCxnSpPr/>
              <p:nvPr/>
            </p:nvCxnSpPr>
            <p:spPr>
              <a:xfrm>
                <a:off x="1075650" y="4988475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23"/>
              <p:cNvCxnSpPr/>
              <p:nvPr/>
            </p:nvCxnSpPr>
            <p:spPr>
              <a:xfrm>
                <a:off x="1075650" y="175550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4"/>
          <p:cNvGrpSpPr/>
          <p:nvPr/>
        </p:nvGrpSpPr>
        <p:grpSpPr>
          <a:xfrm>
            <a:off x="64553" y="84575"/>
            <a:ext cx="9018549" cy="4998663"/>
            <a:chOff x="64553" y="84575"/>
            <a:chExt cx="9018549" cy="4998663"/>
          </a:xfrm>
        </p:grpSpPr>
        <p:grpSp>
          <p:nvGrpSpPr>
            <p:cNvPr id="118" name="Google Shape;118;p24"/>
            <p:cNvGrpSpPr/>
            <p:nvPr/>
          </p:nvGrpSpPr>
          <p:grpSpPr>
            <a:xfrm>
              <a:off x="8169153" y="84575"/>
              <a:ext cx="913949" cy="1136775"/>
              <a:chOff x="4919328" y="3607500"/>
              <a:chExt cx="913949" cy="1136775"/>
            </a:xfrm>
          </p:grpSpPr>
          <p:sp>
            <p:nvSpPr>
              <p:cNvPr id="119" name="Google Shape;119;p24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cxnSp>
          <p:nvCxnSpPr>
            <p:cNvPr id="122" name="Google Shape;122;p24"/>
            <p:cNvCxnSpPr/>
            <p:nvPr/>
          </p:nvCxnSpPr>
          <p:spPr>
            <a:xfrm rot="-5400000">
              <a:off x="-1266212" y="248255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24"/>
            <p:cNvCxnSpPr/>
            <p:nvPr/>
          </p:nvCxnSpPr>
          <p:spPr>
            <a:xfrm rot="-5400000">
              <a:off x="7250038" y="275000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4" name="Google Shape;124;p24"/>
            <p:cNvGrpSpPr/>
            <p:nvPr/>
          </p:nvGrpSpPr>
          <p:grpSpPr>
            <a:xfrm>
              <a:off x="64553" y="3946463"/>
              <a:ext cx="913949" cy="1136775"/>
              <a:chOff x="4919328" y="3607500"/>
              <a:chExt cx="913949" cy="1136775"/>
            </a:xfrm>
          </p:grpSpPr>
          <p:sp>
            <p:nvSpPr>
              <p:cNvPr id="125" name="Google Shape;125;p24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28"/>
          <p:cNvSpPr txBox="1"/>
          <p:nvPr>
            <p:ph type="ctrTitle"/>
          </p:nvPr>
        </p:nvSpPr>
        <p:spPr>
          <a:xfrm>
            <a:off x="713225" y="539725"/>
            <a:ext cx="4593000" cy="26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Scriptorium</a:t>
            </a:r>
            <a:endParaRPr b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28"/>
          <p:cNvSpPr txBox="1"/>
          <p:nvPr>
            <p:ph idx="1" type="subTitle"/>
          </p:nvPr>
        </p:nvSpPr>
        <p:spPr>
          <a:xfrm>
            <a:off x="713225" y="3397550"/>
            <a:ext cx="2739300" cy="111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Custom layout test</a:t>
            </a:r>
            <a:endParaRPr/>
          </a:p>
        </p:txBody>
      </p:sp>
      <p:cxnSp>
        <p:nvCxnSpPr>
          <p:cNvPr id="140" name="Google Shape;140;p28"/>
          <p:cNvCxnSpPr/>
          <p:nvPr/>
        </p:nvCxnSpPr>
        <p:spPr>
          <a:xfrm>
            <a:off x="5566150" y="4604000"/>
            <a:ext cx="388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1" name="Google Shape;141;p28"/>
          <p:cNvGrpSpPr/>
          <p:nvPr/>
        </p:nvGrpSpPr>
        <p:grpSpPr>
          <a:xfrm>
            <a:off x="4919328" y="539730"/>
            <a:ext cx="3706541" cy="4204545"/>
            <a:chOff x="4919328" y="539730"/>
            <a:chExt cx="3706541" cy="4204545"/>
          </a:xfrm>
        </p:grpSpPr>
        <p:grpSp>
          <p:nvGrpSpPr>
            <p:cNvPr id="142" name="Google Shape;142;p28"/>
            <p:cNvGrpSpPr/>
            <p:nvPr/>
          </p:nvGrpSpPr>
          <p:grpSpPr>
            <a:xfrm>
              <a:off x="5331183" y="539730"/>
              <a:ext cx="3294686" cy="4111604"/>
              <a:chOff x="5331183" y="539730"/>
              <a:chExt cx="3294686" cy="4111604"/>
            </a:xfrm>
          </p:grpSpPr>
          <p:grpSp>
            <p:nvGrpSpPr>
              <p:cNvPr id="143" name="Google Shape;143;p28"/>
              <p:cNvGrpSpPr/>
              <p:nvPr/>
            </p:nvGrpSpPr>
            <p:grpSpPr>
              <a:xfrm>
                <a:off x="5331183" y="539730"/>
                <a:ext cx="1481008" cy="1481008"/>
                <a:chOff x="4970858" y="1075930"/>
                <a:chExt cx="1481008" cy="1481008"/>
              </a:xfrm>
            </p:grpSpPr>
            <p:sp>
              <p:nvSpPr>
                <p:cNvPr id="144" name="Google Shape;144;p28"/>
                <p:cNvSpPr/>
                <p:nvPr/>
              </p:nvSpPr>
              <p:spPr>
                <a:xfrm flipH="1">
                  <a:off x="5062385" y="1167457"/>
                  <a:ext cx="1298674" cy="1298674"/>
                </a:xfrm>
                <a:custGeom>
                  <a:rect b="b" l="l" r="r" t="t"/>
                  <a:pathLst>
                    <a:path extrusionOk="0" h="1802" w="1802">
                      <a:moveTo>
                        <a:pt x="1539" y="263"/>
                      </a:moveTo>
                      <a:cubicBezTo>
                        <a:pt x="1651" y="375"/>
                        <a:pt x="1731" y="514"/>
                        <a:pt x="1772" y="667"/>
                      </a:cubicBezTo>
                      <a:cubicBezTo>
                        <a:pt x="1813" y="820"/>
                        <a:pt x="1813" y="981"/>
                        <a:pt x="1772" y="1133"/>
                      </a:cubicBezTo>
                      <a:cubicBezTo>
                        <a:pt x="1731" y="1286"/>
                        <a:pt x="1651" y="1425"/>
                        <a:pt x="1539" y="1537"/>
                      </a:cubicBezTo>
                      <a:cubicBezTo>
                        <a:pt x="1427" y="1649"/>
                        <a:pt x="1288" y="1731"/>
                        <a:pt x="1135" y="1771"/>
                      </a:cubicBezTo>
                      <a:cubicBezTo>
                        <a:pt x="982" y="1812"/>
                        <a:pt x="821" y="1812"/>
                        <a:pt x="669" y="1771"/>
                      </a:cubicBezTo>
                      <a:cubicBezTo>
                        <a:pt x="516" y="1731"/>
                        <a:pt x="376" y="1649"/>
                        <a:pt x="265" y="1537"/>
                      </a:cubicBezTo>
                      <a:cubicBezTo>
                        <a:pt x="153" y="1425"/>
                        <a:pt x="72" y="1286"/>
                        <a:pt x="31" y="1133"/>
                      </a:cubicBezTo>
                      <a:cubicBezTo>
                        <a:pt x="-10" y="981"/>
                        <a:pt x="-10" y="820"/>
                        <a:pt x="31" y="667"/>
                      </a:cubicBezTo>
                      <a:cubicBezTo>
                        <a:pt x="72" y="514"/>
                        <a:pt x="153" y="375"/>
                        <a:pt x="265" y="263"/>
                      </a:cubicBezTo>
                      <a:cubicBezTo>
                        <a:pt x="376" y="151"/>
                        <a:pt x="516" y="71"/>
                        <a:pt x="669" y="30"/>
                      </a:cubicBezTo>
                      <a:cubicBezTo>
                        <a:pt x="821" y="-11"/>
                        <a:pt x="982" y="-11"/>
                        <a:pt x="1135" y="30"/>
                      </a:cubicBezTo>
                      <a:cubicBezTo>
                        <a:pt x="1288" y="71"/>
                        <a:pt x="1427" y="151"/>
                        <a:pt x="1539" y="26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28"/>
                <p:cNvSpPr/>
                <p:nvPr/>
              </p:nvSpPr>
              <p:spPr>
                <a:xfrm flipH="1">
                  <a:off x="5061664" y="1166737"/>
                  <a:ext cx="1298674" cy="649337"/>
                </a:xfrm>
                <a:custGeom>
                  <a:rect b="b" l="l" r="r" t="t"/>
                  <a:pathLst>
                    <a:path extrusionOk="0" h="901" w="1802">
                      <a:moveTo>
                        <a:pt x="1802" y="901"/>
                      </a:moveTo>
                      <a:cubicBezTo>
                        <a:pt x="1802" y="404"/>
                        <a:pt x="1398" y="0"/>
                        <a:pt x="901" y="0"/>
                      </a:cubicBezTo>
                      <a:cubicBezTo>
                        <a:pt x="403" y="0"/>
                        <a:pt x="0" y="404"/>
                        <a:pt x="0" y="901"/>
                      </a:cubicBezTo>
                      <a:lnTo>
                        <a:pt x="1802" y="9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146;p28"/>
                <p:cNvSpPr/>
                <p:nvPr/>
              </p:nvSpPr>
              <p:spPr>
                <a:xfrm flipH="1">
                  <a:off x="4970858" y="1075930"/>
                  <a:ext cx="1481008" cy="1481008"/>
                </a:xfrm>
                <a:custGeom>
                  <a:rect b="b" l="l" r="r" t="t"/>
                  <a:pathLst>
                    <a:path extrusionOk="0" h="2055" w="2055">
                      <a:moveTo>
                        <a:pt x="1754" y="300"/>
                      </a:moveTo>
                      <a:cubicBezTo>
                        <a:pt x="1882" y="428"/>
                        <a:pt x="1973" y="587"/>
                        <a:pt x="2020" y="761"/>
                      </a:cubicBezTo>
                      <a:cubicBezTo>
                        <a:pt x="2066" y="935"/>
                        <a:pt x="2066" y="1119"/>
                        <a:pt x="2020" y="1293"/>
                      </a:cubicBezTo>
                      <a:cubicBezTo>
                        <a:pt x="1973" y="1467"/>
                        <a:pt x="1881" y="1627"/>
                        <a:pt x="1754" y="1754"/>
                      </a:cubicBezTo>
                      <a:cubicBezTo>
                        <a:pt x="1626" y="1882"/>
                        <a:pt x="1468" y="1974"/>
                        <a:pt x="1294" y="2020"/>
                      </a:cubicBezTo>
                      <a:cubicBezTo>
                        <a:pt x="1119" y="2067"/>
                        <a:pt x="936" y="2067"/>
                        <a:pt x="762" y="2020"/>
                      </a:cubicBezTo>
                      <a:cubicBezTo>
                        <a:pt x="588" y="1974"/>
                        <a:pt x="428" y="1882"/>
                        <a:pt x="301" y="1754"/>
                      </a:cubicBezTo>
                      <a:cubicBezTo>
                        <a:pt x="173" y="1627"/>
                        <a:pt x="82" y="1467"/>
                        <a:pt x="35" y="1293"/>
                      </a:cubicBezTo>
                      <a:cubicBezTo>
                        <a:pt x="-12" y="1119"/>
                        <a:pt x="-12" y="935"/>
                        <a:pt x="35" y="761"/>
                      </a:cubicBezTo>
                      <a:cubicBezTo>
                        <a:pt x="82" y="587"/>
                        <a:pt x="173" y="428"/>
                        <a:pt x="301" y="300"/>
                      </a:cubicBezTo>
                      <a:cubicBezTo>
                        <a:pt x="428" y="173"/>
                        <a:pt x="588" y="82"/>
                        <a:pt x="762" y="35"/>
                      </a:cubicBezTo>
                      <a:cubicBezTo>
                        <a:pt x="936" y="-11"/>
                        <a:pt x="1119" y="-12"/>
                        <a:pt x="1294" y="35"/>
                      </a:cubicBezTo>
                      <a:cubicBezTo>
                        <a:pt x="1468" y="81"/>
                        <a:pt x="1627" y="173"/>
                        <a:pt x="1754" y="300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5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1" anchor="ctr" bIns="45350" lIns="90350" spcFirstLastPara="1" rIns="90350" wrap="square" tIns="453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" name="Google Shape;147;p28"/>
                <p:cNvSpPr/>
                <p:nvPr/>
              </p:nvSpPr>
              <p:spPr>
                <a:xfrm flipH="1">
                  <a:off x="5711002" y="1166737"/>
                  <a:ext cx="649336" cy="649336"/>
                </a:xfrm>
                <a:custGeom>
                  <a:rect b="b" l="l" r="r" t="t"/>
                  <a:pathLst>
                    <a:path extrusionOk="0" h="901" w="901">
                      <a:moveTo>
                        <a:pt x="886" y="901"/>
                      </a:moveTo>
                      <a:lnTo>
                        <a:pt x="0" y="901"/>
                      </a:lnTo>
                      <a:cubicBezTo>
                        <a:pt x="0" y="404"/>
                        <a:pt x="403" y="0"/>
                        <a:pt x="901" y="0"/>
                      </a:cubicBezTo>
                      <a:lnTo>
                        <a:pt x="886" y="90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8" name="Google Shape;148;p28"/>
              <p:cNvSpPr/>
              <p:nvPr/>
            </p:nvSpPr>
            <p:spPr>
              <a:xfrm flipH="1">
                <a:off x="6960669" y="4321170"/>
                <a:ext cx="152064" cy="214043"/>
              </a:xfrm>
              <a:custGeom>
                <a:rect b="b" l="l" r="r" t="t"/>
                <a:pathLst>
                  <a:path extrusionOk="0" h="297" w="211">
                    <a:moveTo>
                      <a:pt x="0" y="6"/>
                    </a:moveTo>
                    <a:lnTo>
                      <a:pt x="28" y="204"/>
                    </a:lnTo>
                    <a:cubicBezTo>
                      <a:pt x="28" y="204"/>
                      <a:pt x="73" y="336"/>
                      <a:pt x="115" y="285"/>
                    </a:cubicBezTo>
                    <a:cubicBezTo>
                      <a:pt x="156" y="234"/>
                      <a:pt x="198" y="207"/>
                      <a:pt x="198" y="207"/>
                    </a:cubicBezTo>
                    <a:lnTo>
                      <a:pt x="21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8"/>
              <p:cNvSpPr/>
              <p:nvPr/>
            </p:nvSpPr>
            <p:spPr>
              <a:xfrm flipH="1">
                <a:off x="7591267" y="4313964"/>
                <a:ext cx="128282" cy="172243"/>
              </a:xfrm>
              <a:custGeom>
                <a:rect b="b" l="l" r="r" t="t"/>
                <a:pathLst>
                  <a:path extrusionOk="0" h="239" w="178">
                    <a:moveTo>
                      <a:pt x="178" y="0"/>
                    </a:moveTo>
                    <a:lnTo>
                      <a:pt x="116" y="199"/>
                    </a:lnTo>
                    <a:cubicBezTo>
                      <a:pt x="116" y="199"/>
                      <a:pt x="69" y="240"/>
                      <a:pt x="52" y="239"/>
                    </a:cubicBezTo>
                    <a:cubicBezTo>
                      <a:pt x="21" y="237"/>
                      <a:pt x="5" y="184"/>
                      <a:pt x="5" y="184"/>
                    </a:cubicBezTo>
                    <a:lnTo>
                      <a:pt x="0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1025" lIns="90000" spcFirstLastPara="1" rIns="90000" wrap="square" tIns="41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8"/>
              <p:cNvSpPr/>
              <p:nvPr/>
            </p:nvSpPr>
            <p:spPr>
              <a:xfrm rot="701890">
                <a:off x="6808008" y="4403734"/>
                <a:ext cx="303700" cy="219088"/>
              </a:xfrm>
              <a:custGeom>
                <a:rect b="b" l="l" r="r" t="t"/>
                <a:pathLst>
                  <a:path extrusionOk="0" h="422" w="585">
                    <a:moveTo>
                      <a:pt x="295" y="76"/>
                    </a:moveTo>
                    <a:lnTo>
                      <a:pt x="520" y="0"/>
                    </a:lnTo>
                    <a:lnTo>
                      <a:pt x="584" y="301"/>
                    </a:lnTo>
                    <a:lnTo>
                      <a:pt x="584" y="301"/>
                    </a:lnTo>
                    <a:cubicBezTo>
                      <a:pt x="585" y="303"/>
                      <a:pt x="585" y="306"/>
                      <a:pt x="585" y="308"/>
                    </a:cubicBezTo>
                    <a:cubicBezTo>
                      <a:pt x="585" y="314"/>
                      <a:pt x="583" y="320"/>
                      <a:pt x="580" y="325"/>
                    </a:cubicBezTo>
                    <a:cubicBezTo>
                      <a:pt x="577" y="330"/>
                      <a:pt x="573" y="335"/>
                      <a:pt x="568" y="338"/>
                    </a:cubicBezTo>
                    <a:cubicBezTo>
                      <a:pt x="563" y="341"/>
                      <a:pt x="557" y="342"/>
                      <a:pt x="551" y="342"/>
                    </a:cubicBezTo>
                    <a:cubicBezTo>
                      <a:pt x="550" y="342"/>
                      <a:pt x="549" y="342"/>
                      <a:pt x="549" y="342"/>
                    </a:cubicBezTo>
                    <a:lnTo>
                      <a:pt x="549" y="342"/>
                    </a:lnTo>
                    <a:lnTo>
                      <a:pt x="549" y="342"/>
                    </a:lnTo>
                    <a:cubicBezTo>
                      <a:pt x="543" y="342"/>
                      <a:pt x="538" y="340"/>
                      <a:pt x="534" y="338"/>
                    </a:cubicBezTo>
                    <a:cubicBezTo>
                      <a:pt x="529" y="335"/>
                      <a:pt x="524" y="330"/>
                      <a:pt x="521" y="325"/>
                    </a:cubicBezTo>
                    <a:cubicBezTo>
                      <a:pt x="520" y="323"/>
                      <a:pt x="519" y="321"/>
                      <a:pt x="518" y="318"/>
                    </a:cubicBezTo>
                    <a:lnTo>
                      <a:pt x="494" y="239"/>
                    </a:lnTo>
                    <a:lnTo>
                      <a:pt x="480" y="291"/>
                    </a:lnTo>
                    <a:lnTo>
                      <a:pt x="480" y="291"/>
                    </a:lnTo>
                    <a:cubicBezTo>
                      <a:pt x="478" y="300"/>
                      <a:pt x="475" y="308"/>
                      <a:pt x="470" y="316"/>
                    </a:cubicBezTo>
                    <a:cubicBezTo>
                      <a:pt x="462" y="331"/>
                      <a:pt x="449" y="343"/>
                      <a:pt x="434" y="352"/>
                    </a:cubicBezTo>
                    <a:cubicBezTo>
                      <a:pt x="424" y="358"/>
                      <a:pt x="413" y="362"/>
                      <a:pt x="402" y="364"/>
                    </a:cubicBezTo>
                    <a:lnTo>
                      <a:pt x="65" y="421"/>
                    </a:lnTo>
                    <a:cubicBezTo>
                      <a:pt x="9" y="432"/>
                      <a:pt x="-24" y="362"/>
                      <a:pt x="20" y="326"/>
                    </a:cubicBezTo>
                    <a:lnTo>
                      <a:pt x="295" y="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8"/>
              <p:cNvSpPr/>
              <p:nvPr/>
            </p:nvSpPr>
            <p:spPr>
              <a:xfrm>
                <a:off x="7500132" y="4417787"/>
                <a:ext cx="227756" cy="139592"/>
              </a:xfrm>
              <a:custGeom>
                <a:rect b="b" l="l" r="r" t="t"/>
                <a:pathLst>
                  <a:path extrusionOk="0" h="361" w="589">
                    <a:moveTo>
                      <a:pt x="290" y="53"/>
                    </a:moveTo>
                    <a:lnTo>
                      <a:pt x="589" y="0"/>
                    </a:lnTo>
                    <a:lnTo>
                      <a:pt x="588" y="276"/>
                    </a:lnTo>
                    <a:lnTo>
                      <a:pt x="588" y="276"/>
                    </a:lnTo>
                    <a:cubicBezTo>
                      <a:pt x="588" y="277"/>
                      <a:pt x="588" y="279"/>
                      <a:pt x="588" y="281"/>
                    </a:cubicBezTo>
                    <a:cubicBezTo>
                      <a:pt x="588" y="287"/>
                      <a:pt x="587" y="293"/>
                      <a:pt x="584" y="298"/>
                    </a:cubicBezTo>
                    <a:cubicBezTo>
                      <a:pt x="581" y="304"/>
                      <a:pt x="576" y="307"/>
                      <a:pt x="571" y="310"/>
                    </a:cubicBezTo>
                    <a:cubicBezTo>
                      <a:pt x="566" y="313"/>
                      <a:pt x="560" y="315"/>
                      <a:pt x="554" y="315"/>
                    </a:cubicBezTo>
                    <a:cubicBezTo>
                      <a:pt x="553" y="315"/>
                      <a:pt x="551" y="315"/>
                      <a:pt x="550" y="314"/>
                    </a:cubicBezTo>
                    <a:lnTo>
                      <a:pt x="550" y="314"/>
                    </a:lnTo>
                    <a:lnTo>
                      <a:pt x="550" y="314"/>
                    </a:lnTo>
                    <a:cubicBezTo>
                      <a:pt x="545" y="314"/>
                      <a:pt x="541" y="312"/>
                      <a:pt x="537" y="310"/>
                    </a:cubicBezTo>
                    <a:cubicBezTo>
                      <a:pt x="532" y="307"/>
                      <a:pt x="529" y="303"/>
                      <a:pt x="525" y="298"/>
                    </a:cubicBezTo>
                    <a:cubicBezTo>
                      <a:pt x="524" y="295"/>
                      <a:pt x="522" y="292"/>
                      <a:pt x="521" y="288"/>
                    </a:cubicBezTo>
                    <a:lnTo>
                      <a:pt x="502" y="208"/>
                    </a:lnTo>
                    <a:lnTo>
                      <a:pt x="485" y="259"/>
                    </a:lnTo>
                    <a:lnTo>
                      <a:pt x="485" y="259"/>
                    </a:lnTo>
                    <a:cubicBezTo>
                      <a:pt x="483" y="265"/>
                      <a:pt x="481" y="271"/>
                      <a:pt x="477" y="277"/>
                    </a:cubicBezTo>
                    <a:cubicBezTo>
                      <a:pt x="469" y="292"/>
                      <a:pt x="457" y="304"/>
                      <a:pt x="441" y="313"/>
                    </a:cubicBezTo>
                    <a:cubicBezTo>
                      <a:pt x="430" y="320"/>
                      <a:pt x="415" y="324"/>
                      <a:pt x="401" y="326"/>
                    </a:cubicBezTo>
                    <a:lnTo>
                      <a:pt x="63" y="360"/>
                    </a:lnTo>
                    <a:cubicBezTo>
                      <a:pt x="6" y="367"/>
                      <a:pt x="-22" y="294"/>
                      <a:pt x="24" y="262"/>
                    </a:cubicBezTo>
                    <a:lnTo>
                      <a:pt x="290" y="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8"/>
              <p:cNvSpPr/>
              <p:nvPr/>
            </p:nvSpPr>
            <p:spPr>
              <a:xfrm flipH="1">
                <a:off x="7529707" y="637034"/>
                <a:ext cx="1096162" cy="753837"/>
              </a:xfrm>
              <a:custGeom>
                <a:rect b="b" l="l" r="r" t="t"/>
                <a:pathLst>
                  <a:path extrusionOk="0" h="1046" w="1521">
                    <a:moveTo>
                      <a:pt x="761" y="1046"/>
                    </a:moveTo>
                    <a:lnTo>
                      <a:pt x="1467" y="1046"/>
                    </a:lnTo>
                    <a:cubicBezTo>
                      <a:pt x="1497" y="1046"/>
                      <a:pt x="1521" y="1022"/>
                      <a:pt x="1521" y="992"/>
                    </a:cubicBezTo>
                    <a:lnTo>
                      <a:pt x="1521" y="54"/>
                    </a:lnTo>
                    <a:cubicBezTo>
                      <a:pt x="1521" y="24"/>
                      <a:pt x="1497" y="0"/>
                      <a:pt x="1467" y="0"/>
                    </a:cubicBezTo>
                    <a:lnTo>
                      <a:pt x="55" y="0"/>
                    </a:lnTo>
                    <a:cubicBezTo>
                      <a:pt x="25" y="0"/>
                      <a:pt x="0" y="24"/>
                      <a:pt x="0" y="54"/>
                    </a:cubicBezTo>
                    <a:lnTo>
                      <a:pt x="0" y="992"/>
                    </a:lnTo>
                    <a:cubicBezTo>
                      <a:pt x="0" y="1022"/>
                      <a:pt x="25" y="1046"/>
                      <a:pt x="55" y="1046"/>
                    </a:cubicBezTo>
                    <a:lnTo>
                      <a:pt x="761" y="10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8"/>
              <p:cNvSpPr/>
              <p:nvPr/>
            </p:nvSpPr>
            <p:spPr>
              <a:xfrm flipH="1">
                <a:off x="8163189" y="972873"/>
                <a:ext cx="191702" cy="25224"/>
              </a:xfrm>
              <a:custGeom>
                <a:rect b="b" l="l" r="r" t="t"/>
                <a:pathLst>
                  <a:path extrusionOk="0" h="35" w="266">
                    <a:moveTo>
                      <a:pt x="0" y="0"/>
                    </a:moveTo>
                    <a:lnTo>
                      <a:pt x="266" y="0"/>
                    </a:lnTo>
                    <a:lnTo>
                      <a:pt x="26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8"/>
              <p:cNvSpPr/>
              <p:nvPr/>
            </p:nvSpPr>
            <p:spPr>
              <a:xfrm flipH="1">
                <a:off x="7918156" y="905849"/>
                <a:ext cx="436735" cy="25224"/>
              </a:xfrm>
              <a:custGeom>
                <a:rect b="b" l="l" r="r" t="t"/>
                <a:pathLst>
                  <a:path extrusionOk="0" h="35" w="606">
                    <a:moveTo>
                      <a:pt x="0" y="0"/>
                    </a:moveTo>
                    <a:lnTo>
                      <a:pt x="606" y="0"/>
                    </a:lnTo>
                    <a:lnTo>
                      <a:pt x="60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8"/>
              <p:cNvSpPr/>
              <p:nvPr/>
            </p:nvSpPr>
            <p:spPr>
              <a:xfrm flipH="1">
                <a:off x="6974362" y="2791158"/>
                <a:ext cx="1456502" cy="965717"/>
              </a:xfrm>
              <a:custGeom>
                <a:rect b="b" l="l" r="r" t="t"/>
                <a:pathLst>
                  <a:path extrusionOk="0" h="1340" w="2021">
                    <a:moveTo>
                      <a:pt x="18" y="0"/>
                    </a:moveTo>
                    <a:lnTo>
                      <a:pt x="2004" y="0"/>
                    </a:lnTo>
                    <a:lnTo>
                      <a:pt x="2004" y="0"/>
                    </a:lnTo>
                    <a:cubicBezTo>
                      <a:pt x="2007" y="0"/>
                      <a:pt x="2010" y="1"/>
                      <a:pt x="2013" y="2"/>
                    </a:cubicBezTo>
                    <a:cubicBezTo>
                      <a:pt x="2015" y="4"/>
                      <a:pt x="2017" y="7"/>
                      <a:pt x="2019" y="9"/>
                    </a:cubicBezTo>
                    <a:cubicBezTo>
                      <a:pt x="2020" y="12"/>
                      <a:pt x="2021" y="14"/>
                      <a:pt x="2021" y="17"/>
                    </a:cubicBezTo>
                    <a:lnTo>
                      <a:pt x="2021" y="17"/>
                    </a:lnTo>
                    <a:lnTo>
                      <a:pt x="2021" y="1340"/>
                    </a:lnTo>
                    <a:lnTo>
                      <a:pt x="0" y="1340"/>
                    </a:lnTo>
                    <a:lnTo>
                      <a:pt x="0" y="17"/>
                    </a:lnTo>
                    <a:lnTo>
                      <a:pt x="0" y="17"/>
                    </a:lnTo>
                    <a:cubicBezTo>
                      <a:pt x="0" y="14"/>
                      <a:pt x="1" y="11"/>
                      <a:pt x="2" y="9"/>
                    </a:cubicBezTo>
                    <a:cubicBezTo>
                      <a:pt x="4" y="6"/>
                      <a:pt x="6" y="4"/>
                      <a:pt x="9" y="2"/>
                    </a:cubicBezTo>
                    <a:cubicBezTo>
                      <a:pt x="12" y="1"/>
                      <a:pt x="14" y="0"/>
                      <a:pt x="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8"/>
              <p:cNvSpPr/>
              <p:nvPr/>
            </p:nvSpPr>
            <p:spPr>
              <a:xfrm rot="10800000">
                <a:off x="6974362" y="2904306"/>
                <a:ext cx="1456502" cy="0"/>
              </a:xfrm>
              <a:custGeom>
                <a:rect b="b" l="l" r="r" t="t"/>
                <a:pathLst>
                  <a:path extrusionOk="0" fill="none" h="120000" w="2021">
                    <a:moveTo>
                      <a:pt x="0" y="0"/>
                    </a:moveTo>
                    <a:lnTo>
                      <a:pt x="2021" y="0"/>
                    </a:lnTo>
                    <a:lnTo>
                      <a:pt x="2021" y="0"/>
                    </a:lnTo>
                  </a:path>
                </a:pathLst>
              </a:cu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0" lIns="90350" spcFirstLastPara="1" rIns="9035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8"/>
              <p:cNvSpPr/>
              <p:nvPr/>
            </p:nvSpPr>
            <p:spPr>
              <a:xfrm flipH="1">
                <a:off x="8294655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8" y="3"/>
                      <a:pt x="21" y="6"/>
                    </a:cubicBezTo>
                    <a:cubicBezTo>
                      <a:pt x="14" y="10"/>
                      <a:pt x="8" y="15"/>
                      <a:pt x="5" y="21"/>
                    </a:cubicBezTo>
                    <a:cubicBezTo>
                      <a:pt x="1" y="27"/>
                      <a:pt x="0" y="35"/>
                      <a:pt x="0" y="42"/>
                    </a:cubicBezTo>
                    <a:cubicBezTo>
                      <a:pt x="0" y="49"/>
                      <a:pt x="1" y="57"/>
                      <a:pt x="5" y="63"/>
                    </a:cubicBezTo>
                    <a:cubicBezTo>
                      <a:pt x="8" y="69"/>
                      <a:pt x="14" y="75"/>
                      <a:pt x="21" y="78"/>
                    </a:cubicBezTo>
                    <a:cubicBezTo>
                      <a:pt x="28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8"/>
              <p:cNvSpPr/>
              <p:nvPr/>
            </p:nvSpPr>
            <p:spPr>
              <a:xfrm flipH="1">
                <a:off x="8184390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9" y="21"/>
                    </a:cubicBezTo>
                    <a:cubicBezTo>
                      <a:pt x="75" y="15"/>
                      <a:pt x="70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4" y="10"/>
                      <a:pt x="10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10" y="69"/>
                      <a:pt x="14" y="75"/>
                      <a:pt x="21" y="78"/>
                    </a:cubicBezTo>
                    <a:cubicBezTo>
                      <a:pt x="27" y="82"/>
                      <a:pt x="35" y="84"/>
                      <a:pt x="42" y="84"/>
                    </a:cubicBezTo>
                    <a:lnTo>
                      <a:pt x="42" y="84"/>
                    </a:lnTo>
                    <a:cubicBezTo>
                      <a:pt x="50" y="84"/>
                      <a:pt x="56" y="82"/>
                      <a:pt x="63" y="78"/>
                    </a:cubicBezTo>
                    <a:cubicBezTo>
                      <a:pt x="70" y="75"/>
                      <a:pt x="75" y="69"/>
                      <a:pt x="79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8"/>
              <p:cNvSpPr/>
              <p:nvPr/>
            </p:nvSpPr>
            <p:spPr>
              <a:xfrm flipH="1">
                <a:off x="8073405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5" y="10"/>
                      <a:pt x="9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9" y="69"/>
                      <a:pt x="15" y="75"/>
                      <a:pt x="21" y="78"/>
                    </a:cubicBezTo>
                    <a:cubicBezTo>
                      <a:pt x="27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8"/>
              <p:cNvSpPr/>
              <p:nvPr/>
            </p:nvSpPr>
            <p:spPr>
              <a:xfrm flipH="1">
                <a:off x="7279932" y="3112583"/>
                <a:ext cx="139813" cy="18017"/>
              </a:xfrm>
              <a:custGeom>
                <a:rect b="b" l="l" r="r" t="t"/>
                <a:pathLst>
                  <a:path extrusionOk="0" h="25" w="194">
                    <a:moveTo>
                      <a:pt x="0" y="0"/>
                    </a:moveTo>
                    <a:lnTo>
                      <a:pt x="194" y="0"/>
                    </a:lnTo>
                    <a:lnTo>
                      <a:pt x="194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8"/>
              <p:cNvSpPr/>
              <p:nvPr/>
            </p:nvSpPr>
            <p:spPr>
              <a:xfrm flipH="1">
                <a:off x="7100481" y="3160869"/>
                <a:ext cx="319263" cy="18738"/>
              </a:xfrm>
              <a:custGeom>
                <a:rect b="b" l="l" r="r" t="t"/>
                <a:pathLst>
                  <a:path extrusionOk="0" h="26" w="443">
                    <a:moveTo>
                      <a:pt x="0" y="0"/>
                    </a:moveTo>
                    <a:lnTo>
                      <a:pt x="443" y="0"/>
                    </a:lnTo>
                    <a:lnTo>
                      <a:pt x="443" y="26"/>
                    </a:lnTo>
                    <a:lnTo>
                      <a:pt x="0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8"/>
              <p:cNvSpPr/>
              <p:nvPr/>
            </p:nvSpPr>
            <p:spPr>
              <a:xfrm flipH="1">
                <a:off x="7032016" y="3044839"/>
                <a:ext cx="439617" cy="228457"/>
              </a:xfrm>
              <a:custGeom>
                <a:rect b="b" l="l" r="r" t="t"/>
                <a:pathLst>
                  <a:path extrusionOk="0" h="317" w="610">
                    <a:moveTo>
                      <a:pt x="0" y="0"/>
                    </a:moveTo>
                    <a:lnTo>
                      <a:pt x="610" y="0"/>
                    </a:lnTo>
                    <a:lnTo>
                      <a:pt x="610" y="317"/>
                    </a:lnTo>
                    <a:lnTo>
                      <a:pt x="0" y="31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8"/>
              <p:cNvSpPr/>
              <p:nvPr/>
            </p:nvSpPr>
            <p:spPr>
              <a:xfrm flipH="1">
                <a:off x="7197053" y="3511842"/>
                <a:ext cx="140533" cy="18017"/>
              </a:xfrm>
              <a:custGeom>
                <a:rect b="b" l="l" r="r" t="t"/>
                <a:pathLst>
                  <a:path extrusionOk="0" h="25" w="195">
                    <a:moveTo>
                      <a:pt x="0" y="0"/>
                    </a:moveTo>
                    <a:lnTo>
                      <a:pt x="195" y="0"/>
                    </a:lnTo>
                    <a:lnTo>
                      <a:pt x="195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8"/>
              <p:cNvSpPr/>
              <p:nvPr/>
            </p:nvSpPr>
            <p:spPr>
              <a:xfrm flipH="1">
                <a:off x="7379386" y="3490942"/>
                <a:ext cx="63420" cy="64141"/>
              </a:xfrm>
              <a:custGeom>
                <a:rect b="b" l="l" r="r" t="t"/>
                <a:pathLst>
                  <a:path extrusionOk="0" h="89" w="88">
                    <a:moveTo>
                      <a:pt x="88" y="45"/>
                    </a:moveTo>
                    <a:lnTo>
                      <a:pt x="88" y="45"/>
                    </a:lnTo>
                    <a:lnTo>
                      <a:pt x="88" y="45"/>
                    </a:lnTo>
                    <a:cubicBezTo>
                      <a:pt x="88" y="37"/>
                      <a:pt x="86" y="30"/>
                      <a:pt x="82" y="23"/>
                    </a:cubicBezTo>
                    <a:cubicBezTo>
                      <a:pt x="78" y="17"/>
                      <a:pt x="73" y="10"/>
                      <a:pt x="66" y="6"/>
                    </a:cubicBezTo>
                    <a:cubicBezTo>
                      <a:pt x="59" y="3"/>
                      <a:pt x="52" y="0"/>
                      <a:pt x="44" y="0"/>
                    </a:cubicBezTo>
                    <a:cubicBezTo>
                      <a:pt x="36" y="0"/>
                      <a:pt x="29" y="3"/>
                      <a:pt x="22" y="6"/>
                    </a:cubicBezTo>
                    <a:cubicBezTo>
                      <a:pt x="15" y="10"/>
                      <a:pt x="10" y="17"/>
                      <a:pt x="6" y="23"/>
                    </a:cubicBezTo>
                    <a:cubicBezTo>
                      <a:pt x="2" y="30"/>
                      <a:pt x="0" y="38"/>
                      <a:pt x="0" y="45"/>
                    </a:cubicBezTo>
                    <a:cubicBezTo>
                      <a:pt x="0" y="53"/>
                      <a:pt x="2" y="60"/>
                      <a:pt x="6" y="67"/>
                    </a:cubicBezTo>
                    <a:cubicBezTo>
                      <a:pt x="10" y="74"/>
                      <a:pt x="15" y="79"/>
                      <a:pt x="22" y="83"/>
                    </a:cubicBezTo>
                    <a:cubicBezTo>
                      <a:pt x="29" y="87"/>
                      <a:pt x="36" y="89"/>
                      <a:pt x="44" y="89"/>
                    </a:cubicBezTo>
                    <a:lnTo>
                      <a:pt x="44" y="89"/>
                    </a:lnTo>
                    <a:lnTo>
                      <a:pt x="44" y="89"/>
                    </a:lnTo>
                    <a:cubicBezTo>
                      <a:pt x="52" y="89"/>
                      <a:pt x="59" y="87"/>
                      <a:pt x="66" y="83"/>
                    </a:cubicBezTo>
                    <a:cubicBezTo>
                      <a:pt x="73" y="79"/>
                      <a:pt x="78" y="74"/>
                      <a:pt x="82" y="67"/>
                    </a:cubicBezTo>
                    <a:cubicBezTo>
                      <a:pt x="86" y="60"/>
                      <a:pt x="88" y="52"/>
                      <a:pt x="88" y="45"/>
                    </a:cubicBez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8"/>
              <p:cNvSpPr/>
              <p:nvPr/>
            </p:nvSpPr>
            <p:spPr>
              <a:xfrm flipH="1">
                <a:off x="7256568" y="1145837"/>
                <a:ext cx="820860" cy="1659017"/>
              </a:xfrm>
              <a:custGeom>
                <a:rect b="b" l="l" r="r" t="t"/>
                <a:pathLst>
                  <a:path extrusionOk="0" fill="none" h="2302" w="1139">
                    <a:moveTo>
                      <a:pt x="1139" y="0"/>
                    </a:moveTo>
                    <a:lnTo>
                      <a:pt x="270" y="0"/>
                    </a:lnTo>
                    <a:cubicBezTo>
                      <a:pt x="121" y="0"/>
                      <a:pt x="0" y="121"/>
                      <a:pt x="0" y="270"/>
                    </a:cubicBezTo>
                    <a:lnTo>
                      <a:pt x="0" y="2302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8"/>
              <p:cNvSpPr/>
              <p:nvPr/>
            </p:nvSpPr>
            <p:spPr>
              <a:xfrm flipH="1">
                <a:off x="6932261" y="1097551"/>
                <a:ext cx="324308" cy="96572"/>
              </a:xfrm>
              <a:custGeom>
                <a:rect b="b" l="l" r="r" t="t"/>
                <a:pathLst>
                  <a:path extrusionOk="0" h="134" w="450">
                    <a:moveTo>
                      <a:pt x="67" y="134"/>
                    </a:moveTo>
                    <a:lnTo>
                      <a:pt x="383" y="134"/>
                    </a:lnTo>
                    <a:lnTo>
                      <a:pt x="383" y="134"/>
                    </a:lnTo>
                    <a:lnTo>
                      <a:pt x="383" y="134"/>
                    </a:lnTo>
                    <a:cubicBezTo>
                      <a:pt x="395" y="134"/>
                      <a:pt x="407" y="131"/>
                      <a:pt x="417" y="125"/>
                    </a:cubicBezTo>
                    <a:cubicBezTo>
                      <a:pt x="427" y="119"/>
                      <a:pt x="435" y="111"/>
                      <a:pt x="441" y="100"/>
                    </a:cubicBezTo>
                    <a:cubicBezTo>
                      <a:pt x="447" y="90"/>
                      <a:pt x="450" y="79"/>
                      <a:pt x="450" y="67"/>
                    </a:cubicBezTo>
                    <a:lnTo>
                      <a:pt x="450" y="67"/>
                    </a:lnTo>
                    <a:lnTo>
                      <a:pt x="450" y="67"/>
                    </a:lnTo>
                    <a:lnTo>
                      <a:pt x="450" y="67"/>
                    </a:lnTo>
                    <a:cubicBezTo>
                      <a:pt x="450" y="55"/>
                      <a:pt x="447" y="44"/>
                      <a:pt x="441" y="33"/>
                    </a:cubicBezTo>
                    <a:cubicBezTo>
                      <a:pt x="435" y="23"/>
                      <a:pt x="427" y="15"/>
                      <a:pt x="417" y="9"/>
                    </a:cubicBezTo>
                    <a:cubicBezTo>
                      <a:pt x="407" y="3"/>
                      <a:pt x="395" y="0"/>
                      <a:pt x="383" y="0"/>
                    </a:cubicBezTo>
                    <a:lnTo>
                      <a:pt x="383" y="0"/>
                    </a:lnTo>
                    <a:lnTo>
                      <a:pt x="67" y="0"/>
                    </a:lnTo>
                    <a:lnTo>
                      <a:pt x="67" y="0"/>
                    </a:lnTo>
                    <a:lnTo>
                      <a:pt x="67" y="0"/>
                    </a:lnTo>
                    <a:cubicBezTo>
                      <a:pt x="55" y="0"/>
                      <a:pt x="44" y="3"/>
                      <a:pt x="34" y="9"/>
                    </a:cubicBezTo>
                    <a:cubicBezTo>
                      <a:pt x="24" y="15"/>
                      <a:pt x="15" y="23"/>
                      <a:pt x="9" y="33"/>
                    </a:cubicBezTo>
                    <a:cubicBezTo>
                      <a:pt x="3" y="44"/>
                      <a:pt x="0" y="55"/>
                      <a:pt x="0" y="67"/>
                    </a:cubicBez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cubicBezTo>
                      <a:pt x="0" y="79"/>
                      <a:pt x="3" y="90"/>
                      <a:pt x="9" y="100"/>
                    </a:cubicBezTo>
                    <a:cubicBezTo>
                      <a:pt x="15" y="111"/>
                      <a:pt x="24" y="119"/>
                      <a:pt x="34" y="125"/>
                    </a:cubicBezTo>
                    <a:cubicBezTo>
                      <a:pt x="44" y="131"/>
                      <a:pt x="55" y="134"/>
                      <a:pt x="67" y="1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3225" lIns="90000" spcFirstLastPara="1" rIns="90000" wrap="square" tIns="3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8"/>
              <p:cNvSpPr/>
              <p:nvPr/>
            </p:nvSpPr>
            <p:spPr>
              <a:xfrm flipH="1">
                <a:off x="7035319" y="12474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8"/>
              <p:cNvSpPr/>
              <p:nvPr/>
            </p:nvSpPr>
            <p:spPr>
              <a:xfrm flipH="1">
                <a:off x="6967575" y="12474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8"/>
              <p:cNvSpPr/>
              <p:nvPr/>
            </p:nvSpPr>
            <p:spPr>
              <a:xfrm flipH="1">
                <a:off x="6967575" y="13101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8"/>
              <p:cNvSpPr/>
              <p:nvPr/>
            </p:nvSpPr>
            <p:spPr>
              <a:xfrm flipH="1">
                <a:off x="6289712" y="1943634"/>
                <a:ext cx="588078" cy="565737"/>
              </a:xfrm>
              <a:custGeom>
                <a:rect b="b" l="l" r="r" t="t"/>
                <a:pathLst>
                  <a:path extrusionOk="0" h="785" w="816">
                    <a:moveTo>
                      <a:pt x="559" y="358"/>
                    </a:moveTo>
                    <a:cubicBezTo>
                      <a:pt x="559" y="358"/>
                      <a:pt x="84" y="856"/>
                      <a:pt x="0" y="776"/>
                    </a:cubicBezTo>
                    <a:lnTo>
                      <a:pt x="154" y="485"/>
                    </a:lnTo>
                    <a:cubicBezTo>
                      <a:pt x="154" y="493"/>
                      <a:pt x="487" y="232"/>
                      <a:pt x="487" y="232"/>
                    </a:cubicBezTo>
                    <a:cubicBezTo>
                      <a:pt x="487" y="232"/>
                      <a:pt x="555" y="61"/>
                      <a:pt x="581" y="62"/>
                    </a:cubicBezTo>
                    <a:cubicBezTo>
                      <a:pt x="607" y="62"/>
                      <a:pt x="553" y="160"/>
                      <a:pt x="562" y="172"/>
                    </a:cubicBezTo>
                    <a:cubicBezTo>
                      <a:pt x="571" y="185"/>
                      <a:pt x="734" y="-23"/>
                      <a:pt x="752" y="2"/>
                    </a:cubicBezTo>
                    <a:cubicBezTo>
                      <a:pt x="762" y="16"/>
                      <a:pt x="651" y="125"/>
                      <a:pt x="660" y="143"/>
                    </a:cubicBezTo>
                    <a:cubicBezTo>
                      <a:pt x="665" y="152"/>
                      <a:pt x="790" y="74"/>
                      <a:pt x="803" y="77"/>
                    </a:cubicBezTo>
                    <a:cubicBezTo>
                      <a:pt x="839" y="88"/>
                      <a:pt x="664" y="171"/>
                      <a:pt x="674" y="176"/>
                    </a:cubicBezTo>
                    <a:cubicBezTo>
                      <a:pt x="684" y="182"/>
                      <a:pt x="814" y="101"/>
                      <a:pt x="816" y="128"/>
                    </a:cubicBezTo>
                    <a:cubicBezTo>
                      <a:pt x="817" y="145"/>
                      <a:pt x="697" y="204"/>
                      <a:pt x="699" y="215"/>
                    </a:cubicBezTo>
                    <a:cubicBezTo>
                      <a:pt x="701" y="226"/>
                      <a:pt x="767" y="183"/>
                      <a:pt x="789" y="191"/>
                    </a:cubicBezTo>
                    <a:cubicBezTo>
                      <a:pt x="810" y="200"/>
                      <a:pt x="699" y="255"/>
                      <a:pt x="692" y="264"/>
                    </a:cubicBezTo>
                    <a:cubicBezTo>
                      <a:pt x="684" y="273"/>
                      <a:pt x="621" y="332"/>
                      <a:pt x="559" y="358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8"/>
              <p:cNvSpPr/>
              <p:nvPr/>
            </p:nvSpPr>
            <p:spPr>
              <a:xfrm flipH="1">
                <a:off x="6756715" y="1939310"/>
                <a:ext cx="304849" cy="565016"/>
              </a:xfrm>
              <a:custGeom>
                <a:rect b="b" l="l" r="r" t="t"/>
                <a:pathLst>
                  <a:path extrusionOk="0" h="784" w="423">
                    <a:moveTo>
                      <a:pt x="129" y="0"/>
                    </a:moveTo>
                    <a:cubicBezTo>
                      <a:pt x="129" y="0"/>
                      <a:pt x="244" y="39"/>
                      <a:pt x="272" y="126"/>
                    </a:cubicBezTo>
                    <a:cubicBezTo>
                      <a:pt x="299" y="214"/>
                      <a:pt x="423" y="477"/>
                      <a:pt x="423" y="477"/>
                    </a:cubicBezTo>
                    <a:lnTo>
                      <a:pt x="257" y="784"/>
                    </a:lnTo>
                    <a:cubicBezTo>
                      <a:pt x="257" y="784"/>
                      <a:pt x="-222" y="172"/>
                      <a:pt x="129" y="0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8"/>
              <p:cNvSpPr/>
              <p:nvPr/>
            </p:nvSpPr>
            <p:spPr>
              <a:xfrm flipH="1">
                <a:off x="6755994" y="1917689"/>
                <a:ext cx="339442" cy="448265"/>
              </a:xfrm>
              <a:custGeom>
                <a:rect b="b" l="l" r="r" t="t"/>
                <a:pathLst>
                  <a:path extrusionOk="0" h="622" w="471">
                    <a:moveTo>
                      <a:pt x="167" y="1"/>
                    </a:moveTo>
                    <a:cubicBezTo>
                      <a:pt x="291" y="-18"/>
                      <a:pt x="360" y="127"/>
                      <a:pt x="471" y="394"/>
                    </a:cubicBezTo>
                    <a:lnTo>
                      <a:pt x="187" y="622"/>
                    </a:lnTo>
                    <a:cubicBezTo>
                      <a:pt x="187" y="622"/>
                      <a:pt x="-220" y="61"/>
                      <a:pt x="1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8"/>
              <p:cNvSpPr/>
              <p:nvPr/>
            </p:nvSpPr>
            <p:spPr>
              <a:xfrm flipH="1">
                <a:off x="6954903" y="1461496"/>
                <a:ext cx="330073" cy="335118"/>
              </a:xfrm>
              <a:custGeom>
                <a:rect b="b" l="l" r="r" t="t"/>
                <a:pathLst>
                  <a:path extrusionOk="0" h="465" w="458">
                    <a:moveTo>
                      <a:pt x="431" y="95"/>
                    </a:moveTo>
                    <a:cubicBezTo>
                      <a:pt x="372" y="21"/>
                      <a:pt x="234" y="-28"/>
                      <a:pt x="121" y="18"/>
                    </a:cubicBezTo>
                    <a:cubicBezTo>
                      <a:pt x="121" y="18"/>
                      <a:pt x="120" y="18"/>
                      <a:pt x="119" y="19"/>
                    </a:cubicBezTo>
                    <a:cubicBezTo>
                      <a:pt x="47" y="43"/>
                      <a:pt x="-3" y="112"/>
                      <a:pt x="0" y="188"/>
                    </a:cubicBezTo>
                    <a:cubicBezTo>
                      <a:pt x="2" y="238"/>
                      <a:pt x="14" y="287"/>
                      <a:pt x="36" y="325"/>
                    </a:cubicBezTo>
                    <a:cubicBezTo>
                      <a:pt x="86" y="416"/>
                      <a:pt x="183" y="455"/>
                      <a:pt x="283" y="449"/>
                    </a:cubicBezTo>
                    <a:cubicBezTo>
                      <a:pt x="304" y="448"/>
                      <a:pt x="320" y="454"/>
                      <a:pt x="332" y="465"/>
                    </a:cubicBezTo>
                    <a:lnTo>
                      <a:pt x="448" y="265"/>
                    </a:lnTo>
                    <a:cubicBezTo>
                      <a:pt x="463" y="237"/>
                      <a:pt x="466" y="138"/>
                      <a:pt x="431" y="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8"/>
              <p:cNvSpPr/>
              <p:nvPr/>
            </p:nvSpPr>
            <p:spPr>
              <a:xfrm flipH="1">
                <a:off x="7258311" y="1589778"/>
                <a:ext cx="159271" cy="159271"/>
              </a:xfrm>
              <a:custGeom>
                <a:rect b="b" l="l" r="r" t="t"/>
                <a:pathLst>
                  <a:path extrusionOk="0" h="221" w="221">
                    <a:moveTo>
                      <a:pt x="221" y="110"/>
                    </a:moveTo>
                    <a:cubicBezTo>
                      <a:pt x="221" y="130"/>
                      <a:pt x="215" y="150"/>
                      <a:pt x="206" y="166"/>
                    </a:cubicBezTo>
                    <a:cubicBezTo>
                      <a:pt x="196" y="183"/>
                      <a:pt x="183" y="196"/>
                      <a:pt x="166" y="206"/>
                    </a:cubicBezTo>
                    <a:cubicBezTo>
                      <a:pt x="149" y="216"/>
                      <a:pt x="130" y="221"/>
                      <a:pt x="111" y="221"/>
                    </a:cubicBezTo>
                    <a:cubicBezTo>
                      <a:pt x="91" y="221"/>
                      <a:pt x="71" y="216"/>
                      <a:pt x="55" y="206"/>
                    </a:cubicBezTo>
                    <a:cubicBezTo>
                      <a:pt x="38" y="196"/>
                      <a:pt x="25" y="183"/>
                      <a:pt x="15" y="166"/>
                    </a:cubicBezTo>
                    <a:cubicBezTo>
                      <a:pt x="5" y="150"/>
                      <a:pt x="0" y="130"/>
                      <a:pt x="0" y="110"/>
                    </a:cubicBezTo>
                    <a:cubicBezTo>
                      <a:pt x="0" y="91"/>
                      <a:pt x="5" y="72"/>
                      <a:pt x="15" y="55"/>
                    </a:cubicBezTo>
                    <a:cubicBezTo>
                      <a:pt x="25" y="38"/>
                      <a:pt x="38" y="25"/>
                      <a:pt x="55" y="15"/>
                    </a:cubicBezTo>
                    <a:cubicBezTo>
                      <a:pt x="71" y="5"/>
                      <a:pt x="91" y="0"/>
                      <a:pt x="111" y="0"/>
                    </a:cubicBezTo>
                    <a:cubicBezTo>
                      <a:pt x="130" y="0"/>
                      <a:pt x="149" y="5"/>
                      <a:pt x="166" y="15"/>
                    </a:cubicBezTo>
                    <a:cubicBezTo>
                      <a:pt x="183" y="25"/>
                      <a:pt x="197" y="38"/>
                      <a:pt x="206" y="55"/>
                    </a:cubicBezTo>
                    <a:cubicBezTo>
                      <a:pt x="216" y="72"/>
                      <a:pt x="221" y="91"/>
                      <a:pt x="221" y="1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34550" lIns="90000" spcFirstLastPara="1" rIns="90000" wrap="square" tIns="34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8"/>
              <p:cNvSpPr/>
              <p:nvPr/>
            </p:nvSpPr>
            <p:spPr>
              <a:xfrm flipH="1">
                <a:off x="6956344" y="1532123"/>
                <a:ext cx="314939" cy="476372"/>
              </a:xfrm>
              <a:custGeom>
                <a:rect b="b" l="l" r="r" t="t"/>
                <a:pathLst>
                  <a:path extrusionOk="0" h="661" w="437">
                    <a:moveTo>
                      <a:pt x="133" y="196"/>
                    </a:moveTo>
                    <a:cubicBezTo>
                      <a:pt x="131" y="200"/>
                      <a:pt x="117" y="170"/>
                      <a:pt x="113" y="168"/>
                    </a:cubicBezTo>
                    <a:cubicBezTo>
                      <a:pt x="97" y="162"/>
                      <a:pt x="61" y="145"/>
                      <a:pt x="40" y="186"/>
                    </a:cubicBezTo>
                    <a:cubicBezTo>
                      <a:pt x="20" y="227"/>
                      <a:pt x="52" y="266"/>
                      <a:pt x="76" y="276"/>
                    </a:cubicBezTo>
                    <a:cubicBezTo>
                      <a:pt x="83" y="279"/>
                      <a:pt x="106" y="294"/>
                      <a:pt x="109" y="301"/>
                    </a:cubicBezTo>
                    <a:cubicBezTo>
                      <a:pt x="139" y="360"/>
                      <a:pt x="99" y="485"/>
                      <a:pt x="95" y="533"/>
                    </a:cubicBezTo>
                    <a:cubicBezTo>
                      <a:pt x="86" y="639"/>
                      <a:pt x="0" y="523"/>
                      <a:pt x="0" y="523"/>
                    </a:cubicBezTo>
                    <a:cubicBezTo>
                      <a:pt x="0" y="523"/>
                      <a:pt x="286" y="749"/>
                      <a:pt x="329" y="623"/>
                    </a:cubicBezTo>
                    <a:cubicBezTo>
                      <a:pt x="294" y="562"/>
                      <a:pt x="272" y="372"/>
                      <a:pt x="303" y="383"/>
                    </a:cubicBezTo>
                    <a:cubicBezTo>
                      <a:pt x="343" y="398"/>
                      <a:pt x="426" y="348"/>
                      <a:pt x="437" y="166"/>
                    </a:cubicBezTo>
                    <a:cubicBezTo>
                      <a:pt x="390" y="31"/>
                      <a:pt x="332" y="11"/>
                      <a:pt x="331" y="0"/>
                    </a:cubicBezTo>
                    <a:cubicBezTo>
                      <a:pt x="327" y="94"/>
                      <a:pt x="274" y="157"/>
                      <a:pt x="133" y="19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8"/>
              <p:cNvSpPr/>
              <p:nvPr/>
            </p:nvSpPr>
            <p:spPr>
              <a:xfrm flipH="1">
                <a:off x="7194891" y="1671215"/>
                <a:ext cx="37476" cy="36755"/>
              </a:xfrm>
              <a:custGeom>
                <a:rect b="b" l="l" r="r" t="t"/>
                <a:pathLst>
                  <a:path extrusionOk="0" h="51" w="52">
                    <a:moveTo>
                      <a:pt x="0" y="12"/>
                    </a:moveTo>
                    <a:cubicBezTo>
                      <a:pt x="0" y="12"/>
                      <a:pt x="45" y="-33"/>
                      <a:pt x="52" y="51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8"/>
              <p:cNvSpPr/>
              <p:nvPr/>
            </p:nvSpPr>
            <p:spPr>
              <a:xfrm flipH="1">
                <a:off x="7061564" y="1684908"/>
                <a:ext cx="58375" cy="58375"/>
              </a:xfrm>
              <a:custGeom>
                <a:rect b="b" l="l" r="r" t="t"/>
                <a:pathLst>
                  <a:path extrusionOk="0" h="81" w="81">
                    <a:moveTo>
                      <a:pt x="54" y="2"/>
                    </a:moveTo>
                    <a:lnTo>
                      <a:pt x="54" y="2"/>
                    </a:lnTo>
                    <a:cubicBezTo>
                      <a:pt x="56" y="3"/>
                      <a:pt x="59" y="4"/>
                      <a:pt x="61" y="5"/>
                    </a:cubicBezTo>
                    <a:cubicBezTo>
                      <a:pt x="67" y="9"/>
                      <a:pt x="72" y="14"/>
                      <a:pt x="76" y="20"/>
                    </a:cubicBezTo>
                    <a:cubicBezTo>
                      <a:pt x="80" y="26"/>
                      <a:pt x="81" y="34"/>
                      <a:pt x="81" y="41"/>
                    </a:cubicBezTo>
                    <a:cubicBezTo>
                      <a:pt x="81" y="49"/>
                      <a:pt x="80" y="55"/>
                      <a:pt x="76" y="61"/>
                    </a:cubicBezTo>
                    <a:cubicBezTo>
                      <a:pt x="72" y="67"/>
                      <a:pt x="67" y="73"/>
                      <a:pt x="61" y="76"/>
                    </a:cubicBezTo>
                    <a:cubicBezTo>
                      <a:pt x="55" y="80"/>
                      <a:pt x="48" y="81"/>
                      <a:pt x="41" y="81"/>
                    </a:cubicBezTo>
                    <a:cubicBezTo>
                      <a:pt x="34" y="81"/>
                      <a:pt x="27" y="80"/>
                      <a:pt x="21" y="76"/>
                    </a:cubicBezTo>
                    <a:cubicBezTo>
                      <a:pt x="15" y="73"/>
                      <a:pt x="9" y="67"/>
                      <a:pt x="6" y="61"/>
                    </a:cubicBezTo>
                    <a:cubicBezTo>
                      <a:pt x="2" y="55"/>
                      <a:pt x="0" y="48"/>
                      <a:pt x="0" y="41"/>
                    </a:cubicBezTo>
                    <a:cubicBezTo>
                      <a:pt x="0" y="36"/>
                      <a:pt x="1" y="32"/>
                      <a:pt x="3" y="28"/>
                    </a:cubicBezTo>
                    <a:lnTo>
                      <a:pt x="3" y="28"/>
                    </a:lnTo>
                    <a:cubicBezTo>
                      <a:pt x="3" y="25"/>
                      <a:pt x="4" y="23"/>
                      <a:pt x="6" y="20"/>
                    </a:cubicBezTo>
                    <a:cubicBezTo>
                      <a:pt x="9" y="14"/>
                      <a:pt x="15" y="9"/>
                      <a:pt x="21" y="5"/>
                    </a:cubicBezTo>
                    <a:cubicBezTo>
                      <a:pt x="27" y="2"/>
                      <a:pt x="34" y="0"/>
                      <a:pt x="41" y="0"/>
                    </a:cubicBezTo>
                    <a:cubicBezTo>
                      <a:pt x="45" y="0"/>
                      <a:pt x="50" y="1"/>
                      <a:pt x="54" y="2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8"/>
              <p:cNvSpPr/>
              <p:nvPr/>
            </p:nvSpPr>
            <p:spPr>
              <a:xfrm flipH="1">
                <a:off x="6959948" y="1683467"/>
                <a:ext cx="25224" cy="54051"/>
              </a:xfrm>
              <a:custGeom>
                <a:rect b="b" l="l" r="r" t="t"/>
                <a:pathLst>
                  <a:path extrusionOk="0" h="75" w="35">
                    <a:moveTo>
                      <a:pt x="21" y="75"/>
                    </a:moveTo>
                    <a:lnTo>
                      <a:pt x="21" y="75"/>
                    </a:lnTo>
                    <a:cubicBezTo>
                      <a:pt x="14" y="72"/>
                      <a:pt x="9" y="66"/>
                      <a:pt x="6" y="60"/>
                    </a:cubicBezTo>
                    <a:cubicBezTo>
                      <a:pt x="2" y="54"/>
                      <a:pt x="0" y="47"/>
                      <a:pt x="0" y="40"/>
                    </a:cubicBezTo>
                    <a:cubicBezTo>
                      <a:pt x="0" y="33"/>
                      <a:pt x="2" y="26"/>
                      <a:pt x="6" y="20"/>
                    </a:cubicBezTo>
                    <a:cubicBezTo>
                      <a:pt x="9" y="14"/>
                      <a:pt x="14" y="9"/>
                      <a:pt x="21" y="5"/>
                    </a:cubicBezTo>
                    <a:cubicBezTo>
                      <a:pt x="24" y="4"/>
                      <a:pt x="29" y="1"/>
                      <a:pt x="33" y="0"/>
                    </a:cubicBezTo>
                    <a:cubicBezTo>
                      <a:pt x="37" y="-1"/>
                      <a:pt x="34" y="48"/>
                      <a:pt x="21" y="75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8"/>
              <p:cNvSpPr/>
              <p:nvPr/>
            </p:nvSpPr>
            <p:spPr>
              <a:xfrm flipH="1">
                <a:off x="6993099" y="1673377"/>
                <a:ext cx="20900" cy="32431"/>
              </a:xfrm>
              <a:custGeom>
                <a:rect b="b" l="l" r="r" t="t"/>
                <a:pathLst>
                  <a:path extrusionOk="0" h="45" w="29">
                    <a:moveTo>
                      <a:pt x="6" y="0"/>
                    </a:moveTo>
                    <a:lnTo>
                      <a:pt x="0" y="45"/>
                    </a:lnTo>
                    <a:lnTo>
                      <a:pt x="24" y="43"/>
                    </a:lnTo>
                    <a:lnTo>
                      <a:pt x="24" y="43"/>
                    </a:lnTo>
                    <a:cubicBezTo>
                      <a:pt x="25" y="43"/>
                      <a:pt x="25" y="43"/>
                      <a:pt x="26" y="42"/>
                    </a:cubicBezTo>
                    <a:cubicBezTo>
                      <a:pt x="27" y="42"/>
                      <a:pt x="27" y="41"/>
                      <a:pt x="28" y="40"/>
                    </a:cubicBezTo>
                    <a:cubicBezTo>
                      <a:pt x="28" y="39"/>
                      <a:pt x="29" y="38"/>
                      <a:pt x="29" y="37"/>
                    </a:cubicBezTo>
                    <a:cubicBezTo>
                      <a:pt x="29" y="36"/>
                      <a:pt x="29" y="35"/>
                      <a:pt x="28" y="34"/>
                    </a:cubicBezTo>
                    <a:lnTo>
                      <a:pt x="28" y="3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8"/>
              <p:cNvSpPr/>
              <p:nvPr/>
            </p:nvSpPr>
            <p:spPr>
              <a:xfrm flipH="1">
                <a:off x="7032737" y="1627974"/>
                <a:ext cx="28827" cy="15855"/>
              </a:xfrm>
              <a:custGeom>
                <a:rect b="b" l="l" r="r" t="t"/>
                <a:pathLst>
                  <a:path extrusionOk="0" h="22" w="40">
                    <a:moveTo>
                      <a:pt x="3" y="21"/>
                    </a:moveTo>
                    <a:cubicBezTo>
                      <a:pt x="-5" y="26"/>
                      <a:pt x="6" y="3"/>
                      <a:pt x="17" y="0"/>
                    </a:cubicBezTo>
                    <a:cubicBezTo>
                      <a:pt x="27" y="-2"/>
                      <a:pt x="38" y="2"/>
                      <a:pt x="40" y="11"/>
                    </a:cubicBezTo>
                    <a:lnTo>
                      <a:pt x="40" y="11"/>
                    </a:lnTo>
                    <a:cubicBezTo>
                      <a:pt x="39" y="11"/>
                      <a:pt x="37" y="11"/>
                      <a:pt x="35" y="11"/>
                    </a:cubicBezTo>
                    <a:cubicBezTo>
                      <a:pt x="25" y="11"/>
                      <a:pt x="15" y="13"/>
                      <a:pt x="7" y="18"/>
                    </a:cubicBezTo>
                    <a:cubicBezTo>
                      <a:pt x="5" y="19"/>
                      <a:pt x="4" y="20"/>
                      <a:pt x="3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8"/>
              <p:cNvSpPr/>
              <p:nvPr/>
            </p:nvSpPr>
            <p:spPr>
              <a:xfrm flipH="1">
                <a:off x="6968596" y="1625092"/>
                <a:ext cx="28107" cy="16576"/>
              </a:xfrm>
              <a:custGeom>
                <a:rect b="b" l="l" r="r" t="t"/>
                <a:pathLst>
                  <a:path extrusionOk="0" h="23" w="39">
                    <a:moveTo>
                      <a:pt x="37" y="22"/>
                    </a:moveTo>
                    <a:cubicBezTo>
                      <a:pt x="45" y="28"/>
                      <a:pt x="33" y="4"/>
                      <a:pt x="23" y="1"/>
                    </a:cubicBezTo>
                    <a:cubicBezTo>
                      <a:pt x="13" y="-2"/>
                      <a:pt x="3" y="3"/>
                      <a:pt x="0" y="12"/>
                    </a:cubicBezTo>
                    <a:lnTo>
                      <a:pt x="0" y="12"/>
                    </a:lnTo>
                    <a:cubicBezTo>
                      <a:pt x="2" y="12"/>
                      <a:pt x="3" y="12"/>
                      <a:pt x="5" y="12"/>
                    </a:cubicBezTo>
                    <a:cubicBezTo>
                      <a:pt x="15" y="12"/>
                      <a:pt x="25" y="15"/>
                      <a:pt x="33" y="20"/>
                    </a:cubicBezTo>
                    <a:cubicBezTo>
                      <a:pt x="35" y="20"/>
                      <a:pt x="36" y="21"/>
                      <a:pt x="37" y="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8"/>
              <p:cNvSpPr/>
              <p:nvPr/>
            </p:nvSpPr>
            <p:spPr>
              <a:xfrm flipH="1">
                <a:off x="7032737" y="1662567"/>
                <a:ext cx="10090" cy="20900"/>
              </a:xfrm>
              <a:custGeom>
                <a:rect b="b" l="l" r="r" t="t"/>
                <a:pathLst>
                  <a:path extrusionOk="0" h="29" w="14">
                    <a:moveTo>
                      <a:pt x="0" y="15"/>
                    </a:moveTo>
                    <a:cubicBezTo>
                      <a:pt x="0" y="23"/>
                      <a:pt x="3" y="29"/>
                      <a:pt x="7" y="29"/>
                    </a:cubicBezTo>
                    <a:cubicBezTo>
                      <a:pt x="11" y="29"/>
                      <a:pt x="14" y="23"/>
                      <a:pt x="14" y="15"/>
                    </a:cubicBezTo>
                    <a:cubicBezTo>
                      <a:pt x="13" y="7"/>
                      <a:pt x="10" y="0"/>
                      <a:pt x="6" y="0"/>
                    </a:cubicBezTo>
                    <a:cubicBezTo>
                      <a:pt x="2" y="1"/>
                      <a:pt x="-1" y="7"/>
                      <a:pt x="0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8"/>
              <p:cNvSpPr/>
              <p:nvPr/>
            </p:nvSpPr>
            <p:spPr>
              <a:xfrm flipH="1">
                <a:off x="6988055" y="1658964"/>
                <a:ext cx="9369" cy="19458"/>
              </a:xfrm>
              <a:custGeom>
                <a:rect b="b" l="l" r="r" t="t"/>
                <a:pathLst>
                  <a:path extrusionOk="0" h="27" w="13">
                    <a:moveTo>
                      <a:pt x="0" y="14"/>
                    </a:moveTo>
                    <a:cubicBezTo>
                      <a:pt x="0" y="21"/>
                      <a:pt x="3" y="27"/>
                      <a:pt x="7" y="27"/>
                    </a:cubicBezTo>
                    <a:cubicBezTo>
                      <a:pt x="11" y="27"/>
                      <a:pt x="13" y="21"/>
                      <a:pt x="13" y="13"/>
                    </a:cubicBezTo>
                    <a:cubicBezTo>
                      <a:pt x="13" y="6"/>
                      <a:pt x="9" y="0"/>
                      <a:pt x="6" y="0"/>
                    </a:cubicBezTo>
                    <a:cubicBezTo>
                      <a:pt x="2" y="0"/>
                      <a:pt x="-1" y="6"/>
                      <a:pt x="0" y="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8"/>
              <p:cNvSpPr/>
              <p:nvPr/>
            </p:nvSpPr>
            <p:spPr>
              <a:xfrm flipH="1">
                <a:off x="7059402" y="1781480"/>
                <a:ext cx="72789" cy="50448"/>
              </a:xfrm>
              <a:custGeom>
                <a:rect b="b" l="l" r="r" t="t"/>
                <a:pathLst>
                  <a:path extrusionOk="0" h="70" w="101">
                    <a:moveTo>
                      <a:pt x="101" y="36"/>
                    </a:moveTo>
                    <a:cubicBezTo>
                      <a:pt x="101" y="36"/>
                      <a:pt x="45" y="17"/>
                      <a:pt x="9" y="1"/>
                    </a:cubicBezTo>
                    <a:cubicBezTo>
                      <a:pt x="-27" y="-14"/>
                      <a:pt x="62" y="133"/>
                      <a:pt x="101" y="36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8"/>
              <p:cNvSpPr/>
              <p:nvPr/>
            </p:nvSpPr>
            <p:spPr>
              <a:xfrm flipH="1">
                <a:off x="6877069" y="2398386"/>
                <a:ext cx="858335" cy="1976836"/>
              </a:xfrm>
              <a:custGeom>
                <a:rect b="b" l="l" r="r" t="t"/>
                <a:pathLst>
                  <a:path extrusionOk="0" h="2743" w="1191">
                    <a:moveTo>
                      <a:pt x="586" y="1"/>
                    </a:moveTo>
                    <a:cubicBezTo>
                      <a:pt x="509" y="136"/>
                      <a:pt x="409" y="280"/>
                      <a:pt x="365" y="451"/>
                    </a:cubicBezTo>
                    <a:cubicBezTo>
                      <a:pt x="314" y="650"/>
                      <a:pt x="24" y="2341"/>
                      <a:pt x="0" y="2703"/>
                    </a:cubicBezTo>
                    <a:cubicBezTo>
                      <a:pt x="62" y="2718"/>
                      <a:pt x="156" y="2708"/>
                      <a:pt x="196" y="2706"/>
                    </a:cubicBezTo>
                    <a:cubicBezTo>
                      <a:pt x="322" y="2345"/>
                      <a:pt x="703" y="1022"/>
                      <a:pt x="757" y="794"/>
                    </a:cubicBezTo>
                    <a:cubicBezTo>
                      <a:pt x="765" y="759"/>
                      <a:pt x="819" y="767"/>
                      <a:pt x="815" y="803"/>
                    </a:cubicBezTo>
                    <a:cubicBezTo>
                      <a:pt x="784" y="1063"/>
                      <a:pt x="862" y="2022"/>
                      <a:pt x="862" y="2734"/>
                    </a:cubicBezTo>
                    <a:cubicBezTo>
                      <a:pt x="895" y="2751"/>
                      <a:pt x="1038" y="2739"/>
                      <a:pt x="1076" y="2734"/>
                    </a:cubicBezTo>
                    <a:cubicBezTo>
                      <a:pt x="1117" y="2289"/>
                      <a:pt x="1346" y="582"/>
                      <a:pt x="1015" y="35"/>
                    </a:cubicBezTo>
                    <a:cubicBezTo>
                      <a:pt x="864" y="14"/>
                      <a:pt x="739" y="-4"/>
                      <a:pt x="5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8"/>
              <p:cNvSpPr/>
              <p:nvPr/>
            </p:nvSpPr>
            <p:spPr>
              <a:xfrm flipH="1">
                <a:off x="6909500" y="1866521"/>
                <a:ext cx="531144" cy="604654"/>
              </a:xfrm>
              <a:custGeom>
                <a:rect b="b" l="l" r="r" t="t"/>
                <a:pathLst>
                  <a:path extrusionOk="0" h="839" w="737">
                    <a:moveTo>
                      <a:pt x="537" y="58"/>
                    </a:moveTo>
                    <a:cubicBezTo>
                      <a:pt x="552" y="70"/>
                      <a:pt x="692" y="400"/>
                      <a:pt x="687" y="505"/>
                    </a:cubicBezTo>
                    <a:cubicBezTo>
                      <a:pt x="682" y="611"/>
                      <a:pt x="737" y="812"/>
                      <a:pt x="737" y="812"/>
                    </a:cubicBezTo>
                    <a:cubicBezTo>
                      <a:pt x="737" y="812"/>
                      <a:pt x="566" y="876"/>
                      <a:pt x="114" y="805"/>
                    </a:cubicBezTo>
                    <a:cubicBezTo>
                      <a:pt x="2" y="564"/>
                      <a:pt x="-61" y="281"/>
                      <a:pt x="87" y="131"/>
                    </a:cubicBezTo>
                    <a:cubicBezTo>
                      <a:pt x="87" y="131"/>
                      <a:pt x="292" y="3"/>
                      <a:pt x="330" y="0"/>
                    </a:cubicBezTo>
                    <a:cubicBezTo>
                      <a:pt x="330" y="0"/>
                      <a:pt x="465" y="196"/>
                      <a:pt x="521" y="195"/>
                    </a:cubicBezTo>
                    <a:cubicBezTo>
                      <a:pt x="547" y="195"/>
                      <a:pt x="540" y="95"/>
                      <a:pt x="537" y="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8"/>
              <p:cNvSpPr/>
              <p:nvPr/>
            </p:nvSpPr>
            <p:spPr>
              <a:xfrm flipH="1">
                <a:off x="6998144" y="1816073"/>
                <a:ext cx="220529" cy="253681"/>
              </a:xfrm>
              <a:custGeom>
                <a:rect b="b" l="l" r="r" t="t"/>
                <a:pathLst>
                  <a:path extrusionOk="0" h="352" w="306">
                    <a:moveTo>
                      <a:pt x="0" y="80"/>
                    </a:moveTo>
                    <a:lnTo>
                      <a:pt x="3" y="0"/>
                    </a:lnTo>
                    <a:lnTo>
                      <a:pt x="290" y="70"/>
                    </a:lnTo>
                    <a:lnTo>
                      <a:pt x="271" y="163"/>
                    </a:lnTo>
                    <a:cubicBezTo>
                      <a:pt x="271" y="163"/>
                      <a:pt x="366" y="383"/>
                      <a:pt x="245" y="348"/>
                    </a:cubicBezTo>
                    <a:cubicBezTo>
                      <a:pt x="124" y="313"/>
                      <a:pt x="0" y="80"/>
                      <a:pt x="0" y="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8"/>
              <p:cNvSpPr/>
              <p:nvPr/>
            </p:nvSpPr>
            <p:spPr>
              <a:xfrm flipH="1">
                <a:off x="7228042" y="1986875"/>
                <a:ext cx="181612" cy="477093"/>
              </a:xfrm>
              <a:custGeom>
                <a:rect b="b" l="l" r="r" t="t"/>
                <a:pathLst>
                  <a:path extrusionOk="0" h="662" w="252">
                    <a:moveTo>
                      <a:pt x="86" y="93"/>
                    </a:moveTo>
                    <a:cubicBezTo>
                      <a:pt x="114" y="236"/>
                      <a:pt x="172" y="373"/>
                      <a:pt x="212" y="513"/>
                    </a:cubicBezTo>
                    <a:cubicBezTo>
                      <a:pt x="226" y="562"/>
                      <a:pt x="239" y="612"/>
                      <a:pt x="252" y="662"/>
                    </a:cubicBezTo>
                    <a:cubicBezTo>
                      <a:pt x="200" y="657"/>
                      <a:pt x="140" y="649"/>
                      <a:pt x="71" y="638"/>
                    </a:cubicBezTo>
                    <a:cubicBezTo>
                      <a:pt x="-17" y="448"/>
                      <a:pt x="-23" y="179"/>
                      <a:pt x="53" y="0"/>
                    </a:cubicBezTo>
                    <a:cubicBezTo>
                      <a:pt x="64" y="31"/>
                      <a:pt x="75" y="62"/>
                      <a:pt x="86" y="93"/>
                    </a:cubicBezTo>
                    <a:close/>
                  </a:path>
                </a:pathLst>
              </a:custGeom>
              <a:solidFill>
                <a:srgbClr val="3D1E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8"/>
              <p:cNvSpPr/>
              <p:nvPr/>
            </p:nvSpPr>
            <p:spPr>
              <a:xfrm flipH="1">
                <a:off x="6668071" y="2263618"/>
                <a:ext cx="774735" cy="341604"/>
              </a:xfrm>
              <a:custGeom>
                <a:rect b="b" l="l" r="r" t="t"/>
                <a:pathLst>
                  <a:path extrusionOk="0" h="474" w="1075">
                    <a:moveTo>
                      <a:pt x="701" y="416"/>
                    </a:moveTo>
                    <a:cubicBezTo>
                      <a:pt x="701" y="416"/>
                      <a:pt x="79" y="539"/>
                      <a:pt x="44" y="427"/>
                    </a:cubicBezTo>
                    <a:lnTo>
                      <a:pt x="0" y="80"/>
                    </a:lnTo>
                    <a:lnTo>
                      <a:pt x="272" y="0"/>
                    </a:lnTo>
                    <a:lnTo>
                      <a:pt x="304" y="249"/>
                    </a:lnTo>
                    <a:cubicBezTo>
                      <a:pt x="301" y="256"/>
                      <a:pt x="780" y="304"/>
                      <a:pt x="780" y="304"/>
                    </a:cubicBezTo>
                    <a:cubicBezTo>
                      <a:pt x="780" y="304"/>
                      <a:pt x="877" y="304"/>
                      <a:pt x="931" y="330"/>
                    </a:cubicBezTo>
                    <a:cubicBezTo>
                      <a:pt x="934" y="331"/>
                      <a:pt x="1041" y="411"/>
                      <a:pt x="1075" y="459"/>
                    </a:cubicBezTo>
                    <a:lnTo>
                      <a:pt x="871" y="474"/>
                    </a:lnTo>
                    <a:cubicBezTo>
                      <a:pt x="849" y="473"/>
                      <a:pt x="701" y="416"/>
                      <a:pt x="701" y="41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8"/>
              <p:cNvSpPr/>
              <p:nvPr/>
            </p:nvSpPr>
            <p:spPr>
              <a:xfrm flipH="1">
                <a:off x="7235249" y="1941472"/>
                <a:ext cx="242871" cy="390611"/>
              </a:xfrm>
              <a:custGeom>
                <a:rect b="b" l="l" r="r" t="t"/>
                <a:pathLst>
                  <a:path extrusionOk="0" h="542" w="337">
                    <a:moveTo>
                      <a:pt x="255" y="0"/>
                    </a:moveTo>
                    <a:cubicBezTo>
                      <a:pt x="255" y="0"/>
                      <a:pt x="353" y="71"/>
                      <a:pt x="335" y="161"/>
                    </a:cubicBezTo>
                    <a:cubicBezTo>
                      <a:pt x="316" y="251"/>
                      <a:pt x="328" y="467"/>
                      <a:pt x="328" y="467"/>
                    </a:cubicBezTo>
                    <a:lnTo>
                      <a:pt x="39" y="542"/>
                    </a:lnTo>
                    <a:cubicBezTo>
                      <a:pt x="39" y="542"/>
                      <a:pt x="-136" y="-21"/>
                      <a:pt x="2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1" name="Google Shape;191;p28"/>
              <p:cNvCxnSpPr/>
              <p:nvPr/>
            </p:nvCxnSpPr>
            <p:spPr>
              <a:xfrm>
                <a:off x="6476369" y="2694587"/>
                <a:ext cx="0" cy="1885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92" name="Google Shape;192;p28"/>
              <p:cNvSpPr/>
              <p:nvPr/>
            </p:nvSpPr>
            <p:spPr>
              <a:xfrm flipH="1">
                <a:off x="6387725" y="3302123"/>
                <a:ext cx="178730" cy="178730"/>
              </a:xfrm>
              <a:custGeom>
                <a:rect b="b" l="l" r="r" t="t"/>
                <a:pathLst>
                  <a:path extrusionOk="0" h="248" w="248">
                    <a:moveTo>
                      <a:pt x="243" y="88"/>
                    </a:moveTo>
                    <a:cubicBezTo>
                      <a:pt x="249" y="109"/>
                      <a:pt x="250" y="132"/>
                      <a:pt x="245" y="153"/>
                    </a:cubicBezTo>
                    <a:cubicBezTo>
                      <a:pt x="240" y="175"/>
                      <a:pt x="230" y="193"/>
                      <a:pt x="215" y="209"/>
                    </a:cubicBezTo>
                    <a:cubicBezTo>
                      <a:pt x="200" y="225"/>
                      <a:pt x="181" y="237"/>
                      <a:pt x="160" y="243"/>
                    </a:cubicBezTo>
                    <a:cubicBezTo>
                      <a:pt x="139" y="250"/>
                      <a:pt x="117" y="250"/>
                      <a:pt x="96" y="245"/>
                    </a:cubicBezTo>
                    <a:cubicBezTo>
                      <a:pt x="74" y="240"/>
                      <a:pt x="55" y="230"/>
                      <a:pt x="39" y="215"/>
                    </a:cubicBezTo>
                    <a:cubicBezTo>
                      <a:pt x="23" y="200"/>
                      <a:pt x="11" y="181"/>
                      <a:pt x="5" y="160"/>
                    </a:cubicBezTo>
                    <a:cubicBezTo>
                      <a:pt x="-1" y="139"/>
                      <a:pt x="-2" y="117"/>
                      <a:pt x="3" y="96"/>
                    </a:cubicBezTo>
                    <a:cubicBezTo>
                      <a:pt x="8" y="75"/>
                      <a:pt x="18" y="55"/>
                      <a:pt x="33" y="39"/>
                    </a:cubicBezTo>
                    <a:cubicBezTo>
                      <a:pt x="48" y="23"/>
                      <a:pt x="67" y="11"/>
                      <a:pt x="88" y="5"/>
                    </a:cubicBezTo>
                    <a:cubicBezTo>
                      <a:pt x="109" y="-1"/>
                      <a:pt x="131" y="-2"/>
                      <a:pt x="152" y="3"/>
                    </a:cubicBezTo>
                    <a:cubicBezTo>
                      <a:pt x="174" y="8"/>
                      <a:pt x="193" y="19"/>
                      <a:pt x="209" y="33"/>
                    </a:cubicBezTo>
                    <a:cubicBezTo>
                      <a:pt x="225" y="48"/>
                      <a:pt x="237" y="67"/>
                      <a:pt x="243" y="8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4275" lIns="90000" spcFirstLastPara="1" rIns="90000" wrap="square" tIns="4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8"/>
              <p:cNvSpPr/>
              <p:nvPr/>
            </p:nvSpPr>
            <p:spPr>
              <a:xfrm flipH="1">
                <a:off x="6322863" y="3237982"/>
                <a:ext cx="306291" cy="307012"/>
              </a:xfrm>
              <a:custGeom>
                <a:rect b="b" l="l" r="r" t="t"/>
                <a:pathLst>
                  <a:path extrusionOk="0" h="426" w="425">
                    <a:moveTo>
                      <a:pt x="363" y="62"/>
                    </a:moveTo>
                    <a:cubicBezTo>
                      <a:pt x="389" y="89"/>
                      <a:pt x="408" y="121"/>
                      <a:pt x="418" y="157"/>
                    </a:cubicBezTo>
                    <a:cubicBezTo>
                      <a:pt x="427" y="194"/>
                      <a:pt x="427" y="232"/>
                      <a:pt x="418" y="268"/>
                    </a:cubicBezTo>
                    <a:cubicBezTo>
                      <a:pt x="408" y="304"/>
                      <a:pt x="389" y="337"/>
                      <a:pt x="363" y="363"/>
                    </a:cubicBezTo>
                    <a:cubicBezTo>
                      <a:pt x="336" y="389"/>
                      <a:pt x="303" y="408"/>
                      <a:pt x="267" y="418"/>
                    </a:cubicBezTo>
                    <a:cubicBezTo>
                      <a:pt x="231" y="428"/>
                      <a:pt x="193" y="428"/>
                      <a:pt x="157" y="418"/>
                    </a:cubicBezTo>
                    <a:cubicBezTo>
                      <a:pt x="121" y="408"/>
                      <a:pt x="88" y="389"/>
                      <a:pt x="62" y="363"/>
                    </a:cubicBezTo>
                    <a:cubicBezTo>
                      <a:pt x="35" y="337"/>
                      <a:pt x="16" y="304"/>
                      <a:pt x="7" y="268"/>
                    </a:cubicBezTo>
                    <a:cubicBezTo>
                      <a:pt x="-3" y="232"/>
                      <a:pt x="-3" y="194"/>
                      <a:pt x="7" y="157"/>
                    </a:cubicBezTo>
                    <a:cubicBezTo>
                      <a:pt x="16" y="121"/>
                      <a:pt x="35" y="89"/>
                      <a:pt x="62" y="62"/>
                    </a:cubicBezTo>
                    <a:cubicBezTo>
                      <a:pt x="88" y="36"/>
                      <a:pt x="121" y="17"/>
                      <a:pt x="157" y="7"/>
                    </a:cubicBezTo>
                    <a:cubicBezTo>
                      <a:pt x="193" y="-3"/>
                      <a:pt x="231" y="-3"/>
                      <a:pt x="267" y="7"/>
                    </a:cubicBezTo>
                    <a:cubicBezTo>
                      <a:pt x="303" y="17"/>
                      <a:pt x="336" y="36"/>
                      <a:pt x="363" y="6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8"/>
              <p:cNvSpPr/>
              <p:nvPr/>
            </p:nvSpPr>
            <p:spPr>
              <a:xfrm flipH="1">
                <a:off x="6725726" y="2582160"/>
                <a:ext cx="405024" cy="47565"/>
              </a:xfrm>
              <a:custGeom>
                <a:rect b="b" l="l" r="r" t="t"/>
                <a:pathLst>
                  <a:path extrusionOk="0" h="66" w="562">
                    <a:moveTo>
                      <a:pt x="0" y="0"/>
                    </a:moveTo>
                    <a:lnTo>
                      <a:pt x="562" y="0"/>
                    </a:lnTo>
                    <a:lnTo>
                      <a:pt x="562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8"/>
              <p:cNvSpPr/>
              <p:nvPr/>
            </p:nvSpPr>
            <p:spPr>
              <a:xfrm flipH="1">
                <a:off x="6866259" y="2582160"/>
                <a:ext cx="264491" cy="47565"/>
              </a:xfrm>
              <a:custGeom>
                <a:rect b="b" l="l" r="r" t="t"/>
                <a:pathLst>
                  <a:path extrusionOk="0" h="66" w="367">
                    <a:moveTo>
                      <a:pt x="0" y="0"/>
                    </a:moveTo>
                    <a:lnTo>
                      <a:pt x="367" y="0"/>
                    </a:lnTo>
                    <a:lnTo>
                      <a:pt x="338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8"/>
              <p:cNvSpPr/>
              <p:nvPr/>
            </p:nvSpPr>
            <p:spPr>
              <a:xfrm flipH="1">
                <a:off x="6066300" y="2190108"/>
                <a:ext cx="791311" cy="439617"/>
              </a:xfrm>
              <a:custGeom>
                <a:rect b="b" l="l" r="r" t="t"/>
                <a:pathLst>
                  <a:path extrusionOk="0" h="610" w="1098">
                    <a:moveTo>
                      <a:pt x="884" y="610"/>
                    </a:moveTo>
                    <a:lnTo>
                      <a:pt x="0" y="610"/>
                    </a:lnTo>
                    <a:lnTo>
                      <a:pt x="213" y="0"/>
                    </a:lnTo>
                    <a:lnTo>
                      <a:pt x="1098" y="0"/>
                    </a:lnTo>
                    <a:lnTo>
                      <a:pt x="884" y="6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8"/>
              <p:cNvSpPr/>
              <p:nvPr/>
            </p:nvSpPr>
            <p:spPr>
              <a:xfrm flipH="1">
                <a:off x="6424480" y="2382530"/>
                <a:ext cx="79996" cy="79996"/>
              </a:xfrm>
              <a:custGeom>
                <a:rect b="b" l="l" r="r" t="t"/>
                <a:pathLst>
                  <a:path extrusionOk="0" h="111" w="111">
                    <a:moveTo>
                      <a:pt x="111" y="55"/>
                    </a:moveTo>
                    <a:lnTo>
                      <a:pt x="111" y="55"/>
                    </a:lnTo>
                    <a:lnTo>
                      <a:pt x="111" y="55"/>
                    </a:lnTo>
                    <a:cubicBezTo>
                      <a:pt x="111" y="45"/>
                      <a:pt x="108" y="36"/>
                      <a:pt x="103" y="27"/>
                    </a:cubicBezTo>
                    <a:cubicBezTo>
                      <a:pt x="98" y="19"/>
                      <a:pt x="91" y="12"/>
                      <a:pt x="83" y="7"/>
                    </a:cubicBezTo>
                    <a:cubicBezTo>
                      <a:pt x="74" y="2"/>
                      <a:pt x="65" y="0"/>
                      <a:pt x="55" y="0"/>
                    </a:cubicBezTo>
                    <a:cubicBezTo>
                      <a:pt x="45" y="0"/>
                      <a:pt x="35" y="2"/>
                      <a:pt x="27" y="7"/>
                    </a:cubicBezTo>
                    <a:cubicBezTo>
                      <a:pt x="18" y="12"/>
                      <a:pt x="12" y="19"/>
                      <a:pt x="7" y="27"/>
                    </a:cubicBezTo>
                    <a:cubicBezTo>
                      <a:pt x="2" y="36"/>
                      <a:pt x="0" y="45"/>
                      <a:pt x="0" y="55"/>
                    </a:cubicBezTo>
                    <a:cubicBezTo>
                      <a:pt x="0" y="65"/>
                      <a:pt x="2" y="75"/>
                      <a:pt x="7" y="83"/>
                    </a:cubicBezTo>
                    <a:cubicBezTo>
                      <a:pt x="12" y="91"/>
                      <a:pt x="18" y="98"/>
                      <a:pt x="27" y="103"/>
                    </a:cubicBezTo>
                    <a:cubicBezTo>
                      <a:pt x="35" y="108"/>
                      <a:pt x="45" y="111"/>
                      <a:pt x="55" y="111"/>
                    </a:cubicBezTo>
                    <a:lnTo>
                      <a:pt x="55" y="111"/>
                    </a:lnTo>
                    <a:lnTo>
                      <a:pt x="55" y="111"/>
                    </a:lnTo>
                    <a:cubicBezTo>
                      <a:pt x="65" y="111"/>
                      <a:pt x="74" y="108"/>
                      <a:pt x="83" y="103"/>
                    </a:cubicBezTo>
                    <a:cubicBezTo>
                      <a:pt x="91" y="98"/>
                      <a:pt x="98" y="91"/>
                      <a:pt x="103" y="83"/>
                    </a:cubicBezTo>
                    <a:cubicBezTo>
                      <a:pt x="108" y="75"/>
                      <a:pt x="111" y="65"/>
                      <a:pt x="111" y="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8"/>
              <p:cNvSpPr/>
              <p:nvPr/>
            </p:nvSpPr>
            <p:spPr>
              <a:xfrm flipH="1">
                <a:off x="5824871" y="2629725"/>
                <a:ext cx="1416865" cy="63420"/>
              </a:xfrm>
              <a:custGeom>
                <a:rect b="b" l="l" r="r" t="t"/>
                <a:pathLst>
                  <a:path extrusionOk="0" h="88" w="1966">
                    <a:moveTo>
                      <a:pt x="0" y="0"/>
                    </a:moveTo>
                    <a:lnTo>
                      <a:pt x="1966" y="0"/>
                    </a:lnTo>
                    <a:lnTo>
                      <a:pt x="1966" y="88"/>
                    </a:lnTo>
                    <a:lnTo>
                      <a:pt x="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8"/>
              <p:cNvSpPr/>
              <p:nvPr/>
            </p:nvSpPr>
            <p:spPr>
              <a:xfrm rot="10800000">
                <a:off x="7719812" y="3044856"/>
                <a:ext cx="498447" cy="498447"/>
              </a:xfrm>
              <a:custGeom>
                <a:rect b="b" l="l" r="r" t="t"/>
                <a:pathLst>
                  <a:path extrusionOk="0" h="1802" w="1802">
                    <a:moveTo>
                      <a:pt x="1539" y="263"/>
                    </a:moveTo>
                    <a:cubicBezTo>
                      <a:pt x="1651" y="375"/>
                      <a:pt x="1731" y="514"/>
                      <a:pt x="1772" y="667"/>
                    </a:cubicBezTo>
                    <a:cubicBezTo>
                      <a:pt x="1813" y="820"/>
                      <a:pt x="1813" y="981"/>
                      <a:pt x="1772" y="1133"/>
                    </a:cubicBezTo>
                    <a:cubicBezTo>
                      <a:pt x="1731" y="1286"/>
                      <a:pt x="1651" y="1425"/>
                      <a:pt x="1539" y="1537"/>
                    </a:cubicBezTo>
                    <a:cubicBezTo>
                      <a:pt x="1427" y="1649"/>
                      <a:pt x="1288" y="1731"/>
                      <a:pt x="1135" y="1771"/>
                    </a:cubicBezTo>
                    <a:cubicBezTo>
                      <a:pt x="982" y="1812"/>
                      <a:pt x="821" y="1812"/>
                      <a:pt x="669" y="1771"/>
                    </a:cubicBezTo>
                    <a:cubicBezTo>
                      <a:pt x="516" y="1731"/>
                      <a:pt x="376" y="1649"/>
                      <a:pt x="265" y="1537"/>
                    </a:cubicBezTo>
                    <a:cubicBezTo>
                      <a:pt x="153" y="1425"/>
                      <a:pt x="72" y="1286"/>
                      <a:pt x="31" y="1133"/>
                    </a:cubicBezTo>
                    <a:cubicBezTo>
                      <a:pt x="-10" y="981"/>
                      <a:pt x="-10" y="820"/>
                      <a:pt x="31" y="667"/>
                    </a:cubicBezTo>
                    <a:cubicBezTo>
                      <a:pt x="72" y="514"/>
                      <a:pt x="153" y="375"/>
                      <a:pt x="265" y="263"/>
                    </a:cubicBezTo>
                    <a:cubicBezTo>
                      <a:pt x="376" y="151"/>
                      <a:pt x="516" y="71"/>
                      <a:pt x="669" y="30"/>
                    </a:cubicBezTo>
                    <a:cubicBezTo>
                      <a:pt x="821" y="-11"/>
                      <a:pt x="982" y="-11"/>
                      <a:pt x="1135" y="30"/>
                    </a:cubicBezTo>
                    <a:cubicBezTo>
                      <a:pt x="1288" y="71"/>
                      <a:pt x="1427" y="151"/>
                      <a:pt x="1539" y="2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8"/>
              <p:cNvSpPr/>
              <p:nvPr/>
            </p:nvSpPr>
            <p:spPr>
              <a:xfrm rot="10800000">
                <a:off x="7719535" y="3294356"/>
                <a:ext cx="498447" cy="249223"/>
              </a:xfrm>
              <a:custGeom>
                <a:rect b="b" l="l" r="r" t="t"/>
                <a:pathLst>
                  <a:path extrusionOk="0" h="901" w="1802">
                    <a:moveTo>
                      <a:pt x="1802" y="901"/>
                    </a:moveTo>
                    <a:cubicBezTo>
                      <a:pt x="1802" y="404"/>
                      <a:pt x="1398" y="0"/>
                      <a:pt x="901" y="0"/>
                    </a:cubicBezTo>
                    <a:cubicBezTo>
                      <a:pt x="403" y="0"/>
                      <a:pt x="0" y="404"/>
                      <a:pt x="0" y="901"/>
                    </a:cubicBezTo>
                    <a:lnTo>
                      <a:pt x="1802" y="90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7968758" y="3294356"/>
                <a:ext cx="249223" cy="249223"/>
              </a:xfrm>
              <a:custGeom>
                <a:rect b="b" l="l" r="r" t="t"/>
                <a:pathLst>
                  <a:path extrusionOk="0" h="901" w="901">
                    <a:moveTo>
                      <a:pt x="886" y="901"/>
                    </a:moveTo>
                    <a:lnTo>
                      <a:pt x="0" y="901"/>
                    </a:lnTo>
                    <a:cubicBezTo>
                      <a:pt x="0" y="404"/>
                      <a:pt x="403" y="0"/>
                      <a:pt x="901" y="0"/>
                    </a:cubicBezTo>
                    <a:lnTo>
                      <a:pt x="886" y="90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28"/>
            <p:cNvGrpSpPr/>
            <p:nvPr/>
          </p:nvGrpSpPr>
          <p:grpSpPr>
            <a:xfrm>
              <a:off x="4919328" y="3607500"/>
              <a:ext cx="913949" cy="1136775"/>
              <a:chOff x="4919328" y="3607500"/>
              <a:chExt cx="913949" cy="1136775"/>
            </a:xfrm>
          </p:grpSpPr>
          <p:sp>
            <p:nvSpPr>
              <p:cNvPr id="203" name="Google Shape;203;p28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04" name="Google Shape;204;p28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05" name="Google Shape;205;p28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7" name="Google Shape;447;p38"/>
          <p:cNvSpPr/>
          <p:nvPr/>
        </p:nvSpPr>
        <p:spPr>
          <a:xfrm>
            <a:off x="3059575" y="539500"/>
            <a:ext cx="5371200" cy="1370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48" name="Google Shape;448;p38"/>
          <p:cNvSpPr txBox="1"/>
          <p:nvPr>
            <p:ph type="title"/>
          </p:nvPr>
        </p:nvSpPr>
        <p:spPr>
          <a:xfrm>
            <a:off x="3253825" y="654550"/>
            <a:ext cx="4982700" cy="11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63 skills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449" name="Google Shape;449;p38"/>
          <p:cNvSpPr txBox="1"/>
          <p:nvPr>
            <p:ph idx="1" type="subTitle"/>
          </p:nvPr>
        </p:nvSpPr>
        <p:spPr>
          <a:xfrm>
            <a:off x="3253825" y="1992788"/>
            <a:ext cx="49827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Registered in the Scriptorium skill catalog as of Aug 2026</a:t>
            </a:r>
            <a:endParaRPr/>
          </a:p>
        </p:txBody>
      </p:sp>
      <p:grpSp>
        <p:nvGrpSpPr>
          <p:cNvPr id="450" name="Google Shape;450;p38"/>
          <p:cNvGrpSpPr/>
          <p:nvPr/>
        </p:nvGrpSpPr>
        <p:grpSpPr>
          <a:xfrm>
            <a:off x="713178" y="1975630"/>
            <a:ext cx="3183743" cy="2628013"/>
            <a:chOff x="713178" y="1975630"/>
            <a:chExt cx="3183743" cy="2628013"/>
          </a:xfrm>
        </p:grpSpPr>
        <p:grpSp>
          <p:nvGrpSpPr>
            <p:cNvPr id="451" name="Google Shape;451;p38"/>
            <p:cNvGrpSpPr/>
            <p:nvPr/>
          </p:nvGrpSpPr>
          <p:grpSpPr>
            <a:xfrm>
              <a:off x="713178" y="1975630"/>
              <a:ext cx="3183743" cy="2628013"/>
              <a:chOff x="713230" y="2434409"/>
              <a:chExt cx="2628369" cy="2169580"/>
            </a:xfrm>
          </p:grpSpPr>
          <p:sp>
            <p:nvSpPr>
              <p:cNvPr id="452" name="Google Shape;452;p38"/>
              <p:cNvSpPr/>
              <p:nvPr/>
            </p:nvSpPr>
            <p:spPr>
              <a:xfrm>
                <a:off x="713230" y="2434409"/>
                <a:ext cx="685186" cy="754356"/>
              </a:xfrm>
              <a:custGeom>
                <a:rect b="b" l="l" r="r" t="t"/>
                <a:pathLst>
                  <a:path extrusionOk="0" h="1517" w="1378">
                    <a:moveTo>
                      <a:pt x="1378" y="294"/>
                    </a:moveTo>
                    <a:cubicBezTo>
                      <a:pt x="1378" y="132"/>
                      <a:pt x="1246" y="0"/>
                      <a:pt x="1084" y="0"/>
                    </a:cubicBezTo>
                    <a:lnTo>
                      <a:pt x="294" y="0"/>
                    </a:lnTo>
                    <a:cubicBezTo>
                      <a:pt x="132" y="0"/>
                      <a:pt x="0" y="132"/>
                      <a:pt x="0" y="294"/>
                    </a:cubicBezTo>
                    <a:lnTo>
                      <a:pt x="0" y="791"/>
                    </a:lnTo>
                    <a:cubicBezTo>
                      <a:pt x="0" y="953"/>
                      <a:pt x="132" y="1085"/>
                      <a:pt x="294" y="1085"/>
                    </a:cubicBezTo>
                    <a:lnTo>
                      <a:pt x="1010" y="1085"/>
                    </a:lnTo>
                    <a:lnTo>
                      <a:pt x="1378" y="1517"/>
                    </a:lnTo>
                    <a:lnTo>
                      <a:pt x="1378" y="29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38"/>
              <p:cNvSpPr/>
              <p:nvPr/>
            </p:nvSpPr>
            <p:spPr>
              <a:xfrm>
                <a:off x="761959" y="2483141"/>
                <a:ext cx="587728" cy="572853"/>
              </a:xfrm>
              <a:custGeom>
                <a:rect b="b" l="l" r="r" t="t"/>
                <a:pathLst>
                  <a:path extrusionOk="0" h="1152" w="1182">
                    <a:moveTo>
                      <a:pt x="196" y="889"/>
                    </a:moveTo>
                    <a:lnTo>
                      <a:pt x="957" y="889"/>
                    </a:lnTo>
                    <a:lnTo>
                      <a:pt x="1182" y="1152"/>
                    </a:lnTo>
                    <a:lnTo>
                      <a:pt x="1182" y="196"/>
                    </a:lnTo>
                    <a:lnTo>
                      <a:pt x="1182" y="196"/>
                    </a:lnTo>
                    <a:lnTo>
                      <a:pt x="1182" y="196"/>
                    </a:lnTo>
                    <a:cubicBezTo>
                      <a:pt x="1182" y="161"/>
                      <a:pt x="1173" y="128"/>
                      <a:pt x="1156" y="98"/>
                    </a:cubicBezTo>
                    <a:cubicBezTo>
                      <a:pt x="1139" y="68"/>
                      <a:pt x="1114" y="43"/>
                      <a:pt x="1084" y="26"/>
                    </a:cubicBezTo>
                    <a:cubicBezTo>
                      <a:pt x="1054" y="9"/>
                      <a:pt x="1020" y="0"/>
                      <a:pt x="986" y="0"/>
                    </a:cubicBezTo>
                    <a:lnTo>
                      <a:pt x="196" y="0"/>
                    </a:lnTo>
                    <a:lnTo>
                      <a:pt x="196" y="0"/>
                    </a:lnTo>
                    <a:cubicBezTo>
                      <a:pt x="162" y="0"/>
                      <a:pt x="128" y="9"/>
                      <a:pt x="98" y="26"/>
                    </a:cubicBezTo>
                    <a:cubicBezTo>
                      <a:pt x="68" y="43"/>
                      <a:pt x="43" y="68"/>
                      <a:pt x="26" y="98"/>
                    </a:cubicBezTo>
                    <a:cubicBezTo>
                      <a:pt x="9" y="128"/>
                      <a:pt x="0" y="161"/>
                      <a:pt x="0" y="196"/>
                    </a:cubicBezTo>
                    <a:lnTo>
                      <a:pt x="0" y="693"/>
                    </a:lnTo>
                    <a:lnTo>
                      <a:pt x="0" y="693"/>
                    </a:lnTo>
                    <a:cubicBezTo>
                      <a:pt x="0" y="727"/>
                      <a:pt x="9" y="761"/>
                      <a:pt x="26" y="791"/>
                    </a:cubicBezTo>
                    <a:cubicBezTo>
                      <a:pt x="43" y="821"/>
                      <a:pt x="68" y="844"/>
                      <a:pt x="98" y="862"/>
                    </a:cubicBezTo>
                    <a:cubicBezTo>
                      <a:pt x="128" y="879"/>
                      <a:pt x="162" y="889"/>
                      <a:pt x="196" y="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38"/>
              <p:cNvSpPr/>
              <p:nvPr/>
            </p:nvSpPr>
            <p:spPr>
              <a:xfrm>
                <a:off x="854444" y="2657682"/>
                <a:ext cx="359499" cy="34311"/>
              </a:xfrm>
              <a:custGeom>
                <a:rect b="b" l="l" r="r" t="t"/>
                <a:pathLst>
                  <a:path extrusionOk="0" h="69" w="723">
                    <a:moveTo>
                      <a:pt x="0" y="0"/>
                    </a:moveTo>
                    <a:lnTo>
                      <a:pt x="723" y="0"/>
                    </a:lnTo>
                    <a:lnTo>
                      <a:pt x="723" y="69"/>
                    </a:lnTo>
                    <a:lnTo>
                      <a:pt x="0" y="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8"/>
              <p:cNvSpPr/>
              <p:nvPr/>
            </p:nvSpPr>
            <p:spPr>
              <a:xfrm>
                <a:off x="854444" y="2750174"/>
                <a:ext cx="359499" cy="33814"/>
              </a:xfrm>
              <a:custGeom>
                <a:rect b="b" l="l" r="r" t="t"/>
                <a:pathLst>
                  <a:path extrusionOk="0" h="68" w="723">
                    <a:moveTo>
                      <a:pt x="0" y="0"/>
                    </a:moveTo>
                    <a:lnTo>
                      <a:pt x="723" y="0"/>
                    </a:lnTo>
                    <a:lnTo>
                      <a:pt x="723" y="68"/>
                    </a:lnTo>
                    <a:lnTo>
                      <a:pt x="0" y="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8"/>
              <p:cNvSpPr/>
              <p:nvPr/>
            </p:nvSpPr>
            <p:spPr>
              <a:xfrm>
                <a:off x="1791229" y="3579120"/>
                <a:ext cx="132761" cy="184486"/>
              </a:xfrm>
              <a:custGeom>
                <a:rect b="b" l="l" r="r" t="t"/>
                <a:pathLst>
                  <a:path extrusionOk="0" h="371" w="267">
                    <a:moveTo>
                      <a:pt x="267" y="185"/>
                    </a:moveTo>
                    <a:cubicBezTo>
                      <a:pt x="267" y="288"/>
                      <a:pt x="207" y="371"/>
                      <a:pt x="133" y="371"/>
                    </a:cubicBezTo>
                    <a:cubicBezTo>
                      <a:pt x="60" y="371"/>
                      <a:pt x="0" y="287"/>
                      <a:pt x="0" y="185"/>
                    </a:cubicBezTo>
                    <a:cubicBezTo>
                      <a:pt x="0" y="82"/>
                      <a:pt x="60" y="0"/>
                      <a:pt x="133" y="0"/>
                    </a:cubicBezTo>
                    <a:cubicBezTo>
                      <a:pt x="207" y="0"/>
                      <a:pt x="267" y="83"/>
                      <a:pt x="267" y="1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38"/>
              <p:cNvSpPr/>
              <p:nvPr/>
            </p:nvSpPr>
            <p:spPr>
              <a:xfrm>
                <a:off x="1834985" y="3486131"/>
                <a:ext cx="1076507" cy="933869"/>
              </a:xfrm>
              <a:custGeom>
                <a:rect b="b" l="l" r="r" t="t"/>
                <a:pathLst>
                  <a:path extrusionOk="0" h="1878" w="2165">
                    <a:moveTo>
                      <a:pt x="1804" y="724"/>
                    </a:moveTo>
                    <a:cubicBezTo>
                      <a:pt x="1752" y="753"/>
                      <a:pt x="1330" y="1762"/>
                      <a:pt x="954" y="1866"/>
                    </a:cubicBezTo>
                    <a:cubicBezTo>
                      <a:pt x="954" y="1866"/>
                      <a:pt x="671" y="1989"/>
                      <a:pt x="0" y="1463"/>
                    </a:cubicBezTo>
                    <a:lnTo>
                      <a:pt x="203" y="1111"/>
                    </a:lnTo>
                    <a:cubicBezTo>
                      <a:pt x="203" y="1111"/>
                      <a:pt x="818" y="1375"/>
                      <a:pt x="841" y="1351"/>
                    </a:cubicBezTo>
                    <a:lnTo>
                      <a:pt x="1532" y="543"/>
                    </a:lnTo>
                    <a:cubicBezTo>
                      <a:pt x="1532" y="543"/>
                      <a:pt x="1534" y="315"/>
                      <a:pt x="1560" y="279"/>
                    </a:cubicBezTo>
                    <a:cubicBezTo>
                      <a:pt x="1615" y="202"/>
                      <a:pt x="1709" y="43"/>
                      <a:pt x="1732" y="49"/>
                    </a:cubicBezTo>
                    <a:cubicBezTo>
                      <a:pt x="1789" y="66"/>
                      <a:pt x="1696" y="264"/>
                      <a:pt x="1696" y="264"/>
                    </a:cubicBezTo>
                    <a:cubicBezTo>
                      <a:pt x="1696" y="264"/>
                      <a:pt x="1970" y="33"/>
                      <a:pt x="2055" y="4"/>
                    </a:cubicBezTo>
                    <a:cubicBezTo>
                      <a:pt x="2140" y="-26"/>
                      <a:pt x="1999" y="127"/>
                      <a:pt x="1999" y="127"/>
                    </a:cubicBezTo>
                    <a:cubicBezTo>
                      <a:pt x="1999" y="127"/>
                      <a:pt x="2081" y="62"/>
                      <a:pt x="2104" y="75"/>
                    </a:cubicBezTo>
                    <a:cubicBezTo>
                      <a:pt x="2127" y="88"/>
                      <a:pt x="2042" y="183"/>
                      <a:pt x="2042" y="183"/>
                    </a:cubicBezTo>
                    <a:cubicBezTo>
                      <a:pt x="2042" y="183"/>
                      <a:pt x="2159" y="127"/>
                      <a:pt x="2146" y="170"/>
                    </a:cubicBezTo>
                    <a:cubicBezTo>
                      <a:pt x="2133" y="212"/>
                      <a:pt x="2055" y="297"/>
                      <a:pt x="2055" y="297"/>
                    </a:cubicBezTo>
                    <a:cubicBezTo>
                      <a:pt x="2055" y="297"/>
                      <a:pt x="2185" y="229"/>
                      <a:pt x="2162" y="294"/>
                    </a:cubicBezTo>
                    <a:cubicBezTo>
                      <a:pt x="2140" y="359"/>
                      <a:pt x="1804" y="724"/>
                      <a:pt x="1804" y="724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58" name="Google Shape;458;p38"/>
              <p:cNvCxnSpPr/>
              <p:nvPr/>
            </p:nvCxnSpPr>
            <p:spPr>
              <a:xfrm flipH="1">
                <a:off x="2756274" y="3538344"/>
                <a:ext cx="84115" cy="6796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3807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459" name="Google Shape;459;p38"/>
              <p:cNvCxnSpPr/>
              <p:nvPr/>
            </p:nvCxnSpPr>
            <p:spPr>
              <a:xfrm flipH="1">
                <a:off x="2783621" y="3577131"/>
                <a:ext cx="66712" cy="48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C3807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460" name="Google Shape;460;p38"/>
              <p:cNvCxnSpPr/>
              <p:nvPr/>
            </p:nvCxnSpPr>
            <p:spPr>
              <a:xfrm flipH="1">
                <a:off x="2819339" y="3628847"/>
                <a:ext cx="48894" cy="29422"/>
              </a:xfrm>
              <a:prstGeom prst="straightConnector1">
                <a:avLst/>
              </a:prstGeom>
              <a:noFill/>
              <a:ln cap="flat" cmpd="sng" w="9525">
                <a:solidFill>
                  <a:srgbClr val="C3807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461" name="Google Shape;461;p38"/>
              <p:cNvSpPr/>
              <p:nvPr/>
            </p:nvSpPr>
            <p:spPr>
              <a:xfrm>
                <a:off x="2738456" y="3593043"/>
                <a:ext cx="90496" cy="83044"/>
              </a:xfrm>
              <a:custGeom>
                <a:rect b="b" l="l" r="r" t="t"/>
                <a:pathLst>
                  <a:path extrusionOk="0" fill="none" h="167" w="182">
                    <a:moveTo>
                      <a:pt x="0" y="0"/>
                    </a:moveTo>
                    <a:cubicBezTo>
                      <a:pt x="0" y="0"/>
                      <a:pt x="140" y="69"/>
                      <a:pt x="182" y="167"/>
                    </a:cubicBezTo>
                  </a:path>
                </a:pathLst>
              </a:custGeom>
              <a:noFill/>
              <a:ln cap="flat" cmpd="sng" w="9525">
                <a:solidFill>
                  <a:srgbClr val="C3807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14750" lIns="90350" spcFirstLastPara="1" rIns="9035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38"/>
              <p:cNvSpPr/>
              <p:nvPr/>
            </p:nvSpPr>
            <p:spPr>
              <a:xfrm>
                <a:off x="2697683" y="3630338"/>
                <a:ext cx="14917" cy="83044"/>
              </a:xfrm>
              <a:custGeom>
                <a:rect b="b" l="l" r="r" t="t"/>
                <a:pathLst>
                  <a:path extrusionOk="0" fill="none" h="167" w="30">
                    <a:moveTo>
                      <a:pt x="0" y="0"/>
                    </a:moveTo>
                    <a:cubicBezTo>
                      <a:pt x="0" y="0"/>
                      <a:pt x="46" y="59"/>
                      <a:pt x="23" y="167"/>
                    </a:cubicBezTo>
                  </a:path>
                </a:pathLst>
              </a:custGeom>
              <a:noFill/>
              <a:ln cap="flat" cmpd="sng" w="9525">
                <a:solidFill>
                  <a:srgbClr val="C3807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14750" lIns="90350" spcFirstLastPara="1" rIns="9035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8"/>
              <p:cNvSpPr/>
              <p:nvPr/>
            </p:nvSpPr>
            <p:spPr>
              <a:xfrm>
                <a:off x="1682832" y="3835213"/>
                <a:ext cx="527066" cy="620590"/>
              </a:xfrm>
              <a:custGeom>
                <a:rect b="b" l="l" r="r" t="t"/>
                <a:pathLst>
                  <a:path extrusionOk="0" h="1248" w="1060">
                    <a:moveTo>
                      <a:pt x="864" y="1248"/>
                    </a:moveTo>
                    <a:cubicBezTo>
                      <a:pt x="504" y="1060"/>
                      <a:pt x="191" y="779"/>
                      <a:pt x="72" y="700"/>
                    </a:cubicBezTo>
                    <a:cubicBezTo>
                      <a:pt x="-47" y="620"/>
                      <a:pt x="-23" y="150"/>
                      <a:pt x="168" y="19"/>
                    </a:cubicBezTo>
                    <a:cubicBezTo>
                      <a:pt x="309" y="-78"/>
                      <a:pt x="714" y="226"/>
                      <a:pt x="1060" y="417"/>
                    </a:cubicBezTo>
                    <a:cubicBezTo>
                      <a:pt x="1021" y="485"/>
                      <a:pt x="869" y="1048"/>
                      <a:pt x="864" y="124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8"/>
              <p:cNvSpPr/>
              <p:nvPr/>
            </p:nvSpPr>
            <p:spPr>
              <a:xfrm>
                <a:off x="1464050" y="3227551"/>
                <a:ext cx="453973" cy="458978"/>
              </a:xfrm>
              <a:custGeom>
                <a:rect b="b" l="l" r="r" t="t"/>
                <a:pathLst>
                  <a:path extrusionOk="0" h="923" w="913">
                    <a:moveTo>
                      <a:pt x="33" y="681"/>
                    </a:moveTo>
                    <a:cubicBezTo>
                      <a:pt x="-30" y="537"/>
                      <a:pt x="1" y="362"/>
                      <a:pt x="80" y="233"/>
                    </a:cubicBezTo>
                    <a:cubicBezTo>
                      <a:pt x="119" y="170"/>
                      <a:pt x="198" y="112"/>
                      <a:pt x="275" y="66"/>
                    </a:cubicBezTo>
                    <a:cubicBezTo>
                      <a:pt x="430" y="-27"/>
                      <a:pt x="626" y="-22"/>
                      <a:pt x="773" y="83"/>
                    </a:cubicBezTo>
                    <a:cubicBezTo>
                      <a:pt x="774" y="83"/>
                      <a:pt x="775" y="84"/>
                      <a:pt x="776" y="84"/>
                    </a:cubicBezTo>
                    <a:cubicBezTo>
                      <a:pt x="828" y="122"/>
                      <a:pt x="925" y="283"/>
                      <a:pt x="911" y="345"/>
                    </a:cubicBezTo>
                    <a:lnTo>
                      <a:pt x="654" y="923"/>
                    </a:lnTo>
                    <a:cubicBezTo>
                      <a:pt x="447" y="887"/>
                      <a:pt x="131" y="904"/>
                      <a:pt x="33" y="6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38"/>
              <p:cNvSpPr/>
              <p:nvPr/>
            </p:nvSpPr>
            <p:spPr>
              <a:xfrm>
                <a:off x="1503829" y="3269819"/>
                <a:ext cx="431100" cy="678771"/>
              </a:xfrm>
              <a:custGeom>
                <a:rect b="b" l="l" r="r" t="t"/>
                <a:pathLst>
                  <a:path extrusionOk="0" h="1365" w="867">
                    <a:moveTo>
                      <a:pt x="210" y="430"/>
                    </a:moveTo>
                    <a:cubicBezTo>
                      <a:pt x="207" y="437"/>
                      <a:pt x="162" y="517"/>
                      <a:pt x="126" y="458"/>
                    </a:cubicBezTo>
                    <a:cubicBezTo>
                      <a:pt x="108" y="428"/>
                      <a:pt x="23" y="435"/>
                      <a:pt x="2" y="525"/>
                    </a:cubicBezTo>
                    <a:cubicBezTo>
                      <a:pt x="-19" y="617"/>
                      <a:pt x="92" y="666"/>
                      <a:pt x="144" y="674"/>
                    </a:cubicBezTo>
                    <a:lnTo>
                      <a:pt x="144" y="674"/>
                    </a:lnTo>
                    <a:cubicBezTo>
                      <a:pt x="152" y="675"/>
                      <a:pt x="159" y="677"/>
                      <a:pt x="165" y="681"/>
                    </a:cubicBezTo>
                    <a:cubicBezTo>
                      <a:pt x="172" y="684"/>
                      <a:pt x="178" y="691"/>
                      <a:pt x="182" y="697"/>
                    </a:cubicBezTo>
                    <a:cubicBezTo>
                      <a:pt x="211" y="735"/>
                      <a:pt x="255" y="830"/>
                      <a:pt x="278" y="926"/>
                    </a:cubicBezTo>
                    <a:cubicBezTo>
                      <a:pt x="309" y="1053"/>
                      <a:pt x="267" y="1288"/>
                      <a:pt x="267" y="1288"/>
                    </a:cubicBezTo>
                    <a:cubicBezTo>
                      <a:pt x="267" y="1288"/>
                      <a:pt x="547" y="1427"/>
                      <a:pt x="720" y="1331"/>
                    </a:cubicBezTo>
                    <a:cubicBezTo>
                      <a:pt x="720" y="1331"/>
                      <a:pt x="641" y="836"/>
                      <a:pt x="632" y="820"/>
                    </a:cubicBezTo>
                    <a:cubicBezTo>
                      <a:pt x="790" y="793"/>
                      <a:pt x="898" y="725"/>
                      <a:pt x="858" y="363"/>
                    </a:cubicBezTo>
                    <a:cubicBezTo>
                      <a:pt x="852" y="318"/>
                      <a:pt x="843" y="279"/>
                      <a:pt x="831" y="245"/>
                    </a:cubicBezTo>
                    <a:cubicBezTo>
                      <a:pt x="745" y="155"/>
                      <a:pt x="619" y="42"/>
                      <a:pt x="632" y="0"/>
                    </a:cubicBezTo>
                    <a:cubicBezTo>
                      <a:pt x="580" y="4"/>
                      <a:pt x="352" y="77"/>
                      <a:pt x="210" y="430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38"/>
              <p:cNvSpPr/>
              <p:nvPr/>
            </p:nvSpPr>
            <p:spPr>
              <a:xfrm>
                <a:off x="1710677" y="3676087"/>
                <a:ext cx="107899" cy="48235"/>
              </a:xfrm>
              <a:custGeom>
                <a:rect b="b" l="l" r="r" t="t"/>
                <a:pathLst>
                  <a:path extrusionOk="0" h="97" w="217">
                    <a:moveTo>
                      <a:pt x="217" y="4"/>
                    </a:moveTo>
                    <a:cubicBezTo>
                      <a:pt x="217" y="4"/>
                      <a:pt x="168" y="16"/>
                      <a:pt x="88" y="8"/>
                    </a:cubicBezTo>
                    <a:cubicBezTo>
                      <a:pt x="48" y="4"/>
                      <a:pt x="0" y="0"/>
                      <a:pt x="0" y="0"/>
                    </a:cubicBezTo>
                    <a:lnTo>
                      <a:pt x="61" y="81"/>
                    </a:lnTo>
                    <a:cubicBezTo>
                      <a:pt x="137" y="134"/>
                      <a:pt x="193" y="46"/>
                      <a:pt x="217" y="4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8"/>
              <p:cNvSpPr/>
              <p:nvPr/>
            </p:nvSpPr>
            <p:spPr>
              <a:xfrm>
                <a:off x="1545596" y="3238491"/>
                <a:ext cx="300825" cy="268525"/>
              </a:xfrm>
              <a:custGeom>
                <a:rect b="b" l="l" r="r" t="t"/>
                <a:pathLst>
                  <a:path extrusionOk="0" h="540" w="605">
                    <a:moveTo>
                      <a:pt x="460" y="1"/>
                    </a:moveTo>
                    <a:cubicBezTo>
                      <a:pt x="460" y="1"/>
                      <a:pt x="608" y="38"/>
                      <a:pt x="605" y="155"/>
                    </a:cubicBezTo>
                    <a:cubicBezTo>
                      <a:pt x="604" y="200"/>
                      <a:pt x="579" y="242"/>
                      <a:pt x="541" y="268"/>
                    </a:cubicBezTo>
                    <a:cubicBezTo>
                      <a:pt x="428" y="345"/>
                      <a:pt x="105" y="560"/>
                      <a:pt x="59" y="539"/>
                    </a:cubicBezTo>
                    <a:cubicBezTo>
                      <a:pt x="-125" y="453"/>
                      <a:pt x="149" y="-14"/>
                      <a:pt x="4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8"/>
              <p:cNvSpPr/>
              <p:nvPr/>
            </p:nvSpPr>
            <p:spPr>
              <a:xfrm>
                <a:off x="1718136" y="3508508"/>
                <a:ext cx="99944" cy="99951"/>
              </a:xfrm>
              <a:custGeom>
                <a:rect b="b" l="l" r="r" t="t"/>
                <a:pathLst>
                  <a:path extrusionOk="0" h="201" w="201">
                    <a:moveTo>
                      <a:pt x="5" y="129"/>
                    </a:moveTo>
                    <a:lnTo>
                      <a:pt x="5" y="129"/>
                    </a:lnTo>
                    <a:cubicBezTo>
                      <a:pt x="7" y="136"/>
                      <a:pt x="11" y="144"/>
                      <a:pt x="14" y="150"/>
                    </a:cubicBezTo>
                    <a:cubicBezTo>
                      <a:pt x="24" y="166"/>
                      <a:pt x="36" y="178"/>
                      <a:pt x="51" y="187"/>
                    </a:cubicBezTo>
                    <a:cubicBezTo>
                      <a:pt x="67" y="196"/>
                      <a:pt x="83" y="201"/>
                      <a:pt x="101" y="201"/>
                    </a:cubicBezTo>
                    <a:cubicBezTo>
                      <a:pt x="119" y="201"/>
                      <a:pt x="136" y="196"/>
                      <a:pt x="151" y="187"/>
                    </a:cubicBezTo>
                    <a:cubicBezTo>
                      <a:pt x="166" y="178"/>
                      <a:pt x="179" y="165"/>
                      <a:pt x="188" y="150"/>
                    </a:cubicBezTo>
                    <a:cubicBezTo>
                      <a:pt x="197" y="134"/>
                      <a:pt x="201" y="117"/>
                      <a:pt x="201" y="100"/>
                    </a:cubicBezTo>
                    <a:cubicBezTo>
                      <a:pt x="201" y="82"/>
                      <a:pt x="197" y="65"/>
                      <a:pt x="188" y="50"/>
                    </a:cubicBezTo>
                    <a:cubicBezTo>
                      <a:pt x="179" y="35"/>
                      <a:pt x="166" y="22"/>
                      <a:pt x="151" y="13"/>
                    </a:cubicBezTo>
                    <a:cubicBezTo>
                      <a:pt x="136" y="4"/>
                      <a:pt x="119" y="0"/>
                      <a:pt x="101" y="0"/>
                    </a:cubicBezTo>
                    <a:cubicBezTo>
                      <a:pt x="91" y="0"/>
                      <a:pt x="82" y="1"/>
                      <a:pt x="73" y="4"/>
                    </a:cubicBezTo>
                    <a:lnTo>
                      <a:pt x="73" y="4"/>
                    </a:lnTo>
                    <a:cubicBezTo>
                      <a:pt x="65" y="6"/>
                      <a:pt x="58" y="9"/>
                      <a:pt x="51" y="13"/>
                    </a:cubicBezTo>
                    <a:cubicBezTo>
                      <a:pt x="35" y="22"/>
                      <a:pt x="23" y="35"/>
                      <a:pt x="14" y="50"/>
                    </a:cubicBezTo>
                    <a:cubicBezTo>
                      <a:pt x="5" y="65"/>
                      <a:pt x="0" y="83"/>
                      <a:pt x="0" y="100"/>
                    </a:cubicBezTo>
                    <a:cubicBezTo>
                      <a:pt x="0" y="110"/>
                      <a:pt x="2" y="119"/>
                      <a:pt x="5" y="129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27350" lIns="90000" spcFirstLastPara="1" rIns="90000" wrap="square" tIns="27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38"/>
              <p:cNvSpPr/>
              <p:nvPr/>
            </p:nvSpPr>
            <p:spPr>
              <a:xfrm>
                <a:off x="1901615" y="3485633"/>
                <a:ext cx="14420" cy="29339"/>
              </a:xfrm>
              <a:custGeom>
                <a:rect b="b" l="l" r="r" t="t"/>
                <a:pathLst>
                  <a:path extrusionOk="0" h="59" w="29">
                    <a:moveTo>
                      <a:pt x="0" y="31"/>
                    </a:moveTo>
                    <a:cubicBezTo>
                      <a:pt x="2" y="47"/>
                      <a:pt x="10" y="59"/>
                      <a:pt x="17" y="59"/>
                    </a:cubicBezTo>
                    <a:cubicBezTo>
                      <a:pt x="25" y="58"/>
                      <a:pt x="31" y="44"/>
                      <a:pt x="29" y="28"/>
                    </a:cubicBezTo>
                    <a:cubicBezTo>
                      <a:pt x="28" y="11"/>
                      <a:pt x="19" y="-1"/>
                      <a:pt x="11" y="0"/>
                    </a:cubicBezTo>
                    <a:cubicBezTo>
                      <a:pt x="3" y="1"/>
                      <a:pt x="-2" y="15"/>
                      <a:pt x="0" y="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38"/>
              <p:cNvSpPr/>
              <p:nvPr/>
            </p:nvSpPr>
            <p:spPr>
              <a:xfrm>
                <a:off x="1844930" y="3484639"/>
                <a:ext cx="14420" cy="29836"/>
              </a:xfrm>
              <a:custGeom>
                <a:rect b="b" l="l" r="r" t="t"/>
                <a:pathLst>
                  <a:path extrusionOk="0" h="60" w="29">
                    <a:moveTo>
                      <a:pt x="0" y="32"/>
                    </a:moveTo>
                    <a:cubicBezTo>
                      <a:pt x="2" y="48"/>
                      <a:pt x="9" y="61"/>
                      <a:pt x="17" y="60"/>
                    </a:cubicBezTo>
                    <a:cubicBezTo>
                      <a:pt x="25" y="59"/>
                      <a:pt x="30" y="45"/>
                      <a:pt x="28" y="29"/>
                    </a:cubicBezTo>
                    <a:cubicBezTo>
                      <a:pt x="27" y="12"/>
                      <a:pt x="19" y="-1"/>
                      <a:pt x="11" y="0"/>
                    </a:cubicBezTo>
                    <a:cubicBezTo>
                      <a:pt x="3" y="1"/>
                      <a:pt x="-2" y="15"/>
                      <a:pt x="0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8"/>
              <p:cNvSpPr/>
              <p:nvPr/>
            </p:nvSpPr>
            <p:spPr>
              <a:xfrm>
                <a:off x="1878245" y="3463754"/>
                <a:ext cx="13922" cy="75087"/>
              </a:xfrm>
              <a:custGeom>
                <a:rect b="b" l="l" r="r" t="t"/>
                <a:pathLst>
                  <a:path extrusionOk="0" h="151" w="28">
                    <a:moveTo>
                      <a:pt x="10" y="0"/>
                    </a:moveTo>
                    <a:lnTo>
                      <a:pt x="28" y="150"/>
                    </a:lnTo>
                    <a:lnTo>
                      <a:pt x="0" y="15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9350" lIns="90000" spcFirstLastPara="1" rIns="90000" wrap="square" tIns="9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8"/>
              <p:cNvSpPr/>
              <p:nvPr/>
            </p:nvSpPr>
            <p:spPr>
              <a:xfrm>
                <a:off x="1825538" y="3447344"/>
                <a:ext cx="38784" cy="16410"/>
              </a:xfrm>
              <a:custGeom>
                <a:rect b="b" l="l" r="r" t="t"/>
                <a:pathLst>
                  <a:path extrusionOk="0" h="33" w="78">
                    <a:moveTo>
                      <a:pt x="78" y="21"/>
                    </a:moveTo>
                    <a:cubicBezTo>
                      <a:pt x="78" y="21"/>
                      <a:pt x="42" y="-32"/>
                      <a:pt x="0" y="33"/>
                    </a:cubicBezTo>
                    <a:lnTo>
                      <a:pt x="78" y="2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38"/>
              <p:cNvSpPr/>
              <p:nvPr/>
            </p:nvSpPr>
            <p:spPr>
              <a:xfrm>
                <a:off x="1905095" y="3451819"/>
                <a:ext cx="32320" cy="15415"/>
              </a:xfrm>
              <a:custGeom>
                <a:rect b="b" l="l" r="r" t="t"/>
                <a:pathLst>
                  <a:path extrusionOk="0" h="31" w="65">
                    <a:moveTo>
                      <a:pt x="0" y="20"/>
                    </a:moveTo>
                    <a:cubicBezTo>
                      <a:pt x="0" y="20"/>
                      <a:pt x="28" y="-31"/>
                      <a:pt x="65" y="31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38"/>
              <p:cNvSpPr/>
              <p:nvPr/>
            </p:nvSpPr>
            <p:spPr>
              <a:xfrm>
                <a:off x="1519740" y="3521934"/>
                <a:ext cx="57679" cy="42268"/>
              </a:xfrm>
              <a:custGeom>
                <a:rect b="b" l="l" r="r" t="t"/>
                <a:pathLst>
                  <a:path extrusionOk="0" h="85" w="116">
                    <a:moveTo>
                      <a:pt x="0" y="35"/>
                    </a:moveTo>
                    <a:cubicBezTo>
                      <a:pt x="0" y="35"/>
                      <a:pt x="64" y="-70"/>
                      <a:pt x="116" y="85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8"/>
              <p:cNvSpPr/>
              <p:nvPr/>
            </p:nvSpPr>
            <p:spPr>
              <a:xfrm>
                <a:off x="1492890" y="3040081"/>
                <a:ext cx="252097" cy="252115"/>
              </a:xfrm>
              <a:custGeom>
                <a:rect b="b" l="l" r="r" t="t"/>
                <a:pathLst>
                  <a:path extrusionOk="0" h="507" w="507">
                    <a:moveTo>
                      <a:pt x="433" y="74"/>
                    </a:moveTo>
                    <a:cubicBezTo>
                      <a:pt x="464" y="106"/>
                      <a:pt x="487" y="145"/>
                      <a:pt x="498" y="188"/>
                    </a:cubicBezTo>
                    <a:cubicBezTo>
                      <a:pt x="510" y="231"/>
                      <a:pt x="510" y="276"/>
                      <a:pt x="498" y="319"/>
                    </a:cubicBezTo>
                    <a:cubicBezTo>
                      <a:pt x="487" y="362"/>
                      <a:pt x="465" y="401"/>
                      <a:pt x="433" y="433"/>
                    </a:cubicBezTo>
                    <a:cubicBezTo>
                      <a:pt x="402" y="464"/>
                      <a:pt x="362" y="487"/>
                      <a:pt x="319" y="499"/>
                    </a:cubicBezTo>
                    <a:cubicBezTo>
                      <a:pt x="276" y="510"/>
                      <a:pt x="231" y="510"/>
                      <a:pt x="188" y="499"/>
                    </a:cubicBezTo>
                    <a:cubicBezTo>
                      <a:pt x="145" y="487"/>
                      <a:pt x="105" y="464"/>
                      <a:pt x="74" y="433"/>
                    </a:cubicBezTo>
                    <a:cubicBezTo>
                      <a:pt x="43" y="401"/>
                      <a:pt x="20" y="362"/>
                      <a:pt x="8" y="319"/>
                    </a:cubicBezTo>
                    <a:cubicBezTo>
                      <a:pt x="-3" y="276"/>
                      <a:pt x="-3" y="231"/>
                      <a:pt x="8" y="188"/>
                    </a:cubicBezTo>
                    <a:cubicBezTo>
                      <a:pt x="20" y="145"/>
                      <a:pt x="43" y="105"/>
                      <a:pt x="74" y="74"/>
                    </a:cubicBezTo>
                    <a:cubicBezTo>
                      <a:pt x="105" y="42"/>
                      <a:pt x="145" y="20"/>
                      <a:pt x="188" y="9"/>
                    </a:cubicBezTo>
                    <a:cubicBezTo>
                      <a:pt x="231" y="-3"/>
                      <a:pt x="276" y="-3"/>
                      <a:pt x="319" y="9"/>
                    </a:cubicBezTo>
                    <a:cubicBezTo>
                      <a:pt x="362" y="20"/>
                      <a:pt x="401" y="43"/>
                      <a:pt x="433" y="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8"/>
              <p:cNvSpPr/>
              <p:nvPr/>
            </p:nvSpPr>
            <p:spPr>
              <a:xfrm>
                <a:off x="1354162" y="3084338"/>
                <a:ext cx="176517" cy="177027"/>
              </a:xfrm>
              <a:custGeom>
                <a:rect b="b" l="l" r="r" t="t"/>
                <a:pathLst>
                  <a:path extrusionOk="0" h="356" w="355">
                    <a:moveTo>
                      <a:pt x="7" y="228"/>
                    </a:moveTo>
                    <a:lnTo>
                      <a:pt x="7" y="228"/>
                    </a:lnTo>
                    <a:cubicBezTo>
                      <a:pt x="2" y="212"/>
                      <a:pt x="0" y="195"/>
                      <a:pt x="0" y="178"/>
                    </a:cubicBezTo>
                    <a:cubicBezTo>
                      <a:pt x="0" y="147"/>
                      <a:pt x="9" y="116"/>
                      <a:pt x="24" y="89"/>
                    </a:cubicBezTo>
                    <a:cubicBezTo>
                      <a:pt x="40" y="62"/>
                      <a:pt x="62" y="39"/>
                      <a:pt x="89" y="24"/>
                    </a:cubicBezTo>
                    <a:cubicBezTo>
                      <a:pt x="116" y="8"/>
                      <a:pt x="147" y="0"/>
                      <a:pt x="178" y="0"/>
                    </a:cubicBezTo>
                    <a:cubicBezTo>
                      <a:pt x="209" y="0"/>
                      <a:pt x="240" y="8"/>
                      <a:pt x="267" y="24"/>
                    </a:cubicBezTo>
                    <a:cubicBezTo>
                      <a:pt x="294" y="39"/>
                      <a:pt x="317" y="62"/>
                      <a:pt x="332" y="89"/>
                    </a:cubicBezTo>
                    <a:cubicBezTo>
                      <a:pt x="348" y="116"/>
                      <a:pt x="355" y="147"/>
                      <a:pt x="355" y="178"/>
                    </a:cubicBezTo>
                    <a:cubicBezTo>
                      <a:pt x="355" y="209"/>
                      <a:pt x="348" y="240"/>
                      <a:pt x="332" y="267"/>
                    </a:cubicBezTo>
                    <a:cubicBezTo>
                      <a:pt x="317" y="294"/>
                      <a:pt x="295" y="316"/>
                      <a:pt x="267" y="332"/>
                    </a:cubicBezTo>
                    <a:cubicBezTo>
                      <a:pt x="255" y="339"/>
                      <a:pt x="242" y="344"/>
                      <a:pt x="228" y="348"/>
                    </a:cubicBezTo>
                    <a:lnTo>
                      <a:pt x="228" y="348"/>
                    </a:lnTo>
                    <a:cubicBezTo>
                      <a:pt x="212" y="353"/>
                      <a:pt x="195" y="356"/>
                      <a:pt x="178" y="356"/>
                    </a:cubicBezTo>
                    <a:cubicBezTo>
                      <a:pt x="147" y="356"/>
                      <a:pt x="116" y="347"/>
                      <a:pt x="89" y="332"/>
                    </a:cubicBezTo>
                    <a:cubicBezTo>
                      <a:pt x="62" y="316"/>
                      <a:pt x="39" y="294"/>
                      <a:pt x="24" y="267"/>
                    </a:cubicBezTo>
                    <a:cubicBezTo>
                      <a:pt x="17" y="255"/>
                      <a:pt x="11" y="242"/>
                      <a:pt x="7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38"/>
              <p:cNvSpPr/>
              <p:nvPr/>
            </p:nvSpPr>
            <p:spPr>
              <a:xfrm>
                <a:off x="1285544" y="3817808"/>
                <a:ext cx="735903" cy="764301"/>
              </a:xfrm>
              <a:custGeom>
                <a:rect b="b" l="l" r="r" t="t"/>
                <a:pathLst>
                  <a:path extrusionOk="0" h="1537" w="1480">
                    <a:moveTo>
                      <a:pt x="1150" y="149"/>
                    </a:moveTo>
                    <a:cubicBezTo>
                      <a:pt x="1140" y="169"/>
                      <a:pt x="1453" y="767"/>
                      <a:pt x="1477" y="970"/>
                    </a:cubicBezTo>
                    <a:cubicBezTo>
                      <a:pt x="1504" y="1193"/>
                      <a:pt x="1352" y="1486"/>
                      <a:pt x="1360" y="1518"/>
                    </a:cubicBezTo>
                    <a:lnTo>
                      <a:pt x="0" y="1537"/>
                    </a:lnTo>
                    <a:cubicBezTo>
                      <a:pt x="0" y="1537"/>
                      <a:pt x="52" y="163"/>
                      <a:pt x="412" y="99"/>
                    </a:cubicBezTo>
                    <a:cubicBezTo>
                      <a:pt x="412" y="99"/>
                      <a:pt x="650" y="-2"/>
                      <a:pt x="725" y="0"/>
                    </a:cubicBezTo>
                    <a:cubicBezTo>
                      <a:pt x="725" y="0"/>
                      <a:pt x="1182" y="431"/>
                      <a:pt x="1150" y="1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38"/>
              <p:cNvSpPr/>
              <p:nvPr/>
            </p:nvSpPr>
            <p:spPr>
              <a:xfrm>
                <a:off x="1209468" y="3858087"/>
                <a:ext cx="424636" cy="522131"/>
              </a:xfrm>
              <a:custGeom>
                <a:rect b="b" l="l" r="r" t="t"/>
                <a:pathLst>
                  <a:path extrusionOk="0" h="1050" w="854">
                    <a:moveTo>
                      <a:pt x="677" y="1050"/>
                    </a:moveTo>
                    <a:lnTo>
                      <a:pt x="0" y="869"/>
                    </a:lnTo>
                    <a:lnTo>
                      <a:pt x="135" y="396"/>
                    </a:lnTo>
                    <a:cubicBezTo>
                      <a:pt x="185" y="209"/>
                      <a:pt x="407" y="-43"/>
                      <a:pt x="594" y="7"/>
                    </a:cubicBezTo>
                    <a:lnTo>
                      <a:pt x="594" y="7"/>
                    </a:lnTo>
                    <a:cubicBezTo>
                      <a:pt x="781" y="57"/>
                      <a:pt x="892" y="249"/>
                      <a:pt x="841" y="436"/>
                    </a:cubicBezTo>
                    <a:lnTo>
                      <a:pt x="677" y="1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8"/>
              <p:cNvSpPr/>
              <p:nvPr/>
            </p:nvSpPr>
            <p:spPr>
              <a:xfrm>
                <a:off x="1175159" y="4295683"/>
                <a:ext cx="1107336" cy="290405"/>
              </a:xfrm>
              <a:custGeom>
                <a:rect b="b" l="l" r="r" t="t"/>
                <a:pathLst>
                  <a:path extrusionOk="0" h="584" w="2227">
                    <a:moveTo>
                      <a:pt x="619" y="143"/>
                    </a:moveTo>
                    <a:lnTo>
                      <a:pt x="584" y="185"/>
                    </a:lnTo>
                    <a:cubicBezTo>
                      <a:pt x="584" y="185"/>
                      <a:pt x="1612" y="244"/>
                      <a:pt x="1719" y="244"/>
                    </a:cubicBezTo>
                    <a:cubicBezTo>
                      <a:pt x="1827" y="244"/>
                      <a:pt x="2441" y="537"/>
                      <a:pt x="2149" y="567"/>
                    </a:cubicBezTo>
                    <a:cubicBezTo>
                      <a:pt x="2109" y="571"/>
                      <a:pt x="799" y="578"/>
                      <a:pt x="203" y="584"/>
                    </a:cubicBezTo>
                    <a:cubicBezTo>
                      <a:pt x="67" y="585"/>
                      <a:pt x="-31" y="454"/>
                      <a:pt x="9" y="324"/>
                    </a:cubicBezTo>
                    <a:lnTo>
                      <a:pt x="117" y="0"/>
                    </a:lnTo>
                    <a:lnTo>
                      <a:pt x="619" y="143"/>
                    </a:ln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8"/>
              <p:cNvSpPr/>
              <p:nvPr/>
            </p:nvSpPr>
            <p:spPr>
              <a:xfrm>
                <a:off x="1837969" y="3548786"/>
                <a:ext cx="72596" cy="39284"/>
              </a:xfrm>
              <a:custGeom>
                <a:rect b="b" l="l" r="r" t="t"/>
                <a:pathLst>
                  <a:path extrusionOk="0" h="79" w="146">
                    <a:moveTo>
                      <a:pt x="0" y="0"/>
                    </a:moveTo>
                    <a:lnTo>
                      <a:pt x="146" y="0"/>
                    </a:lnTo>
                    <a:cubicBezTo>
                      <a:pt x="146" y="0"/>
                      <a:pt x="137" y="88"/>
                      <a:pt x="78" y="78"/>
                    </a:cubicBezTo>
                    <a:cubicBezTo>
                      <a:pt x="20" y="68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38"/>
              <p:cNvSpPr/>
              <p:nvPr/>
            </p:nvSpPr>
            <p:spPr>
              <a:xfrm>
                <a:off x="1522227" y="3575639"/>
                <a:ext cx="132761" cy="184984"/>
              </a:xfrm>
              <a:custGeom>
                <a:rect b="b" l="l" r="r" t="t"/>
                <a:pathLst>
                  <a:path extrusionOk="0" h="372" w="267">
                    <a:moveTo>
                      <a:pt x="267" y="186"/>
                    </a:moveTo>
                    <a:cubicBezTo>
                      <a:pt x="267" y="219"/>
                      <a:pt x="261" y="251"/>
                      <a:pt x="249" y="279"/>
                    </a:cubicBezTo>
                    <a:cubicBezTo>
                      <a:pt x="237" y="307"/>
                      <a:pt x="220" y="331"/>
                      <a:pt x="200" y="347"/>
                    </a:cubicBezTo>
                    <a:cubicBezTo>
                      <a:pt x="180" y="363"/>
                      <a:pt x="157" y="372"/>
                      <a:pt x="133" y="372"/>
                    </a:cubicBezTo>
                    <a:cubicBezTo>
                      <a:pt x="110" y="372"/>
                      <a:pt x="87" y="363"/>
                      <a:pt x="66" y="347"/>
                    </a:cubicBezTo>
                    <a:cubicBezTo>
                      <a:pt x="46" y="331"/>
                      <a:pt x="29" y="307"/>
                      <a:pt x="17" y="279"/>
                    </a:cubicBezTo>
                    <a:cubicBezTo>
                      <a:pt x="6" y="251"/>
                      <a:pt x="0" y="219"/>
                      <a:pt x="0" y="186"/>
                    </a:cubicBezTo>
                    <a:cubicBezTo>
                      <a:pt x="0" y="153"/>
                      <a:pt x="6" y="121"/>
                      <a:pt x="17" y="93"/>
                    </a:cubicBezTo>
                    <a:cubicBezTo>
                      <a:pt x="29" y="65"/>
                      <a:pt x="46" y="41"/>
                      <a:pt x="66" y="25"/>
                    </a:cubicBezTo>
                    <a:cubicBezTo>
                      <a:pt x="87" y="9"/>
                      <a:pt x="110" y="0"/>
                      <a:pt x="133" y="0"/>
                    </a:cubicBezTo>
                    <a:cubicBezTo>
                      <a:pt x="157" y="0"/>
                      <a:pt x="180" y="9"/>
                      <a:pt x="200" y="25"/>
                    </a:cubicBezTo>
                    <a:cubicBezTo>
                      <a:pt x="220" y="41"/>
                      <a:pt x="237" y="65"/>
                      <a:pt x="249" y="93"/>
                    </a:cubicBezTo>
                    <a:cubicBezTo>
                      <a:pt x="261" y="121"/>
                      <a:pt x="267" y="153"/>
                      <a:pt x="267" y="1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38"/>
              <p:cNvSpPr/>
              <p:nvPr/>
            </p:nvSpPr>
            <p:spPr>
              <a:xfrm>
                <a:off x="1782776" y="4538847"/>
                <a:ext cx="554414" cy="65142"/>
              </a:xfrm>
              <a:custGeom>
                <a:rect b="b" l="l" r="r" t="t"/>
                <a:pathLst>
                  <a:path extrusionOk="0" h="131" w="1115">
                    <a:moveTo>
                      <a:pt x="0" y="0"/>
                    </a:moveTo>
                    <a:lnTo>
                      <a:pt x="1115" y="0"/>
                    </a:lnTo>
                    <a:lnTo>
                      <a:pt x="1115" y="131"/>
                    </a:lnTo>
                    <a:lnTo>
                      <a:pt x="0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2150" lIns="90000" spcFirstLastPara="1" rIns="90000" wrap="square" tIns="2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8"/>
              <p:cNvSpPr/>
              <p:nvPr/>
            </p:nvSpPr>
            <p:spPr>
              <a:xfrm>
                <a:off x="1782776" y="4538847"/>
                <a:ext cx="361985" cy="65142"/>
              </a:xfrm>
              <a:custGeom>
                <a:rect b="b" l="l" r="r" t="t"/>
                <a:pathLst>
                  <a:path extrusionOk="0" h="131" w="728">
                    <a:moveTo>
                      <a:pt x="0" y="0"/>
                    </a:moveTo>
                    <a:lnTo>
                      <a:pt x="728" y="0"/>
                    </a:lnTo>
                    <a:lnTo>
                      <a:pt x="671" y="131"/>
                    </a:lnTo>
                    <a:lnTo>
                      <a:pt x="0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150" lIns="90000" spcFirstLastPara="1" rIns="90000" wrap="square" tIns="2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2156197" y="4001300"/>
                <a:ext cx="1051646" cy="602689"/>
              </a:xfrm>
              <a:custGeom>
                <a:rect b="b" l="l" r="r" t="t"/>
                <a:pathLst>
                  <a:path extrusionOk="0" h="1212" w="2115">
                    <a:moveTo>
                      <a:pt x="1607" y="1212"/>
                    </a:moveTo>
                    <a:lnTo>
                      <a:pt x="0" y="1212"/>
                    </a:lnTo>
                    <a:lnTo>
                      <a:pt x="375" y="141"/>
                    </a:lnTo>
                    <a:lnTo>
                      <a:pt x="375" y="141"/>
                    </a:lnTo>
                    <a:cubicBezTo>
                      <a:pt x="379" y="129"/>
                      <a:pt x="385" y="117"/>
                      <a:pt x="392" y="105"/>
                    </a:cubicBezTo>
                    <a:cubicBezTo>
                      <a:pt x="410" y="73"/>
                      <a:pt x="437" y="46"/>
                      <a:pt x="469" y="28"/>
                    </a:cubicBezTo>
                    <a:cubicBezTo>
                      <a:pt x="501" y="9"/>
                      <a:pt x="537" y="0"/>
                      <a:pt x="574" y="0"/>
                    </a:cubicBezTo>
                    <a:lnTo>
                      <a:pt x="1952" y="0"/>
                    </a:lnTo>
                    <a:cubicBezTo>
                      <a:pt x="2064" y="0"/>
                      <a:pt x="2143" y="111"/>
                      <a:pt x="2106" y="217"/>
                    </a:cubicBezTo>
                    <a:lnTo>
                      <a:pt x="1807" y="1070"/>
                    </a:lnTo>
                    <a:lnTo>
                      <a:pt x="1807" y="1070"/>
                    </a:lnTo>
                    <a:cubicBezTo>
                      <a:pt x="1803" y="1083"/>
                      <a:pt x="1797" y="1095"/>
                      <a:pt x="1791" y="1106"/>
                    </a:cubicBezTo>
                    <a:cubicBezTo>
                      <a:pt x="1772" y="1138"/>
                      <a:pt x="1746" y="1165"/>
                      <a:pt x="1713" y="1184"/>
                    </a:cubicBezTo>
                    <a:cubicBezTo>
                      <a:pt x="1681" y="1202"/>
                      <a:pt x="1644" y="1212"/>
                      <a:pt x="1607" y="12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38"/>
              <p:cNvSpPr/>
              <p:nvPr/>
            </p:nvSpPr>
            <p:spPr>
              <a:xfrm>
                <a:off x="2640501" y="4266344"/>
                <a:ext cx="107899" cy="107907"/>
              </a:xfrm>
              <a:custGeom>
                <a:rect b="b" l="l" r="r" t="t"/>
                <a:pathLst>
                  <a:path extrusionOk="0" h="217" w="217">
                    <a:moveTo>
                      <a:pt x="190" y="137"/>
                    </a:moveTo>
                    <a:lnTo>
                      <a:pt x="190" y="137"/>
                    </a:lnTo>
                    <a:lnTo>
                      <a:pt x="190" y="137"/>
                    </a:lnTo>
                    <a:cubicBezTo>
                      <a:pt x="171" y="137"/>
                      <a:pt x="152" y="131"/>
                      <a:pt x="135" y="122"/>
                    </a:cubicBezTo>
                    <a:cubicBezTo>
                      <a:pt x="118" y="112"/>
                      <a:pt x="105" y="98"/>
                      <a:pt x="95" y="82"/>
                    </a:cubicBezTo>
                    <a:cubicBezTo>
                      <a:pt x="86" y="65"/>
                      <a:pt x="80" y="47"/>
                      <a:pt x="80" y="27"/>
                    </a:cubicBezTo>
                    <a:cubicBezTo>
                      <a:pt x="80" y="18"/>
                      <a:pt x="81" y="9"/>
                      <a:pt x="83" y="0"/>
                    </a:cubicBezTo>
                    <a:lnTo>
                      <a:pt x="83" y="0"/>
                    </a:lnTo>
                    <a:cubicBezTo>
                      <a:pt x="73" y="3"/>
                      <a:pt x="64" y="7"/>
                      <a:pt x="55" y="12"/>
                    </a:cubicBezTo>
                    <a:cubicBezTo>
                      <a:pt x="38" y="21"/>
                      <a:pt x="25" y="35"/>
                      <a:pt x="15" y="52"/>
                    </a:cubicBezTo>
                    <a:cubicBezTo>
                      <a:pt x="6" y="69"/>
                      <a:pt x="0" y="87"/>
                      <a:pt x="0" y="107"/>
                    </a:cubicBezTo>
                    <a:cubicBezTo>
                      <a:pt x="0" y="126"/>
                      <a:pt x="6" y="145"/>
                      <a:pt x="15" y="162"/>
                    </a:cubicBezTo>
                    <a:cubicBezTo>
                      <a:pt x="25" y="178"/>
                      <a:pt x="38" y="193"/>
                      <a:pt x="55" y="203"/>
                    </a:cubicBezTo>
                    <a:cubicBezTo>
                      <a:pt x="72" y="212"/>
                      <a:pt x="91" y="217"/>
                      <a:pt x="110" y="217"/>
                    </a:cubicBezTo>
                    <a:cubicBezTo>
                      <a:pt x="129" y="217"/>
                      <a:pt x="148" y="212"/>
                      <a:pt x="165" y="203"/>
                    </a:cubicBezTo>
                    <a:cubicBezTo>
                      <a:pt x="182" y="193"/>
                      <a:pt x="196" y="179"/>
                      <a:pt x="206" y="162"/>
                    </a:cubicBezTo>
                    <a:cubicBezTo>
                      <a:pt x="211" y="153"/>
                      <a:pt x="215" y="144"/>
                      <a:pt x="217" y="134"/>
                    </a:cubicBezTo>
                    <a:lnTo>
                      <a:pt x="217" y="134"/>
                    </a:lnTo>
                    <a:cubicBezTo>
                      <a:pt x="208" y="136"/>
                      <a:pt x="199" y="137"/>
                      <a:pt x="190" y="1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1" anchor="ctr" bIns="33100" lIns="90000" spcFirstLastPara="1" rIns="90000" wrap="square" tIns="33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38"/>
              <p:cNvSpPr/>
              <p:nvPr/>
            </p:nvSpPr>
            <p:spPr>
              <a:xfrm>
                <a:off x="3089502" y="4241555"/>
                <a:ext cx="103424" cy="149180"/>
              </a:xfrm>
              <a:custGeom>
                <a:rect b="b" l="l" r="r" t="t"/>
                <a:pathLst>
                  <a:path extrusionOk="0" h="300" w="208">
                    <a:moveTo>
                      <a:pt x="202" y="292"/>
                    </a:moveTo>
                    <a:cubicBezTo>
                      <a:pt x="150" y="258"/>
                      <a:pt x="97" y="222"/>
                      <a:pt x="57" y="174"/>
                    </a:cubicBezTo>
                    <a:cubicBezTo>
                      <a:pt x="17" y="126"/>
                      <a:pt x="-9" y="62"/>
                      <a:pt x="3" y="0"/>
                    </a:cubicBezTo>
                    <a:cubicBezTo>
                      <a:pt x="125" y="44"/>
                      <a:pt x="211" y="171"/>
                      <a:pt x="208" y="300"/>
                    </a:cubicBezTo>
                    <a:lnTo>
                      <a:pt x="202" y="29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3203368" y="4146576"/>
                <a:ext cx="107402" cy="239186"/>
              </a:xfrm>
              <a:custGeom>
                <a:rect b="b" l="l" r="r" t="t"/>
                <a:pathLst>
                  <a:path extrusionOk="0" h="481" w="216">
                    <a:moveTo>
                      <a:pt x="6" y="481"/>
                    </a:moveTo>
                    <a:cubicBezTo>
                      <a:pt x="-22" y="307"/>
                      <a:pt x="43" y="120"/>
                      <a:pt x="172" y="0"/>
                    </a:cubicBezTo>
                    <a:cubicBezTo>
                      <a:pt x="203" y="70"/>
                      <a:pt x="222" y="146"/>
                      <a:pt x="215" y="221"/>
                    </a:cubicBezTo>
                    <a:cubicBezTo>
                      <a:pt x="209" y="296"/>
                      <a:pt x="176" y="371"/>
                      <a:pt x="119" y="420"/>
                    </a:cubicBezTo>
                    <a:cubicBezTo>
                      <a:pt x="90" y="445"/>
                      <a:pt x="56" y="462"/>
                      <a:pt x="22" y="479"/>
                    </a:cubicBezTo>
                    <a:lnTo>
                      <a:pt x="6" y="4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8"/>
              <p:cNvSpPr/>
              <p:nvPr/>
            </p:nvSpPr>
            <p:spPr>
              <a:xfrm>
                <a:off x="3091491" y="4360899"/>
                <a:ext cx="250108" cy="241175"/>
              </a:xfrm>
              <a:custGeom>
                <a:rect b="b" l="l" r="r" t="t"/>
                <a:pathLst>
                  <a:path extrusionOk="0" h="485" w="503">
                    <a:moveTo>
                      <a:pt x="0" y="0"/>
                    </a:moveTo>
                    <a:lnTo>
                      <a:pt x="503" y="0"/>
                    </a:lnTo>
                    <a:lnTo>
                      <a:pt x="503" y="461"/>
                    </a:lnTo>
                    <a:lnTo>
                      <a:pt x="503" y="461"/>
                    </a:lnTo>
                    <a:cubicBezTo>
                      <a:pt x="503" y="465"/>
                      <a:pt x="502" y="469"/>
                      <a:pt x="500" y="473"/>
                    </a:cubicBezTo>
                    <a:cubicBezTo>
                      <a:pt x="498" y="477"/>
                      <a:pt x="495" y="479"/>
                      <a:pt x="491" y="482"/>
                    </a:cubicBezTo>
                    <a:cubicBezTo>
                      <a:pt x="488" y="484"/>
                      <a:pt x="484" y="485"/>
                      <a:pt x="480" y="485"/>
                    </a:cubicBezTo>
                    <a:lnTo>
                      <a:pt x="23" y="485"/>
                    </a:lnTo>
                    <a:lnTo>
                      <a:pt x="23" y="485"/>
                    </a:lnTo>
                    <a:cubicBezTo>
                      <a:pt x="19" y="485"/>
                      <a:pt x="15" y="484"/>
                      <a:pt x="11" y="482"/>
                    </a:cubicBezTo>
                    <a:cubicBezTo>
                      <a:pt x="8" y="479"/>
                      <a:pt x="5" y="477"/>
                      <a:pt x="3" y="473"/>
                    </a:cubicBezTo>
                    <a:cubicBezTo>
                      <a:pt x="1" y="469"/>
                      <a:pt x="0" y="465"/>
                      <a:pt x="0" y="4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38"/>
              <p:cNvSpPr/>
              <p:nvPr/>
            </p:nvSpPr>
            <p:spPr>
              <a:xfrm>
                <a:off x="716711" y="3426956"/>
                <a:ext cx="618059" cy="425164"/>
              </a:xfrm>
              <a:custGeom>
                <a:rect b="b" l="l" r="r" t="t"/>
                <a:pathLst>
                  <a:path extrusionOk="0" h="855" w="1243">
                    <a:moveTo>
                      <a:pt x="622" y="855"/>
                    </a:moveTo>
                    <a:lnTo>
                      <a:pt x="1199" y="855"/>
                    </a:lnTo>
                    <a:cubicBezTo>
                      <a:pt x="1223" y="855"/>
                      <a:pt x="1243" y="835"/>
                      <a:pt x="1243" y="810"/>
                    </a:cubicBezTo>
                    <a:lnTo>
                      <a:pt x="1243" y="44"/>
                    </a:lnTo>
                    <a:cubicBezTo>
                      <a:pt x="1243" y="20"/>
                      <a:pt x="1223" y="0"/>
                      <a:pt x="1199" y="0"/>
                    </a:cubicBezTo>
                    <a:lnTo>
                      <a:pt x="45" y="0"/>
                    </a:lnTo>
                    <a:cubicBezTo>
                      <a:pt x="20" y="0"/>
                      <a:pt x="0" y="20"/>
                      <a:pt x="0" y="44"/>
                    </a:cubicBezTo>
                    <a:lnTo>
                      <a:pt x="0" y="810"/>
                    </a:lnTo>
                    <a:cubicBezTo>
                      <a:pt x="0" y="835"/>
                      <a:pt x="20" y="855"/>
                      <a:pt x="45" y="855"/>
                    </a:cubicBezTo>
                    <a:lnTo>
                      <a:pt x="622" y="85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38"/>
              <p:cNvSpPr/>
              <p:nvPr/>
            </p:nvSpPr>
            <p:spPr>
              <a:xfrm>
                <a:off x="869361" y="3616415"/>
                <a:ext cx="107899" cy="13924"/>
              </a:xfrm>
              <a:custGeom>
                <a:rect b="b" l="l" r="r" t="t"/>
                <a:pathLst>
                  <a:path extrusionOk="0" h="28" w="217">
                    <a:moveTo>
                      <a:pt x="0" y="0"/>
                    </a:moveTo>
                    <a:lnTo>
                      <a:pt x="217" y="0"/>
                    </a:lnTo>
                    <a:lnTo>
                      <a:pt x="217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8"/>
              <p:cNvSpPr/>
              <p:nvPr/>
            </p:nvSpPr>
            <p:spPr>
              <a:xfrm>
                <a:off x="869361" y="3578623"/>
                <a:ext cx="246130" cy="13924"/>
              </a:xfrm>
              <a:custGeom>
                <a:rect b="b" l="l" r="r" t="t"/>
                <a:pathLst>
                  <a:path extrusionOk="0" h="28" w="495">
                    <a:moveTo>
                      <a:pt x="0" y="0"/>
                    </a:moveTo>
                    <a:lnTo>
                      <a:pt x="495" y="0"/>
                    </a:lnTo>
                    <a:lnTo>
                      <a:pt x="495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2" name="Google Shape;492;p38"/>
            <p:cNvGrpSpPr/>
            <p:nvPr/>
          </p:nvGrpSpPr>
          <p:grpSpPr>
            <a:xfrm flipH="1">
              <a:off x="2352669" y="2499302"/>
              <a:ext cx="748656" cy="515001"/>
              <a:chOff x="716711" y="3426956"/>
              <a:chExt cx="618060" cy="425164"/>
            </a:xfrm>
          </p:grpSpPr>
          <p:sp>
            <p:nvSpPr>
              <p:cNvPr id="493" name="Google Shape;493;p38"/>
              <p:cNvSpPr/>
              <p:nvPr/>
            </p:nvSpPr>
            <p:spPr>
              <a:xfrm>
                <a:off x="716711" y="3426956"/>
                <a:ext cx="618060" cy="425164"/>
              </a:xfrm>
              <a:custGeom>
                <a:rect b="b" l="l" r="r" t="t"/>
                <a:pathLst>
                  <a:path extrusionOk="0" h="855" w="1243">
                    <a:moveTo>
                      <a:pt x="622" y="855"/>
                    </a:moveTo>
                    <a:lnTo>
                      <a:pt x="1199" y="855"/>
                    </a:lnTo>
                    <a:cubicBezTo>
                      <a:pt x="1223" y="855"/>
                      <a:pt x="1243" y="835"/>
                      <a:pt x="1243" y="810"/>
                    </a:cubicBezTo>
                    <a:lnTo>
                      <a:pt x="1243" y="44"/>
                    </a:lnTo>
                    <a:cubicBezTo>
                      <a:pt x="1243" y="20"/>
                      <a:pt x="1223" y="0"/>
                      <a:pt x="1199" y="0"/>
                    </a:cubicBezTo>
                    <a:lnTo>
                      <a:pt x="45" y="0"/>
                    </a:lnTo>
                    <a:cubicBezTo>
                      <a:pt x="20" y="0"/>
                      <a:pt x="0" y="20"/>
                      <a:pt x="0" y="44"/>
                    </a:cubicBezTo>
                    <a:lnTo>
                      <a:pt x="0" y="810"/>
                    </a:lnTo>
                    <a:cubicBezTo>
                      <a:pt x="0" y="835"/>
                      <a:pt x="20" y="855"/>
                      <a:pt x="45" y="855"/>
                    </a:cubicBezTo>
                    <a:lnTo>
                      <a:pt x="622" y="85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38"/>
              <p:cNvSpPr/>
              <p:nvPr/>
            </p:nvSpPr>
            <p:spPr>
              <a:xfrm>
                <a:off x="869361" y="3616415"/>
                <a:ext cx="107899" cy="13923"/>
              </a:xfrm>
              <a:custGeom>
                <a:rect b="b" l="l" r="r" t="t"/>
                <a:pathLst>
                  <a:path extrusionOk="0" h="28" w="217">
                    <a:moveTo>
                      <a:pt x="0" y="0"/>
                    </a:moveTo>
                    <a:lnTo>
                      <a:pt x="217" y="0"/>
                    </a:lnTo>
                    <a:lnTo>
                      <a:pt x="217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869361" y="3578623"/>
                <a:ext cx="246130" cy="13923"/>
              </a:xfrm>
              <a:custGeom>
                <a:rect b="b" l="l" r="r" t="t"/>
                <a:pathLst>
                  <a:path extrusionOk="0" h="28" w="495">
                    <a:moveTo>
                      <a:pt x="0" y="0"/>
                    </a:moveTo>
                    <a:lnTo>
                      <a:pt x="495" y="0"/>
                    </a:lnTo>
                    <a:lnTo>
                      <a:pt x="495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6" name="Google Shape;496;p38"/>
            <p:cNvSpPr/>
            <p:nvPr/>
          </p:nvSpPr>
          <p:spPr>
            <a:xfrm rot="-5400000">
              <a:off x="2073880" y="3300982"/>
              <a:ext cx="905958" cy="179016"/>
            </a:xfrm>
            <a:custGeom>
              <a:rect b="b" l="l" r="r" t="t"/>
              <a:pathLst>
                <a:path extrusionOk="0" fill="none" h="360" w="1822">
                  <a:moveTo>
                    <a:pt x="0" y="0"/>
                  </a:moveTo>
                  <a:lnTo>
                    <a:pt x="359" y="360"/>
                  </a:lnTo>
                  <a:lnTo>
                    <a:pt x="1822" y="360"/>
                  </a:lnTo>
                </a:path>
              </a:pathLst>
            </a:custGeom>
            <a:noFill/>
            <a:ln cap="rnd" cmpd="sng" w="9525">
              <a:solidFill>
                <a:srgbClr val="152F4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45350" lIns="90350" spcFirstLastPara="1" rIns="90350" wrap="square" tIns="45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8"/>
            <p:cNvSpPr/>
            <p:nvPr/>
          </p:nvSpPr>
          <p:spPr>
            <a:xfrm rot="-5400000">
              <a:off x="2592749" y="2909914"/>
              <a:ext cx="55193" cy="55694"/>
            </a:xfrm>
            <a:custGeom>
              <a:rect b="b" l="l" r="r" t="t"/>
              <a:pathLst>
                <a:path extrusionOk="0" h="112" w="111">
                  <a:moveTo>
                    <a:pt x="111" y="56"/>
                  </a:moveTo>
                  <a:cubicBezTo>
                    <a:pt x="111" y="66"/>
                    <a:pt x="109" y="75"/>
                    <a:pt x="104" y="84"/>
                  </a:cubicBezTo>
                  <a:cubicBezTo>
                    <a:pt x="99" y="92"/>
                    <a:pt x="93" y="99"/>
                    <a:pt x="84" y="104"/>
                  </a:cubicBezTo>
                  <a:cubicBezTo>
                    <a:pt x="76" y="109"/>
                    <a:pt x="66" y="112"/>
                    <a:pt x="56" y="112"/>
                  </a:cubicBezTo>
                  <a:cubicBezTo>
                    <a:pt x="46" y="112"/>
                    <a:pt x="36" y="109"/>
                    <a:pt x="28" y="104"/>
                  </a:cubicBezTo>
                  <a:cubicBezTo>
                    <a:pt x="20" y="99"/>
                    <a:pt x="13" y="92"/>
                    <a:pt x="8" y="84"/>
                  </a:cubicBezTo>
                  <a:cubicBezTo>
                    <a:pt x="3" y="75"/>
                    <a:pt x="0" y="66"/>
                    <a:pt x="0" y="56"/>
                  </a:cubicBezTo>
                  <a:cubicBezTo>
                    <a:pt x="0" y="46"/>
                    <a:pt x="3" y="37"/>
                    <a:pt x="8" y="28"/>
                  </a:cubicBezTo>
                  <a:cubicBezTo>
                    <a:pt x="13" y="20"/>
                    <a:pt x="20" y="13"/>
                    <a:pt x="28" y="8"/>
                  </a:cubicBezTo>
                  <a:cubicBezTo>
                    <a:pt x="36" y="3"/>
                    <a:pt x="46" y="0"/>
                    <a:pt x="56" y="0"/>
                  </a:cubicBezTo>
                  <a:cubicBezTo>
                    <a:pt x="66" y="0"/>
                    <a:pt x="76" y="3"/>
                    <a:pt x="84" y="8"/>
                  </a:cubicBezTo>
                  <a:cubicBezTo>
                    <a:pt x="93" y="13"/>
                    <a:pt x="99" y="20"/>
                    <a:pt x="104" y="28"/>
                  </a:cubicBezTo>
                  <a:cubicBezTo>
                    <a:pt x="109" y="37"/>
                    <a:pt x="111" y="46"/>
                    <a:pt x="111" y="56"/>
                  </a:cubicBezTo>
                  <a:close/>
                </a:path>
              </a:pathLst>
            </a:custGeom>
            <a:solidFill>
              <a:srgbClr val="152F4D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8" name="Google Shape;498;p38"/>
          <p:cNvCxnSpPr/>
          <p:nvPr/>
        </p:nvCxnSpPr>
        <p:spPr>
          <a:xfrm>
            <a:off x="-422675" y="4604000"/>
            <a:ext cx="581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9" name="Google Shape;499;p38"/>
          <p:cNvGrpSpPr/>
          <p:nvPr/>
        </p:nvGrpSpPr>
        <p:grpSpPr>
          <a:xfrm flipH="1">
            <a:off x="5351353" y="3510200"/>
            <a:ext cx="913949" cy="1136775"/>
            <a:chOff x="4919328" y="3607500"/>
            <a:chExt cx="913949" cy="1136775"/>
          </a:xfrm>
        </p:grpSpPr>
        <p:sp>
          <p:nvSpPr>
            <p:cNvPr id="500" name="Google Shape;500;p38"/>
            <p:cNvSpPr/>
            <p:nvPr/>
          </p:nvSpPr>
          <p:spPr>
            <a:xfrm>
              <a:off x="5100633" y="386185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501" name="Google Shape;501;p38"/>
            <p:cNvSpPr/>
            <p:nvPr/>
          </p:nvSpPr>
          <p:spPr>
            <a:xfrm>
              <a:off x="4919328" y="360750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502" name="Google Shape;502;p38"/>
            <p:cNvSpPr/>
            <p:nvPr/>
          </p:nvSpPr>
          <p:spPr>
            <a:xfrm>
              <a:off x="5385677" y="429667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Innovation Plan by Slidesgo">
  <a:themeElements>
    <a:clrScheme name="Simple Light">
      <a:dk1>
        <a:srgbClr val="152F4D"/>
      </a:dk1>
      <a:lt1>
        <a:srgbClr val="F8F7F7"/>
      </a:lt1>
      <a:dk2>
        <a:srgbClr val="EC603C"/>
      </a:dk2>
      <a:lt2>
        <a:srgbClr val="FBC578"/>
      </a:lt2>
      <a:accent1>
        <a:srgbClr val="0A5781"/>
      </a:accent1>
      <a:accent2>
        <a:srgbClr val="274270"/>
      </a:accent2>
      <a:accent3>
        <a:srgbClr val="7A9AD0"/>
      </a:accent3>
      <a:accent4>
        <a:srgbClr val="D7DFEE"/>
      </a:accent4>
      <a:accent5>
        <a:srgbClr val="D9D9D9"/>
      </a:accent5>
      <a:accent6>
        <a:srgbClr val="FFFFFF"/>
      </a:accent6>
      <a:hlink>
        <a:srgbClr val="152F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