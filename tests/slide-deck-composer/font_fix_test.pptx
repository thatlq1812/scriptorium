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318" r:id="rId97"/>
    <p:sldId id="319" r:id="rId98"/>
    <p:sldId id="320" r:id="rId99"/>
    <p:sldId id="321" r:id="rId100"/>
    <p:sldId id="322" r:id="rId101"/>
    <p:sldId id="323" r:id="rId102"/>
    <p:sldId id="324" r:id="rId103"/>
    <p:sldId id="325" r:id="rId104"/>
    <p:sldId id="326" r:id="rId105"/>
  </p:sldIdLst>
  <p:sldSz cy="5143500" cx="9144000"/>
  <p:notesSz cx="6858000" cy="9144000"/>
  <p:embeddedFontLst>
    <p:embeddedFont>
      <p:font typeface="Roboto"/>
      <p:regular r:id="rId69"/>
      <p:bold r:id="rId70"/>
      <p:italic r:id="rId71"/>
      <p:boldItalic r:id="rId72"/>
    </p:embeddedFont>
    <p:embeddedFont>
      <p:font typeface="Proxima Nova"/>
      <p:regular r:id="rId73"/>
      <p:bold r:id="rId74"/>
      <p:italic r:id="rId75"/>
      <p:boldItalic r:id="rId76"/>
    </p:embeddedFont>
    <p:embeddedFont>
      <p:font typeface="Roboto Medium"/>
      <p:regular r:id="rId77"/>
      <p:bold r:id="rId78"/>
      <p:italic r:id="rId79"/>
      <p:boldItalic r:id="rId80"/>
    </p:embeddedFont>
    <p:embeddedFont>
      <p:font typeface="Amatic SC"/>
      <p:regular r:id="rId81"/>
      <p:bold r:id="rId82"/>
    </p:embeddedFont>
    <p:embeddedFont>
      <p:font typeface="Anaheim"/>
      <p:regular r:id="rId83"/>
      <p:bold r:id="rId84"/>
    </p:embeddedFont>
    <p:embeddedFont>
      <p:font typeface="Bebas Neue"/>
      <p:regular r:id="rId85"/>
    </p:embeddedFont>
    <p:embeddedFont>
      <p:font typeface="Libre Baskerville"/>
      <p:regular r:id="rId86"/>
      <p:bold r:id="rId87"/>
      <p:italic r:id="rId88"/>
      <p:boldItalic r:id="rId89"/>
    </p:embeddedFont>
    <p:embeddedFont>
      <p:font typeface="Proxima Nova Semibold"/>
      <p:regular r:id="rId90"/>
      <p:bold r:id="rId91"/>
      <p:boldItalic r:id="rId92"/>
    </p:embeddedFont>
    <p:embeddedFont>
      <p:font typeface="PT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DD2310-2201-47B4-AC21-284FA9EB2B8F}">
  <a:tblStyle styleId="{72DD2310-2201-47B4-AC21-284FA9EB2B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C195FC0-7CAE-4243-9459-8CD5911699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9" Type="http://schemas.openxmlformats.org/officeDocument/2006/relationships/font" Target="fonts/Roboto-regular.fntdata"/><Relationship Id="rId70" Type="http://schemas.openxmlformats.org/officeDocument/2006/relationships/font" Target="fonts/Roboto-bold.fntdata"/><Relationship Id="rId71" Type="http://schemas.openxmlformats.org/officeDocument/2006/relationships/font" Target="fonts/Roboto-italic.fntdata"/><Relationship Id="rId72" Type="http://schemas.openxmlformats.org/officeDocument/2006/relationships/font" Target="fonts/Roboto-boldItalic.fntdata"/><Relationship Id="rId73" Type="http://schemas.openxmlformats.org/officeDocument/2006/relationships/font" Target="fonts/ProximaNova-regular.fntdata"/><Relationship Id="rId74" Type="http://schemas.openxmlformats.org/officeDocument/2006/relationships/font" Target="fonts/ProximaNova-bold.fntdata"/><Relationship Id="rId75" Type="http://schemas.openxmlformats.org/officeDocument/2006/relationships/font" Target="fonts/ProximaNova-italic.fntdata"/><Relationship Id="rId76" Type="http://schemas.openxmlformats.org/officeDocument/2006/relationships/font" Target="fonts/ProximaNova-boldItalic.fntdata"/><Relationship Id="rId77" Type="http://schemas.openxmlformats.org/officeDocument/2006/relationships/font" Target="fonts/RobotoMedium-regular.fntdata"/><Relationship Id="rId78" Type="http://schemas.openxmlformats.org/officeDocument/2006/relationships/font" Target="fonts/RobotoMedium-bold.fntdata"/><Relationship Id="rId79" Type="http://schemas.openxmlformats.org/officeDocument/2006/relationships/font" Target="fonts/RobotoMedium-italic.fntdata"/><Relationship Id="rId80" Type="http://schemas.openxmlformats.org/officeDocument/2006/relationships/font" Target="fonts/RobotoMedium-boldItalic.fntdata"/><Relationship Id="rId81" Type="http://schemas.openxmlformats.org/officeDocument/2006/relationships/font" Target="fonts/AmaticSC-regular.fntdata"/><Relationship Id="rId82" Type="http://schemas.openxmlformats.org/officeDocument/2006/relationships/font" Target="fonts/AmaticSC-bold.fntdata"/><Relationship Id="rId83" Type="http://schemas.openxmlformats.org/officeDocument/2006/relationships/font" Target="fonts/Anaheim-regular.fntdata"/><Relationship Id="rId84" Type="http://schemas.openxmlformats.org/officeDocument/2006/relationships/font" Target="fonts/Anaheim-bold.fntdata"/><Relationship Id="rId85" Type="http://schemas.openxmlformats.org/officeDocument/2006/relationships/font" Target="fonts/BebasNeue-regular.fntdata"/><Relationship Id="rId86" Type="http://schemas.openxmlformats.org/officeDocument/2006/relationships/font" Target="fonts/LibreBaskerville-regular.fntdata"/><Relationship Id="rId87" Type="http://schemas.openxmlformats.org/officeDocument/2006/relationships/font" Target="fonts/LibreBaskerville-bold.fntdata"/><Relationship Id="rId88" Type="http://schemas.openxmlformats.org/officeDocument/2006/relationships/font" Target="fonts/LibreBaskerville-italic.fntdata"/><Relationship Id="rId89" Type="http://schemas.openxmlformats.org/officeDocument/2006/relationships/font" Target="fonts/LibreBaskerville-boldItalic.fntdata"/><Relationship Id="rId90" Type="http://schemas.openxmlformats.org/officeDocument/2006/relationships/font" Target="fonts/ProximaNovaSemibold-regular.fntdata"/><Relationship Id="rId91" Type="http://schemas.openxmlformats.org/officeDocument/2006/relationships/font" Target="fonts/ProximaNovaSemibold-bold.fntdata"/><Relationship Id="rId92" Type="http://schemas.openxmlformats.org/officeDocument/2006/relationships/font" Target="fonts/ProximaNovaSemibold-boldItalic.fntdata"/><Relationship Id="rId93" Type="http://schemas.openxmlformats.org/officeDocument/2006/relationships/font" Target="fonts/PTSans-regular.fntdata"/><Relationship Id="rId94" Type="http://schemas.openxmlformats.org/officeDocument/2006/relationships/font" Target="fonts/PTSans-bold.fntdata"/><Relationship Id="rId95" Type="http://schemas.openxmlformats.org/officeDocument/2006/relationships/font" Target="fonts/PTSans-italic.fntdata"/><Relationship Id="rId96" Type="http://schemas.openxmlformats.org/officeDocument/2006/relationships/font" Target="fonts/PTSans-boldItalic.fntdata"/><Relationship Id="rId97" Type="http://schemas.openxmlformats.org/officeDocument/2006/relationships/slide" Target="slides/slide63.xml"/><Relationship Id="rId98" Type="http://schemas.openxmlformats.org/officeDocument/2006/relationships/slide" Target="slides/slide64.xml"/><Relationship Id="rId99" Type="http://schemas.openxmlformats.org/officeDocument/2006/relationships/slide" Target="slides/slide65.xml"/><Relationship Id="rId100" Type="http://schemas.openxmlformats.org/officeDocument/2006/relationships/slide" Target="slides/slide66.xml"/><Relationship Id="rId101" Type="http://schemas.openxmlformats.org/officeDocument/2006/relationships/slide" Target="slides/slide67.xml"/><Relationship Id="rId102" Type="http://schemas.openxmlformats.org/officeDocument/2006/relationships/slide" Target="slides/slide68.xml"/><Relationship Id="rId103" Type="http://schemas.openxmlformats.org/officeDocument/2006/relationships/slide" Target="slides/slide69.xml"/><Relationship Id="rId104" Type="http://schemas.openxmlformats.org/officeDocument/2006/relationships/slide" Target="slides/slide70.xml"/><Relationship Id="rId105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32a9fe35b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32a9fe35b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54ff9c4cb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54ff9c4cb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4dda1946d_4_2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4dda1946d_4_2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54dda1946d_4_2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54dda1946d_4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d5260bdd8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d5260bdd8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1" name="Google Shape;11;p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4807434" y="1446527"/>
            <a:ext cx="3348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5454084" y="3559963"/>
            <a:ext cx="20547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" name="Google Shape;25;p2"/>
          <p:cNvSpPr/>
          <p:nvPr>
            <p:ph idx="2" type="pic"/>
          </p:nvPr>
        </p:nvSpPr>
        <p:spPr>
          <a:xfrm>
            <a:off x="1768907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9" name="Google Shape;29;p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3"/>
          <p:cNvSpPr txBox="1"/>
          <p:nvPr>
            <p:ph type="title"/>
          </p:nvPr>
        </p:nvSpPr>
        <p:spPr>
          <a:xfrm>
            <a:off x="4033260" y="2252993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3"/>
          <p:cNvSpPr txBox="1"/>
          <p:nvPr>
            <p:ph hasCustomPrompt="1" idx="2" type="title"/>
          </p:nvPr>
        </p:nvSpPr>
        <p:spPr>
          <a:xfrm>
            <a:off x="4033260" y="1391866"/>
            <a:ext cx="1705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4033260" y="2914233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/>
          <p:nvPr>
            <p:ph idx="3" type="pic"/>
          </p:nvPr>
        </p:nvSpPr>
        <p:spPr>
          <a:xfrm>
            <a:off x="1412484" y="819050"/>
            <a:ext cx="2216400" cy="2900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" name="Google Shape;43;p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subTitle"/>
          </p:nvPr>
        </p:nvSpPr>
        <p:spPr>
          <a:xfrm>
            <a:off x="720000" y="1017725"/>
            <a:ext cx="7704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55" name="Google Shape;55;p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" type="subTitle"/>
          </p:nvPr>
        </p:nvSpPr>
        <p:spPr>
          <a:xfrm>
            <a:off x="510372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5"/>
          <p:cNvSpPr txBox="1"/>
          <p:nvPr>
            <p:ph idx="2" type="subTitle"/>
          </p:nvPr>
        </p:nvSpPr>
        <p:spPr>
          <a:xfrm>
            <a:off x="207378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5"/>
          <p:cNvSpPr txBox="1"/>
          <p:nvPr>
            <p:ph idx="3" type="subTitle"/>
          </p:nvPr>
        </p:nvSpPr>
        <p:spPr>
          <a:xfrm>
            <a:off x="510372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4" type="subTitle"/>
          </p:nvPr>
        </p:nvSpPr>
        <p:spPr>
          <a:xfrm>
            <a:off x="207378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70" name="Google Shape;70;p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81" name="Google Shape;81;p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7"/>
          <p:cNvSpPr txBox="1"/>
          <p:nvPr>
            <p:ph type="title"/>
          </p:nvPr>
        </p:nvSpPr>
        <p:spPr>
          <a:xfrm>
            <a:off x="1478550" y="1790175"/>
            <a:ext cx="28443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subTitle"/>
          </p:nvPr>
        </p:nvSpPr>
        <p:spPr>
          <a:xfrm>
            <a:off x="5325700" y="1269825"/>
            <a:ext cx="2495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5" name="Google Shape;95;p7"/>
          <p:cNvGrpSpPr/>
          <p:nvPr/>
        </p:nvGrpSpPr>
        <p:grpSpPr>
          <a:xfrm>
            <a:off x="4202061" y="226477"/>
            <a:ext cx="998792" cy="4211136"/>
            <a:chOff x="4817850" y="671100"/>
            <a:chExt cx="455300" cy="1919650"/>
          </a:xfrm>
        </p:grpSpPr>
        <p:sp>
          <p:nvSpPr>
            <p:cNvPr id="96" name="Google Shape;96;p7"/>
            <p:cNvSpPr/>
            <p:nvPr/>
          </p:nvSpPr>
          <p:spPr>
            <a:xfrm>
              <a:off x="4827975" y="678125"/>
              <a:ext cx="432325" cy="1900450"/>
            </a:xfrm>
            <a:custGeom>
              <a:rect b="b" l="l" r="r" t="t"/>
              <a:pathLst>
                <a:path extrusionOk="0" h="76018" w="17293">
                  <a:moveTo>
                    <a:pt x="11529" y="0"/>
                  </a:moveTo>
                  <a:cubicBezTo>
                    <a:pt x="9474" y="1313"/>
                    <a:pt x="8047" y="3425"/>
                    <a:pt x="7191" y="5707"/>
                  </a:cubicBezTo>
                  <a:cubicBezTo>
                    <a:pt x="6335" y="7990"/>
                    <a:pt x="5993" y="10444"/>
                    <a:pt x="5765" y="12898"/>
                  </a:cubicBezTo>
                  <a:cubicBezTo>
                    <a:pt x="4794" y="23342"/>
                    <a:pt x="5365" y="33843"/>
                    <a:pt x="5194" y="44344"/>
                  </a:cubicBezTo>
                  <a:cubicBezTo>
                    <a:pt x="5023" y="54845"/>
                    <a:pt x="3995" y="65517"/>
                    <a:pt x="1" y="75219"/>
                  </a:cubicBezTo>
                  <a:cubicBezTo>
                    <a:pt x="2283" y="73678"/>
                    <a:pt x="4224" y="71452"/>
                    <a:pt x="5422" y="68941"/>
                  </a:cubicBezTo>
                  <a:cubicBezTo>
                    <a:pt x="6963" y="70996"/>
                    <a:pt x="7762" y="73507"/>
                    <a:pt x="7477" y="76018"/>
                  </a:cubicBezTo>
                  <a:cubicBezTo>
                    <a:pt x="9702" y="70653"/>
                    <a:pt x="10501" y="64775"/>
                    <a:pt x="10787" y="59011"/>
                  </a:cubicBezTo>
                  <a:cubicBezTo>
                    <a:pt x="11529" y="42518"/>
                    <a:pt x="9760" y="25796"/>
                    <a:pt x="12841" y="9588"/>
                  </a:cubicBezTo>
                  <a:cubicBezTo>
                    <a:pt x="13469" y="6278"/>
                    <a:pt x="14496" y="2683"/>
                    <a:pt x="17293" y="799"/>
                  </a:cubicBezTo>
                  <a:lnTo>
                    <a:pt x="17293" y="742"/>
                  </a:lnTo>
                  <a:cubicBezTo>
                    <a:pt x="15409" y="571"/>
                    <a:pt x="13412" y="57"/>
                    <a:pt x="1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4887950" y="712275"/>
              <a:ext cx="262650" cy="1724050"/>
            </a:xfrm>
            <a:custGeom>
              <a:rect b="b" l="l" r="r" t="t"/>
              <a:pathLst>
                <a:path extrusionOk="0" h="68962" w="10506">
                  <a:moveTo>
                    <a:pt x="9734" y="1"/>
                  </a:moveTo>
                  <a:cubicBezTo>
                    <a:pt x="8048" y="1"/>
                    <a:pt x="3310" y="4250"/>
                    <a:pt x="3137" y="25001"/>
                  </a:cubicBezTo>
                  <a:cubicBezTo>
                    <a:pt x="3080" y="37727"/>
                    <a:pt x="5021" y="57702"/>
                    <a:pt x="56" y="68774"/>
                  </a:cubicBezTo>
                  <a:cubicBezTo>
                    <a:pt x="0" y="68895"/>
                    <a:pt x="2" y="68961"/>
                    <a:pt x="49" y="68961"/>
                  </a:cubicBezTo>
                  <a:cubicBezTo>
                    <a:pt x="492" y="68961"/>
                    <a:pt x="4953" y="63156"/>
                    <a:pt x="4849" y="42122"/>
                  </a:cubicBezTo>
                  <a:cubicBezTo>
                    <a:pt x="4735" y="23460"/>
                    <a:pt x="3594" y="9763"/>
                    <a:pt x="10157" y="917"/>
                  </a:cubicBezTo>
                  <a:cubicBezTo>
                    <a:pt x="10505" y="444"/>
                    <a:pt x="10279" y="1"/>
                    <a:pt x="9734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5022675" y="1532650"/>
              <a:ext cx="68650" cy="909625"/>
            </a:xfrm>
            <a:custGeom>
              <a:rect b="b" l="l" r="r" t="t"/>
              <a:pathLst>
                <a:path extrusionOk="0" h="36385" w="2746">
                  <a:moveTo>
                    <a:pt x="1543" y="1"/>
                  </a:moveTo>
                  <a:cubicBezTo>
                    <a:pt x="1425" y="1"/>
                    <a:pt x="1283" y="270"/>
                    <a:pt x="1115" y="860"/>
                  </a:cubicBezTo>
                  <a:cubicBezTo>
                    <a:pt x="316" y="3657"/>
                    <a:pt x="1058" y="32477"/>
                    <a:pt x="31" y="36130"/>
                  </a:cubicBezTo>
                  <a:cubicBezTo>
                    <a:pt x="0" y="36222"/>
                    <a:pt x="52" y="36385"/>
                    <a:pt x="156" y="36385"/>
                  </a:cubicBezTo>
                  <a:cubicBezTo>
                    <a:pt x="437" y="36385"/>
                    <a:pt x="1098" y="35188"/>
                    <a:pt x="1515" y="28140"/>
                  </a:cubicBezTo>
                  <a:cubicBezTo>
                    <a:pt x="1515" y="28036"/>
                    <a:pt x="2746" y="1"/>
                    <a:pt x="1543" y="1"/>
                  </a:cubicBezTo>
                  <a:close/>
                </a:path>
              </a:pathLst>
            </a:custGeom>
            <a:solidFill>
              <a:srgbClr val="FFFFFF">
                <a:alpha val="5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4817850" y="671100"/>
              <a:ext cx="455300" cy="1919650"/>
            </a:xfrm>
            <a:custGeom>
              <a:rect b="b" l="l" r="r" t="t"/>
              <a:pathLst>
                <a:path extrusionOk="0" h="76786" w="18212">
                  <a:moveTo>
                    <a:pt x="13081" y="772"/>
                  </a:moveTo>
                  <a:cubicBezTo>
                    <a:pt x="14235" y="772"/>
                    <a:pt x="15510" y="1033"/>
                    <a:pt x="16899" y="1137"/>
                  </a:cubicBezTo>
                  <a:cubicBezTo>
                    <a:pt x="5998" y="12266"/>
                    <a:pt x="14502" y="61632"/>
                    <a:pt x="8167" y="74986"/>
                  </a:cubicBezTo>
                  <a:cubicBezTo>
                    <a:pt x="8053" y="72760"/>
                    <a:pt x="7425" y="70649"/>
                    <a:pt x="6284" y="68766"/>
                  </a:cubicBezTo>
                  <a:cubicBezTo>
                    <a:pt x="6185" y="68601"/>
                    <a:pt x="6097" y="68524"/>
                    <a:pt x="6006" y="68524"/>
                  </a:cubicBezTo>
                  <a:cubicBezTo>
                    <a:pt x="5465" y="68524"/>
                    <a:pt x="4818" y="71225"/>
                    <a:pt x="1205" y="74301"/>
                  </a:cubicBezTo>
                  <a:cubicBezTo>
                    <a:pt x="8567" y="55240"/>
                    <a:pt x="4800" y="35836"/>
                    <a:pt x="6398" y="16375"/>
                  </a:cubicBezTo>
                  <a:cubicBezTo>
                    <a:pt x="7536" y="2849"/>
                    <a:pt x="9824" y="772"/>
                    <a:pt x="13081" y="772"/>
                  </a:cubicBezTo>
                  <a:close/>
                  <a:moveTo>
                    <a:pt x="12497" y="0"/>
                  </a:moveTo>
                  <a:cubicBezTo>
                    <a:pt x="11978" y="0"/>
                    <a:pt x="11669" y="70"/>
                    <a:pt x="11249" y="224"/>
                  </a:cubicBezTo>
                  <a:lnTo>
                    <a:pt x="10735" y="224"/>
                  </a:lnTo>
                  <a:cubicBezTo>
                    <a:pt x="10621" y="338"/>
                    <a:pt x="10564" y="510"/>
                    <a:pt x="10450" y="624"/>
                  </a:cubicBezTo>
                  <a:cubicBezTo>
                    <a:pt x="10621" y="681"/>
                    <a:pt x="10165" y="909"/>
                    <a:pt x="9594" y="1537"/>
                  </a:cubicBezTo>
                  <a:cubicBezTo>
                    <a:pt x="9480" y="1651"/>
                    <a:pt x="9423" y="1765"/>
                    <a:pt x="9308" y="1879"/>
                  </a:cubicBezTo>
                  <a:cubicBezTo>
                    <a:pt x="634" y="12780"/>
                    <a:pt x="9879" y="51645"/>
                    <a:pt x="120" y="75272"/>
                  </a:cubicBezTo>
                  <a:cubicBezTo>
                    <a:pt x="0" y="75566"/>
                    <a:pt x="47" y="75704"/>
                    <a:pt x="218" y="75704"/>
                  </a:cubicBezTo>
                  <a:cubicBezTo>
                    <a:pt x="944" y="75704"/>
                    <a:pt x="3910" y="73223"/>
                    <a:pt x="5941" y="69622"/>
                  </a:cubicBezTo>
                  <a:cubicBezTo>
                    <a:pt x="7083" y="71676"/>
                    <a:pt x="7596" y="74016"/>
                    <a:pt x="7425" y="76356"/>
                  </a:cubicBezTo>
                  <a:cubicBezTo>
                    <a:pt x="7416" y="76634"/>
                    <a:pt x="7496" y="76785"/>
                    <a:pt x="7641" y="76785"/>
                  </a:cubicBezTo>
                  <a:cubicBezTo>
                    <a:pt x="8355" y="76785"/>
                    <a:pt x="10622" y="73102"/>
                    <a:pt x="11192" y="62944"/>
                  </a:cubicBezTo>
                  <a:cubicBezTo>
                    <a:pt x="12447" y="40288"/>
                    <a:pt x="9251" y="8614"/>
                    <a:pt x="18040" y="1137"/>
                  </a:cubicBezTo>
                  <a:cubicBezTo>
                    <a:pt x="18097" y="1137"/>
                    <a:pt x="18097" y="1080"/>
                    <a:pt x="18154" y="1080"/>
                  </a:cubicBezTo>
                  <a:cubicBezTo>
                    <a:pt x="18154" y="852"/>
                    <a:pt x="18154" y="624"/>
                    <a:pt x="18211" y="396"/>
                  </a:cubicBezTo>
                  <a:cubicBezTo>
                    <a:pt x="18040" y="396"/>
                    <a:pt x="17926" y="453"/>
                    <a:pt x="17812" y="453"/>
                  </a:cubicBezTo>
                  <a:cubicBezTo>
                    <a:pt x="14666" y="173"/>
                    <a:pt x="13319" y="0"/>
                    <a:pt x="124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8"/>
          <p:cNvGrpSpPr/>
          <p:nvPr/>
        </p:nvGrpSpPr>
        <p:grpSpPr>
          <a:xfrm>
            <a:off x="198360" y="132065"/>
            <a:ext cx="8747277" cy="4879363"/>
            <a:chOff x="236125" y="765625"/>
            <a:chExt cx="7143550" cy="4181475"/>
          </a:xfrm>
        </p:grpSpPr>
        <p:sp>
          <p:nvSpPr>
            <p:cNvPr id="103" name="Google Shape;103;p8"/>
            <p:cNvSpPr/>
            <p:nvPr/>
          </p:nvSpPr>
          <p:spPr>
            <a:xfrm>
              <a:off x="252925" y="779275"/>
              <a:ext cx="7098400" cy="4145900"/>
            </a:xfrm>
            <a:custGeom>
              <a:rect b="b" l="l" r="r" t="t"/>
              <a:pathLst>
                <a:path extrusionOk="0" h="165836" w="283936">
                  <a:moveTo>
                    <a:pt x="262815" y="6929"/>
                  </a:moveTo>
                  <a:lnTo>
                    <a:pt x="262815" y="6929"/>
                  </a:lnTo>
                  <a:cubicBezTo>
                    <a:pt x="262815" y="6929"/>
                    <a:pt x="262815" y="6929"/>
                    <a:pt x="262815" y="6929"/>
                  </a:cubicBezTo>
                  <a:cubicBezTo>
                    <a:pt x="262815" y="6929"/>
                    <a:pt x="262815" y="6929"/>
                    <a:pt x="262815" y="6929"/>
                  </a:cubicBezTo>
                  <a:close/>
                  <a:moveTo>
                    <a:pt x="13325" y="0"/>
                  </a:moveTo>
                  <a:cubicBezTo>
                    <a:pt x="11615" y="0"/>
                    <a:pt x="9895" y="34"/>
                    <a:pt x="8160" y="103"/>
                  </a:cubicBezTo>
                  <a:cubicBezTo>
                    <a:pt x="7197" y="140"/>
                    <a:pt x="5950" y="733"/>
                    <a:pt x="5222" y="1251"/>
                  </a:cubicBezTo>
                  <a:cubicBezTo>
                    <a:pt x="4852" y="10028"/>
                    <a:pt x="4481" y="18804"/>
                    <a:pt x="4099" y="27581"/>
                  </a:cubicBezTo>
                  <a:cubicBezTo>
                    <a:pt x="3037" y="52256"/>
                    <a:pt x="2605" y="76981"/>
                    <a:pt x="1618" y="101669"/>
                  </a:cubicBezTo>
                  <a:cubicBezTo>
                    <a:pt x="1235" y="111211"/>
                    <a:pt x="1642" y="120802"/>
                    <a:pt x="667" y="130319"/>
                  </a:cubicBezTo>
                  <a:cubicBezTo>
                    <a:pt x="1" y="136874"/>
                    <a:pt x="951" y="143527"/>
                    <a:pt x="272" y="150094"/>
                  </a:cubicBezTo>
                  <a:cubicBezTo>
                    <a:pt x="50" y="152378"/>
                    <a:pt x="235" y="154723"/>
                    <a:pt x="223" y="157019"/>
                  </a:cubicBezTo>
                  <a:cubicBezTo>
                    <a:pt x="210" y="158797"/>
                    <a:pt x="18837" y="159426"/>
                    <a:pt x="21442" y="159537"/>
                  </a:cubicBezTo>
                  <a:cubicBezTo>
                    <a:pt x="27898" y="159821"/>
                    <a:pt x="34366" y="159809"/>
                    <a:pt x="40810" y="160081"/>
                  </a:cubicBezTo>
                  <a:cubicBezTo>
                    <a:pt x="52536" y="160562"/>
                    <a:pt x="64275" y="161080"/>
                    <a:pt x="75990" y="161636"/>
                  </a:cubicBezTo>
                  <a:cubicBezTo>
                    <a:pt x="93777" y="162488"/>
                    <a:pt x="111763" y="163006"/>
                    <a:pt x="129563" y="163525"/>
                  </a:cubicBezTo>
                  <a:cubicBezTo>
                    <a:pt x="133142" y="163623"/>
                    <a:pt x="136734" y="163722"/>
                    <a:pt x="140326" y="163821"/>
                  </a:cubicBezTo>
                  <a:cubicBezTo>
                    <a:pt x="155559" y="164216"/>
                    <a:pt x="170816" y="164438"/>
                    <a:pt x="186036" y="164845"/>
                  </a:cubicBezTo>
                  <a:cubicBezTo>
                    <a:pt x="190205" y="164955"/>
                    <a:pt x="194377" y="164979"/>
                    <a:pt x="198550" y="164979"/>
                  </a:cubicBezTo>
                  <a:cubicBezTo>
                    <a:pt x="201713" y="164979"/>
                    <a:pt x="204876" y="164966"/>
                    <a:pt x="208039" y="164966"/>
                  </a:cubicBezTo>
                  <a:cubicBezTo>
                    <a:pt x="215663" y="164966"/>
                    <a:pt x="223282" y="165045"/>
                    <a:pt x="230882" y="165586"/>
                  </a:cubicBezTo>
                  <a:cubicBezTo>
                    <a:pt x="233530" y="165773"/>
                    <a:pt x="236169" y="165836"/>
                    <a:pt x="238806" y="165836"/>
                  </a:cubicBezTo>
                  <a:cubicBezTo>
                    <a:pt x="244022" y="165836"/>
                    <a:pt x="249227" y="165592"/>
                    <a:pt x="254468" y="165592"/>
                  </a:cubicBezTo>
                  <a:cubicBezTo>
                    <a:pt x="255656" y="165592"/>
                    <a:pt x="256846" y="165605"/>
                    <a:pt x="258038" y="165635"/>
                  </a:cubicBezTo>
                  <a:cubicBezTo>
                    <a:pt x="260450" y="165701"/>
                    <a:pt x="262862" y="165734"/>
                    <a:pt x="265275" y="165734"/>
                  </a:cubicBezTo>
                  <a:cubicBezTo>
                    <a:pt x="270100" y="165734"/>
                    <a:pt x="274925" y="165602"/>
                    <a:pt x="279739" y="165339"/>
                  </a:cubicBezTo>
                  <a:cubicBezTo>
                    <a:pt x="280134" y="165327"/>
                    <a:pt x="280566" y="165290"/>
                    <a:pt x="280862" y="165068"/>
                  </a:cubicBezTo>
                  <a:cubicBezTo>
                    <a:pt x="281159" y="164858"/>
                    <a:pt x="281208" y="164833"/>
                    <a:pt x="280838" y="164722"/>
                  </a:cubicBezTo>
                  <a:cubicBezTo>
                    <a:pt x="282615" y="156587"/>
                    <a:pt x="281541" y="147724"/>
                    <a:pt x="281628" y="139491"/>
                  </a:cubicBezTo>
                  <a:cubicBezTo>
                    <a:pt x="281689" y="134269"/>
                    <a:pt x="282282" y="129357"/>
                    <a:pt x="282245" y="124135"/>
                  </a:cubicBezTo>
                  <a:cubicBezTo>
                    <a:pt x="282220" y="118346"/>
                    <a:pt x="283269" y="112729"/>
                    <a:pt x="283195" y="106940"/>
                  </a:cubicBezTo>
                  <a:cubicBezTo>
                    <a:pt x="283035" y="94510"/>
                    <a:pt x="283158" y="82079"/>
                    <a:pt x="283553" y="69661"/>
                  </a:cubicBezTo>
                  <a:cubicBezTo>
                    <a:pt x="283936" y="57811"/>
                    <a:pt x="283664" y="45973"/>
                    <a:pt x="283788" y="34123"/>
                  </a:cubicBezTo>
                  <a:cubicBezTo>
                    <a:pt x="283899" y="24273"/>
                    <a:pt x="283825" y="14447"/>
                    <a:pt x="283936" y="4596"/>
                  </a:cubicBezTo>
                  <a:cubicBezTo>
                    <a:pt x="280052" y="4270"/>
                    <a:pt x="276155" y="4143"/>
                    <a:pt x="272260" y="4143"/>
                  </a:cubicBezTo>
                  <a:cubicBezTo>
                    <a:pt x="270856" y="4143"/>
                    <a:pt x="269452" y="4160"/>
                    <a:pt x="268049" y="4189"/>
                  </a:cubicBezTo>
                  <a:cubicBezTo>
                    <a:pt x="265099" y="4251"/>
                    <a:pt x="262137" y="4350"/>
                    <a:pt x="259199" y="4547"/>
                  </a:cubicBezTo>
                  <a:cubicBezTo>
                    <a:pt x="259589" y="4728"/>
                    <a:pt x="259934" y="4768"/>
                    <a:pt x="260281" y="4768"/>
                  </a:cubicBezTo>
                  <a:cubicBezTo>
                    <a:pt x="260549" y="4768"/>
                    <a:pt x="260818" y="4744"/>
                    <a:pt x="261107" y="4744"/>
                  </a:cubicBezTo>
                  <a:cubicBezTo>
                    <a:pt x="261285" y="4744"/>
                    <a:pt x="261470" y="4753"/>
                    <a:pt x="261667" y="4782"/>
                  </a:cubicBezTo>
                  <a:cubicBezTo>
                    <a:pt x="262272" y="4868"/>
                    <a:pt x="262853" y="5238"/>
                    <a:pt x="262914" y="5732"/>
                  </a:cubicBezTo>
                  <a:cubicBezTo>
                    <a:pt x="262951" y="6115"/>
                    <a:pt x="262840" y="6547"/>
                    <a:pt x="262815" y="6929"/>
                  </a:cubicBezTo>
                  <a:lnTo>
                    <a:pt x="262815" y="6929"/>
                  </a:lnTo>
                  <a:cubicBezTo>
                    <a:pt x="262816" y="6926"/>
                    <a:pt x="262832" y="6924"/>
                    <a:pt x="262863" y="6924"/>
                  </a:cubicBezTo>
                  <a:cubicBezTo>
                    <a:pt x="263681" y="6924"/>
                    <a:pt x="274870" y="8131"/>
                    <a:pt x="275690" y="8250"/>
                  </a:cubicBezTo>
                  <a:cubicBezTo>
                    <a:pt x="276344" y="8337"/>
                    <a:pt x="276616" y="8645"/>
                    <a:pt x="276900" y="9114"/>
                  </a:cubicBezTo>
                  <a:cubicBezTo>
                    <a:pt x="277196" y="9583"/>
                    <a:pt x="277221" y="10139"/>
                    <a:pt x="277246" y="10657"/>
                  </a:cubicBezTo>
                  <a:cubicBezTo>
                    <a:pt x="277542" y="17965"/>
                    <a:pt x="277678" y="25273"/>
                    <a:pt x="277641" y="32580"/>
                  </a:cubicBezTo>
                  <a:cubicBezTo>
                    <a:pt x="277529" y="55577"/>
                    <a:pt x="276764" y="78574"/>
                    <a:pt x="275814" y="101558"/>
                  </a:cubicBezTo>
                  <a:cubicBezTo>
                    <a:pt x="274999" y="121358"/>
                    <a:pt x="275369" y="141318"/>
                    <a:pt x="275196" y="161130"/>
                  </a:cubicBezTo>
                  <a:cubicBezTo>
                    <a:pt x="275184" y="161685"/>
                    <a:pt x="274876" y="161772"/>
                    <a:pt x="274246" y="162019"/>
                  </a:cubicBezTo>
                  <a:cubicBezTo>
                    <a:pt x="273763" y="162212"/>
                    <a:pt x="273213" y="162246"/>
                    <a:pt x="272666" y="162246"/>
                  </a:cubicBezTo>
                  <a:cubicBezTo>
                    <a:pt x="272513" y="162246"/>
                    <a:pt x="272360" y="162243"/>
                    <a:pt x="272209" y="162241"/>
                  </a:cubicBezTo>
                  <a:cubicBezTo>
                    <a:pt x="271024" y="162204"/>
                    <a:pt x="269827" y="162179"/>
                    <a:pt x="268642" y="162154"/>
                  </a:cubicBezTo>
                  <a:cubicBezTo>
                    <a:pt x="265988" y="162093"/>
                    <a:pt x="263235" y="162006"/>
                    <a:pt x="260853" y="161068"/>
                  </a:cubicBezTo>
                  <a:cubicBezTo>
                    <a:pt x="260752" y="161032"/>
                    <a:pt x="260640" y="161014"/>
                    <a:pt x="260527" y="161014"/>
                  </a:cubicBezTo>
                  <a:cubicBezTo>
                    <a:pt x="260335" y="161014"/>
                    <a:pt x="260141" y="161066"/>
                    <a:pt x="260001" y="161167"/>
                  </a:cubicBezTo>
                  <a:cubicBezTo>
                    <a:pt x="260013" y="161747"/>
                    <a:pt x="259964" y="162315"/>
                    <a:pt x="259878" y="162883"/>
                  </a:cubicBezTo>
                  <a:cubicBezTo>
                    <a:pt x="255977" y="162969"/>
                    <a:pt x="252064" y="163043"/>
                    <a:pt x="248163" y="163117"/>
                  </a:cubicBezTo>
                  <a:cubicBezTo>
                    <a:pt x="247226" y="163138"/>
                    <a:pt x="246276" y="163147"/>
                    <a:pt x="245317" y="163147"/>
                  </a:cubicBezTo>
                  <a:cubicBezTo>
                    <a:pt x="241830" y="163147"/>
                    <a:pt x="238240" y="163032"/>
                    <a:pt x="234832" y="162994"/>
                  </a:cubicBezTo>
                  <a:cubicBezTo>
                    <a:pt x="216859" y="162821"/>
                    <a:pt x="198874" y="162648"/>
                    <a:pt x="180938" y="161722"/>
                  </a:cubicBezTo>
                  <a:cubicBezTo>
                    <a:pt x="169396" y="161117"/>
                    <a:pt x="157880" y="160204"/>
                    <a:pt x="146363" y="159291"/>
                  </a:cubicBezTo>
                  <a:cubicBezTo>
                    <a:pt x="145350" y="159204"/>
                    <a:pt x="143993" y="158661"/>
                    <a:pt x="144437" y="157933"/>
                  </a:cubicBezTo>
                  <a:lnTo>
                    <a:pt x="144437" y="157933"/>
                  </a:lnTo>
                  <a:cubicBezTo>
                    <a:pt x="141376" y="159215"/>
                    <a:pt x="137912" y="159479"/>
                    <a:pt x="134414" y="159479"/>
                  </a:cubicBezTo>
                  <a:cubicBezTo>
                    <a:pt x="132863" y="159479"/>
                    <a:pt x="131305" y="159427"/>
                    <a:pt x="129772" y="159389"/>
                  </a:cubicBezTo>
                  <a:cubicBezTo>
                    <a:pt x="116626" y="159056"/>
                    <a:pt x="103554" y="158328"/>
                    <a:pt x="90408" y="158007"/>
                  </a:cubicBezTo>
                  <a:cubicBezTo>
                    <a:pt x="76743" y="157673"/>
                    <a:pt x="63078" y="157241"/>
                    <a:pt x="49413" y="156711"/>
                  </a:cubicBezTo>
                  <a:cubicBezTo>
                    <a:pt x="46198" y="156587"/>
                    <a:pt x="42966" y="156458"/>
                    <a:pt x="39743" y="156458"/>
                  </a:cubicBezTo>
                  <a:cubicBezTo>
                    <a:pt x="36199" y="156458"/>
                    <a:pt x="32667" y="156614"/>
                    <a:pt x="29182" y="157106"/>
                  </a:cubicBezTo>
                  <a:cubicBezTo>
                    <a:pt x="29293" y="156402"/>
                    <a:pt x="29058" y="155686"/>
                    <a:pt x="28811" y="154995"/>
                  </a:cubicBezTo>
                  <a:cubicBezTo>
                    <a:pt x="26661" y="155460"/>
                    <a:pt x="24406" y="155498"/>
                    <a:pt x="22151" y="155498"/>
                  </a:cubicBezTo>
                  <a:cubicBezTo>
                    <a:pt x="21715" y="155498"/>
                    <a:pt x="21279" y="155496"/>
                    <a:pt x="20844" y="155496"/>
                  </a:cubicBezTo>
                  <a:cubicBezTo>
                    <a:pt x="17974" y="155496"/>
                    <a:pt x="15137" y="155557"/>
                    <a:pt x="12554" y="156488"/>
                  </a:cubicBezTo>
                  <a:lnTo>
                    <a:pt x="12283" y="155674"/>
                  </a:lnTo>
                  <a:cubicBezTo>
                    <a:pt x="11966" y="155683"/>
                    <a:pt x="11648" y="155688"/>
                    <a:pt x="11331" y="155688"/>
                  </a:cubicBezTo>
                  <a:cubicBezTo>
                    <a:pt x="9116" y="155688"/>
                    <a:pt x="6903" y="155462"/>
                    <a:pt x="4765" y="155020"/>
                  </a:cubicBezTo>
                  <a:cubicBezTo>
                    <a:pt x="5691" y="146601"/>
                    <a:pt x="6247" y="137466"/>
                    <a:pt x="6790" y="129036"/>
                  </a:cubicBezTo>
                  <a:cubicBezTo>
                    <a:pt x="7172" y="123073"/>
                    <a:pt x="6888" y="116852"/>
                    <a:pt x="7037" y="110890"/>
                  </a:cubicBezTo>
                  <a:cubicBezTo>
                    <a:pt x="7111" y="108088"/>
                    <a:pt x="7185" y="105286"/>
                    <a:pt x="7037" y="102496"/>
                  </a:cubicBezTo>
                  <a:cubicBezTo>
                    <a:pt x="6506" y="92485"/>
                    <a:pt x="6469" y="82351"/>
                    <a:pt x="7407" y="72340"/>
                  </a:cubicBezTo>
                  <a:cubicBezTo>
                    <a:pt x="7864" y="67476"/>
                    <a:pt x="7283" y="62354"/>
                    <a:pt x="7234" y="57453"/>
                  </a:cubicBezTo>
                  <a:cubicBezTo>
                    <a:pt x="7209" y="54540"/>
                    <a:pt x="7654" y="51738"/>
                    <a:pt x="7888" y="48886"/>
                  </a:cubicBezTo>
                  <a:cubicBezTo>
                    <a:pt x="8172" y="45529"/>
                    <a:pt x="7876" y="42097"/>
                    <a:pt x="7999" y="38727"/>
                  </a:cubicBezTo>
                  <a:cubicBezTo>
                    <a:pt x="8419" y="27347"/>
                    <a:pt x="8987" y="16262"/>
                    <a:pt x="9690" y="4882"/>
                  </a:cubicBezTo>
                  <a:lnTo>
                    <a:pt x="9690" y="4882"/>
                  </a:lnTo>
                  <a:cubicBezTo>
                    <a:pt x="9690" y="4893"/>
                    <a:pt x="9698" y="4899"/>
                    <a:pt x="9714" y="4899"/>
                  </a:cubicBezTo>
                  <a:cubicBezTo>
                    <a:pt x="9874" y="4899"/>
                    <a:pt x="10795" y="4346"/>
                    <a:pt x="10851" y="4313"/>
                  </a:cubicBezTo>
                  <a:cubicBezTo>
                    <a:pt x="11221" y="4029"/>
                    <a:pt x="11616" y="3918"/>
                    <a:pt x="12135" y="3819"/>
                  </a:cubicBezTo>
                  <a:cubicBezTo>
                    <a:pt x="12863" y="3683"/>
                    <a:pt x="13604" y="3634"/>
                    <a:pt x="14332" y="3485"/>
                  </a:cubicBezTo>
                  <a:cubicBezTo>
                    <a:pt x="14812" y="3389"/>
                    <a:pt x="15360" y="3151"/>
                    <a:pt x="15880" y="3151"/>
                  </a:cubicBezTo>
                  <a:cubicBezTo>
                    <a:pt x="16096" y="3151"/>
                    <a:pt x="16306" y="3192"/>
                    <a:pt x="16504" y="3300"/>
                  </a:cubicBezTo>
                  <a:cubicBezTo>
                    <a:pt x="16628" y="3362"/>
                    <a:pt x="16739" y="3461"/>
                    <a:pt x="16862" y="3535"/>
                  </a:cubicBezTo>
                  <a:cubicBezTo>
                    <a:pt x="17155" y="3703"/>
                    <a:pt x="17557" y="3760"/>
                    <a:pt x="17995" y="3760"/>
                  </a:cubicBezTo>
                  <a:cubicBezTo>
                    <a:pt x="18777" y="3760"/>
                    <a:pt x="19676" y="3578"/>
                    <a:pt x="20269" y="3522"/>
                  </a:cubicBezTo>
                  <a:cubicBezTo>
                    <a:pt x="21491" y="3411"/>
                    <a:pt x="22701" y="3189"/>
                    <a:pt x="23886" y="2930"/>
                  </a:cubicBezTo>
                  <a:cubicBezTo>
                    <a:pt x="25083" y="2671"/>
                    <a:pt x="26268" y="2362"/>
                    <a:pt x="27466" y="2066"/>
                  </a:cubicBezTo>
                  <a:cubicBezTo>
                    <a:pt x="28071" y="1918"/>
                    <a:pt x="28675" y="1770"/>
                    <a:pt x="29293" y="1634"/>
                  </a:cubicBezTo>
                  <a:cubicBezTo>
                    <a:pt x="29710" y="1544"/>
                    <a:pt x="30467" y="1268"/>
                    <a:pt x="30952" y="1268"/>
                  </a:cubicBezTo>
                  <a:cubicBezTo>
                    <a:pt x="30998" y="1268"/>
                    <a:pt x="31042" y="1271"/>
                    <a:pt x="31083" y="1276"/>
                  </a:cubicBezTo>
                  <a:lnTo>
                    <a:pt x="31095" y="1264"/>
                  </a:lnTo>
                  <a:cubicBezTo>
                    <a:pt x="25137" y="419"/>
                    <a:pt x="19291" y="0"/>
                    <a:pt x="13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65250" y="775050"/>
              <a:ext cx="6837025" cy="4087575"/>
            </a:xfrm>
            <a:custGeom>
              <a:rect b="b" l="l" r="r" t="t"/>
              <a:pathLst>
                <a:path extrusionOk="0" h="163503" w="273481">
                  <a:moveTo>
                    <a:pt x="31725" y="1"/>
                  </a:moveTo>
                  <a:cubicBezTo>
                    <a:pt x="31725" y="445"/>
                    <a:pt x="31737" y="889"/>
                    <a:pt x="31737" y="1334"/>
                  </a:cubicBezTo>
                  <a:cubicBezTo>
                    <a:pt x="30330" y="1383"/>
                    <a:pt x="28614" y="1581"/>
                    <a:pt x="27207" y="1630"/>
                  </a:cubicBezTo>
                  <a:cubicBezTo>
                    <a:pt x="26046" y="1679"/>
                    <a:pt x="24861" y="1716"/>
                    <a:pt x="23763" y="2025"/>
                  </a:cubicBezTo>
                  <a:cubicBezTo>
                    <a:pt x="23096" y="2223"/>
                    <a:pt x="22479" y="2506"/>
                    <a:pt x="21825" y="2704"/>
                  </a:cubicBezTo>
                  <a:cubicBezTo>
                    <a:pt x="20442" y="3136"/>
                    <a:pt x="18936" y="3198"/>
                    <a:pt x="17504" y="3482"/>
                  </a:cubicBezTo>
                  <a:cubicBezTo>
                    <a:pt x="16505" y="3679"/>
                    <a:pt x="15517" y="3975"/>
                    <a:pt x="14492" y="4037"/>
                  </a:cubicBezTo>
                  <a:cubicBezTo>
                    <a:pt x="14375" y="4043"/>
                    <a:pt x="14253" y="4047"/>
                    <a:pt x="14130" y="4047"/>
                  </a:cubicBezTo>
                  <a:cubicBezTo>
                    <a:pt x="13759" y="4047"/>
                    <a:pt x="13372" y="4012"/>
                    <a:pt x="13048" y="3901"/>
                  </a:cubicBezTo>
                  <a:cubicBezTo>
                    <a:pt x="12604" y="3766"/>
                    <a:pt x="12308" y="3420"/>
                    <a:pt x="11814" y="3358"/>
                  </a:cubicBezTo>
                  <a:cubicBezTo>
                    <a:pt x="11741" y="3348"/>
                    <a:pt x="11666" y="3344"/>
                    <a:pt x="11590" y="3344"/>
                  </a:cubicBezTo>
                  <a:cubicBezTo>
                    <a:pt x="11487" y="3344"/>
                    <a:pt x="11383" y="3351"/>
                    <a:pt x="11283" y="3358"/>
                  </a:cubicBezTo>
                  <a:cubicBezTo>
                    <a:pt x="10234" y="3432"/>
                    <a:pt x="9148" y="3445"/>
                    <a:pt x="8148" y="3704"/>
                  </a:cubicBezTo>
                  <a:cubicBezTo>
                    <a:pt x="7098" y="3975"/>
                    <a:pt x="5988" y="4284"/>
                    <a:pt x="5321" y="5000"/>
                  </a:cubicBezTo>
                  <a:cubicBezTo>
                    <a:pt x="4062" y="6358"/>
                    <a:pt x="4889" y="9444"/>
                    <a:pt x="4753" y="11086"/>
                  </a:cubicBezTo>
                  <a:cubicBezTo>
                    <a:pt x="4531" y="13653"/>
                    <a:pt x="4333" y="16221"/>
                    <a:pt x="4148" y="18788"/>
                  </a:cubicBezTo>
                  <a:cubicBezTo>
                    <a:pt x="3778" y="24047"/>
                    <a:pt x="3482" y="29305"/>
                    <a:pt x="3260" y="34576"/>
                  </a:cubicBezTo>
                  <a:cubicBezTo>
                    <a:pt x="2827" y="44982"/>
                    <a:pt x="2679" y="55400"/>
                    <a:pt x="2827" y="65806"/>
                  </a:cubicBezTo>
                  <a:cubicBezTo>
                    <a:pt x="3087" y="83569"/>
                    <a:pt x="2642" y="100949"/>
                    <a:pt x="2507" y="118700"/>
                  </a:cubicBezTo>
                  <a:cubicBezTo>
                    <a:pt x="2457" y="124711"/>
                    <a:pt x="2408" y="130711"/>
                    <a:pt x="2124" y="136710"/>
                  </a:cubicBezTo>
                  <a:cubicBezTo>
                    <a:pt x="1840" y="142573"/>
                    <a:pt x="1926" y="148955"/>
                    <a:pt x="99" y="154633"/>
                  </a:cubicBezTo>
                  <a:cubicBezTo>
                    <a:pt x="50" y="154806"/>
                    <a:pt x="1" y="154979"/>
                    <a:pt x="87" y="155127"/>
                  </a:cubicBezTo>
                  <a:cubicBezTo>
                    <a:pt x="223" y="155349"/>
                    <a:pt x="556" y="155398"/>
                    <a:pt x="852" y="155423"/>
                  </a:cubicBezTo>
                  <a:cubicBezTo>
                    <a:pt x="3297" y="155658"/>
                    <a:pt x="5741" y="155892"/>
                    <a:pt x="8185" y="156127"/>
                  </a:cubicBezTo>
                  <a:cubicBezTo>
                    <a:pt x="8296" y="156361"/>
                    <a:pt x="8234" y="156645"/>
                    <a:pt x="8024" y="156843"/>
                  </a:cubicBezTo>
                  <a:cubicBezTo>
                    <a:pt x="9888" y="156225"/>
                    <a:pt x="11876" y="155855"/>
                    <a:pt x="13875" y="155719"/>
                  </a:cubicBezTo>
                  <a:cubicBezTo>
                    <a:pt x="14946" y="155644"/>
                    <a:pt x="16043" y="155627"/>
                    <a:pt x="17148" y="155627"/>
                  </a:cubicBezTo>
                  <a:cubicBezTo>
                    <a:pt x="18051" y="155627"/>
                    <a:pt x="18959" y="155639"/>
                    <a:pt x="19865" y="155639"/>
                  </a:cubicBezTo>
                  <a:cubicBezTo>
                    <a:pt x="21312" y="155639"/>
                    <a:pt x="22752" y="155610"/>
                    <a:pt x="24145" y="155460"/>
                  </a:cubicBezTo>
                  <a:lnTo>
                    <a:pt x="24145" y="155460"/>
                  </a:lnTo>
                  <a:cubicBezTo>
                    <a:pt x="24133" y="156398"/>
                    <a:pt x="24294" y="156966"/>
                    <a:pt x="24627" y="157867"/>
                  </a:cubicBezTo>
                  <a:cubicBezTo>
                    <a:pt x="24634" y="157886"/>
                    <a:pt x="24687" y="157894"/>
                    <a:pt x="24778" y="157894"/>
                  </a:cubicBezTo>
                  <a:cubicBezTo>
                    <a:pt x="25973" y="157894"/>
                    <a:pt x="33813" y="156448"/>
                    <a:pt x="34702" y="156448"/>
                  </a:cubicBezTo>
                  <a:cubicBezTo>
                    <a:pt x="34705" y="156448"/>
                    <a:pt x="34709" y="156448"/>
                    <a:pt x="34712" y="156448"/>
                  </a:cubicBezTo>
                  <a:cubicBezTo>
                    <a:pt x="36156" y="156485"/>
                    <a:pt x="37637" y="157077"/>
                    <a:pt x="39156" y="157188"/>
                  </a:cubicBezTo>
                  <a:cubicBezTo>
                    <a:pt x="39830" y="157241"/>
                    <a:pt x="40506" y="157260"/>
                    <a:pt x="41182" y="157260"/>
                  </a:cubicBezTo>
                  <a:cubicBezTo>
                    <a:pt x="42240" y="157260"/>
                    <a:pt x="43299" y="157214"/>
                    <a:pt x="44353" y="157176"/>
                  </a:cubicBezTo>
                  <a:cubicBezTo>
                    <a:pt x="46165" y="157110"/>
                    <a:pt x="47978" y="157082"/>
                    <a:pt x="49791" y="157082"/>
                  </a:cubicBezTo>
                  <a:cubicBezTo>
                    <a:pt x="58868" y="157082"/>
                    <a:pt x="67946" y="157787"/>
                    <a:pt x="76990" y="158003"/>
                  </a:cubicBezTo>
                  <a:cubicBezTo>
                    <a:pt x="88667" y="158275"/>
                    <a:pt x="100332" y="158682"/>
                    <a:pt x="111997" y="159200"/>
                  </a:cubicBezTo>
                  <a:cubicBezTo>
                    <a:pt x="116941" y="159416"/>
                    <a:pt x="122083" y="159943"/>
                    <a:pt x="127107" y="159943"/>
                  </a:cubicBezTo>
                  <a:cubicBezTo>
                    <a:pt x="128706" y="159943"/>
                    <a:pt x="130294" y="159890"/>
                    <a:pt x="131859" y="159756"/>
                  </a:cubicBezTo>
                  <a:cubicBezTo>
                    <a:pt x="134636" y="159521"/>
                    <a:pt x="137327" y="158855"/>
                    <a:pt x="139993" y="158188"/>
                  </a:cubicBezTo>
                  <a:cubicBezTo>
                    <a:pt x="141512" y="159521"/>
                    <a:pt x="143832" y="159731"/>
                    <a:pt x="146079" y="159904"/>
                  </a:cubicBezTo>
                  <a:cubicBezTo>
                    <a:pt x="153930" y="160484"/>
                    <a:pt x="161780" y="161077"/>
                    <a:pt x="169631" y="161669"/>
                  </a:cubicBezTo>
                  <a:cubicBezTo>
                    <a:pt x="188158" y="163059"/>
                    <a:pt x="206887" y="163503"/>
                    <a:pt x="225586" y="163503"/>
                  </a:cubicBezTo>
                  <a:cubicBezTo>
                    <a:pt x="235791" y="163503"/>
                    <a:pt x="245987" y="163370"/>
                    <a:pt x="256138" y="163187"/>
                  </a:cubicBezTo>
                  <a:cubicBezTo>
                    <a:pt x="255878" y="162657"/>
                    <a:pt x="255545" y="161867"/>
                    <a:pt x="255730" y="161323"/>
                  </a:cubicBezTo>
                  <a:lnTo>
                    <a:pt x="255730" y="161323"/>
                  </a:lnTo>
                  <a:cubicBezTo>
                    <a:pt x="258347" y="162002"/>
                    <a:pt x="261137" y="162064"/>
                    <a:pt x="263890" y="162126"/>
                  </a:cubicBezTo>
                  <a:cubicBezTo>
                    <a:pt x="264801" y="162146"/>
                    <a:pt x="266624" y="162388"/>
                    <a:pt x="268236" y="162388"/>
                  </a:cubicBezTo>
                  <a:cubicBezTo>
                    <a:pt x="269594" y="162388"/>
                    <a:pt x="270801" y="162216"/>
                    <a:pt x="271185" y="161595"/>
                  </a:cubicBezTo>
                  <a:cubicBezTo>
                    <a:pt x="271370" y="161286"/>
                    <a:pt x="270802" y="159484"/>
                    <a:pt x="270790" y="159077"/>
                  </a:cubicBezTo>
                  <a:cubicBezTo>
                    <a:pt x="270740" y="157707"/>
                    <a:pt x="270778" y="156337"/>
                    <a:pt x="270778" y="154966"/>
                  </a:cubicBezTo>
                  <a:cubicBezTo>
                    <a:pt x="269864" y="149350"/>
                    <a:pt x="270950" y="143289"/>
                    <a:pt x="270901" y="137660"/>
                  </a:cubicBezTo>
                  <a:cubicBezTo>
                    <a:pt x="270852" y="131488"/>
                    <a:pt x="270815" y="125316"/>
                    <a:pt x="271395" y="119157"/>
                  </a:cubicBezTo>
                  <a:cubicBezTo>
                    <a:pt x="272049" y="112121"/>
                    <a:pt x="271345" y="105504"/>
                    <a:pt x="271716" y="98456"/>
                  </a:cubicBezTo>
                  <a:cubicBezTo>
                    <a:pt x="272222" y="88630"/>
                    <a:pt x="272037" y="78792"/>
                    <a:pt x="272308" y="68979"/>
                  </a:cubicBezTo>
                  <a:cubicBezTo>
                    <a:pt x="272728" y="53228"/>
                    <a:pt x="273345" y="37489"/>
                    <a:pt x="273444" y="21738"/>
                  </a:cubicBezTo>
                  <a:cubicBezTo>
                    <a:pt x="273481" y="17492"/>
                    <a:pt x="273481" y="13196"/>
                    <a:pt x="272419" y="9024"/>
                  </a:cubicBezTo>
                  <a:cubicBezTo>
                    <a:pt x="271308" y="8493"/>
                    <a:pt x="270012" y="8111"/>
                    <a:pt x="268716" y="7975"/>
                  </a:cubicBezTo>
                  <a:cubicBezTo>
                    <a:pt x="265235" y="7629"/>
                    <a:pt x="261766" y="7271"/>
                    <a:pt x="258285" y="6926"/>
                  </a:cubicBezTo>
                  <a:cubicBezTo>
                    <a:pt x="258372" y="6358"/>
                    <a:pt x="258076" y="5815"/>
                    <a:pt x="258162" y="5259"/>
                  </a:cubicBezTo>
                  <a:cubicBezTo>
                    <a:pt x="240560" y="4049"/>
                    <a:pt x="222476" y="4321"/>
                    <a:pt x="204811" y="3840"/>
                  </a:cubicBezTo>
                  <a:cubicBezTo>
                    <a:pt x="198961" y="3680"/>
                    <a:pt x="193110" y="3601"/>
                    <a:pt x="187260" y="3601"/>
                  </a:cubicBezTo>
                  <a:cubicBezTo>
                    <a:pt x="183161" y="3601"/>
                    <a:pt x="179062" y="3640"/>
                    <a:pt x="174964" y="3716"/>
                  </a:cubicBezTo>
                  <a:cubicBezTo>
                    <a:pt x="169977" y="3815"/>
                    <a:pt x="164965" y="3877"/>
                    <a:pt x="159991" y="4173"/>
                  </a:cubicBezTo>
                  <a:cubicBezTo>
                    <a:pt x="156091" y="4408"/>
                    <a:pt x="152247" y="4930"/>
                    <a:pt x="148330" y="4930"/>
                  </a:cubicBezTo>
                  <a:cubicBezTo>
                    <a:pt x="147721" y="4930"/>
                    <a:pt x="147111" y="4917"/>
                    <a:pt x="146499" y="4889"/>
                  </a:cubicBezTo>
                  <a:cubicBezTo>
                    <a:pt x="108232" y="3124"/>
                    <a:pt x="69682" y="4259"/>
                    <a:pt x="31725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56275" y="875050"/>
              <a:ext cx="600875" cy="3631325"/>
            </a:xfrm>
            <a:custGeom>
              <a:rect b="b" l="l" r="r" t="t"/>
              <a:pathLst>
                <a:path extrusionOk="0" h="145253" w="24035">
                  <a:moveTo>
                    <a:pt x="19516" y="0"/>
                  </a:moveTo>
                  <a:cubicBezTo>
                    <a:pt x="19270" y="7234"/>
                    <a:pt x="18023" y="14430"/>
                    <a:pt x="15801" y="21442"/>
                  </a:cubicBezTo>
                  <a:cubicBezTo>
                    <a:pt x="10431" y="17948"/>
                    <a:pt x="14875" y="9826"/>
                    <a:pt x="9814" y="6049"/>
                  </a:cubicBezTo>
                  <a:cubicBezTo>
                    <a:pt x="9333" y="11961"/>
                    <a:pt x="8864" y="17886"/>
                    <a:pt x="8382" y="23799"/>
                  </a:cubicBezTo>
                  <a:cubicBezTo>
                    <a:pt x="4691" y="20294"/>
                    <a:pt x="7592" y="13998"/>
                    <a:pt x="3259" y="10986"/>
                  </a:cubicBezTo>
                  <a:cubicBezTo>
                    <a:pt x="1445" y="13011"/>
                    <a:pt x="1346" y="15677"/>
                    <a:pt x="1334" y="18170"/>
                  </a:cubicBezTo>
                  <a:cubicBezTo>
                    <a:pt x="1161" y="52894"/>
                    <a:pt x="5864" y="87716"/>
                    <a:pt x="1445" y="122254"/>
                  </a:cubicBezTo>
                  <a:cubicBezTo>
                    <a:pt x="803" y="127204"/>
                    <a:pt x="1" y="132278"/>
                    <a:pt x="1556" y="137092"/>
                  </a:cubicBezTo>
                  <a:cubicBezTo>
                    <a:pt x="2050" y="134981"/>
                    <a:pt x="2247" y="128500"/>
                    <a:pt x="4963" y="127476"/>
                  </a:cubicBezTo>
                  <a:lnTo>
                    <a:pt x="6000" y="141116"/>
                  </a:lnTo>
                  <a:cubicBezTo>
                    <a:pt x="6061" y="141943"/>
                    <a:pt x="6284" y="142930"/>
                    <a:pt x="7247" y="143227"/>
                  </a:cubicBezTo>
                  <a:cubicBezTo>
                    <a:pt x="8370" y="140314"/>
                    <a:pt x="9493" y="137400"/>
                    <a:pt x="10629" y="134487"/>
                  </a:cubicBezTo>
                  <a:cubicBezTo>
                    <a:pt x="11979" y="135955"/>
                    <a:pt x="11877" y="145253"/>
                    <a:pt x="15392" y="145253"/>
                  </a:cubicBezTo>
                  <a:cubicBezTo>
                    <a:pt x="15572" y="145253"/>
                    <a:pt x="15762" y="145228"/>
                    <a:pt x="15961" y="145177"/>
                  </a:cubicBezTo>
                  <a:cubicBezTo>
                    <a:pt x="17109" y="144881"/>
                    <a:pt x="17381" y="143696"/>
                    <a:pt x="17443" y="142733"/>
                  </a:cubicBezTo>
                  <a:cubicBezTo>
                    <a:pt x="17838" y="136524"/>
                    <a:pt x="16714" y="130685"/>
                    <a:pt x="17196" y="124489"/>
                  </a:cubicBezTo>
                  <a:cubicBezTo>
                    <a:pt x="17788" y="116971"/>
                    <a:pt x="18405" y="109441"/>
                    <a:pt x="18924" y="101912"/>
                  </a:cubicBezTo>
                  <a:cubicBezTo>
                    <a:pt x="19948" y="87087"/>
                    <a:pt x="20615" y="72237"/>
                    <a:pt x="19961" y="57387"/>
                  </a:cubicBezTo>
                  <a:cubicBezTo>
                    <a:pt x="19714" y="51437"/>
                    <a:pt x="20097" y="45475"/>
                    <a:pt x="20492" y="39525"/>
                  </a:cubicBezTo>
                  <a:cubicBezTo>
                    <a:pt x="20887" y="33514"/>
                    <a:pt x="21282" y="27502"/>
                    <a:pt x="21677" y="21491"/>
                  </a:cubicBezTo>
                  <a:cubicBezTo>
                    <a:pt x="22010" y="16356"/>
                    <a:pt x="24034" y="10381"/>
                    <a:pt x="23491" y="5333"/>
                  </a:cubicBezTo>
                  <a:cubicBezTo>
                    <a:pt x="23257" y="3185"/>
                    <a:pt x="21936" y="975"/>
                    <a:pt x="19516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356275" y="805775"/>
              <a:ext cx="440975" cy="805400"/>
            </a:xfrm>
            <a:custGeom>
              <a:rect b="b" l="l" r="r" t="t"/>
              <a:pathLst>
                <a:path extrusionOk="0" h="32216" w="17639">
                  <a:moveTo>
                    <a:pt x="9291" y="1"/>
                  </a:moveTo>
                  <a:cubicBezTo>
                    <a:pt x="1720" y="1"/>
                    <a:pt x="2104" y="4839"/>
                    <a:pt x="1705" y="8733"/>
                  </a:cubicBezTo>
                  <a:cubicBezTo>
                    <a:pt x="464" y="20575"/>
                    <a:pt x="0" y="32216"/>
                    <a:pt x="560" y="32216"/>
                  </a:cubicBezTo>
                  <a:cubicBezTo>
                    <a:pt x="940" y="32216"/>
                    <a:pt x="1794" y="26828"/>
                    <a:pt x="3199" y="12449"/>
                  </a:cubicBezTo>
                  <a:cubicBezTo>
                    <a:pt x="3947" y="4891"/>
                    <a:pt x="2411" y="1282"/>
                    <a:pt x="11094" y="1282"/>
                  </a:cubicBezTo>
                  <a:cubicBezTo>
                    <a:pt x="12721" y="1282"/>
                    <a:pt x="14707" y="1409"/>
                    <a:pt x="17135" y="1660"/>
                  </a:cubicBezTo>
                  <a:cubicBezTo>
                    <a:pt x="17151" y="1662"/>
                    <a:pt x="17167" y="1662"/>
                    <a:pt x="17183" y="1662"/>
                  </a:cubicBezTo>
                  <a:cubicBezTo>
                    <a:pt x="17562" y="1662"/>
                    <a:pt x="17638" y="1237"/>
                    <a:pt x="17259" y="1154"/>
                  </a:cubicBezTo>
                  <a:cubicBezTo>
                    <a:pt x="13920" y="348"/>
                    <a:pt x="11320" y="1"/>
                    <a:pt x="929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272225" y="2539850"/>
              <a:ext cx="107375" cy="1619150"/>
            </a:xfrm>
            <a:custGeom>
              <a:rect b="b" l="l" r="r" t="t"/>
              <a:pathLst>
                <a:path extrusionOk="0" h="64766" w="4295">
                  <a:moveTo>
                    <a:pt x="4261" y="1"/>
                  </a:moveTo>
                  <a:cubicBezTo>
                    <a:pt x="3906" y="1"/>
                    <a:pt x="1" y="50990"/>
                    <a:pt x="2240" y="63624"/>
                  </a:cubicBezTo>
                  <a:cubicBezTo>
                    <a:pt x="2378" y="64396"/>
                    <a:pt x="2496" y="64765"/>
                    <a:pt x="2600" y="64765"/>
                  </a:cubicBezTo>
                  <a:cubicBezTo>
                    <a:pt x="3514" y="64765"/>
                    <a:pt x="3268" y="36099"/>
                    <a:pt x="4277" y="892"/>
                  </a:cubicBezTo>
                  <a:cubicBezTo>
                    <a:pt x="4294" y="286"/>
                    <a:pt x="4288" y="1"/>
                    <a:pt x="426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1487325" y="4737750"/>
              <a:ext cx="2220050" cy="87775"/>
            </a:xfrm>
            <a:custGeom>
              <a:rect b="b" l="l" r="r" t="t"/>
              <a:pathLst>
                <a:path extrusionOk="0" h="3511" w="88802">
                  <a:moveTo>
                    <a:pt x="1225" y="0"/>
                  </a:moveTo>
                  <a:cubicBezTo>
                    <a:pt x="25" y="0"/>
                    <a:pt x="1" y="39"/>
                    <a:pt x="1482" y="125"/>
                  </a:cubicBezTo>
                  <a:cubicBezTo>
                    <a:pt x="15859" y="957"/>
                    <a:pt x="72711" y="3511"/>
                    <a:pt x="85294" y="3511"/>
                  </a:cubicBezTo>
                  <a:cubicBezTo>
                    <a:pt x="88375" y="3511"/>
                    <a:pt x="88801" y="3357"/>
                    <a:pt x="85297" y="2988"/>
                  </a:cubicBezTo>
                  <a:cubicBezTo>
                    <a:pt x="74817" y="1877"/>
                    <a:pt x="9572" y="0"/>
                    <a:pt x="1225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3658675" y="4792750"/>
              <a:ext cx="993975" cy="99475"/>
            </a:xfrm>
            <a:custGeom>
              <a:rect b="b" l="l" r="r" t="t"/>
              <a:pathLst>
                <a:path extrusionOk="0" h="3979" w="39759">
                  <a:moveTo>
                    <a:pt x="3269" y="1"/>
                  </a:moveTo>
                  <a:cubicBezTo>
                    <a:pt x="0" y="1"/>
                    <a:pt x="3284" y="649"/>
                    <a:pt x="20625" y="2381"/>
                  </a:cubicBezTo>
                  <a:cubicBezTo>
                    <a:pt x="33674" y="3679"/>
                    <a:pt x="35821" y="3979"/>
                    <a:pt x="38439" y="3979"/>
                  </a:cubicBezTo>
                  <a:cubicBezTo>
                    <a:pt x="38659" y="3979"/>
                    <a:pt x="38883" y="3977"/>
                    <a:pt x="39116" y="3973"/>
                  </a:cubicBezTo>
                  <a:cubicBezTo>
                    <a:pt x="39524" y="3973"/>
                    <a:pt x="39758" y="3455"/>
                    <a:pt x="39289" y="3356"/>
                  </a:cubicBezTo>
                  <a:cubicBezTo>
                    <a:pt x="31961" y="1772"/>
                    <a:pt x="8670" y="1"/>
                    <a:pt x="326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6927925" y="942675"/>
              <a:ext cx="370325" cy="3828725"/>
            </a:xfrm>
            <a:custGeom>
              <a:rect b="b" l="l" r="r" t="t"/>
              <a:pathLst>
                <a:path extrusionOk="0" h="153149" w="14813">
                  <a:moveTo>
                    <a:pt x="3014" y="1"/>
                  </a:moveTo>
                  <a:cubicBezTo>
                    <a:pt x="1061" y="1"/>
                    <a:pt x="1" y="243"/>
                    <a:pt x="1370" y="295"/>
                  </a:cubicBezTo>
                  <a:cubicBezTo>
                    <a:pt x="14813" y="813"/>
                    <a:pt x="11295" y="3516"/>
                    <a:pt x="10690" y="27340"/>
                  </a:cubicBezTo>
                  <a:cubicBezTo>
                    <a:pt x="10221" y="45757"/>
                    <a:pt x="7814" y="133226"/>
                    <a:pt x="8653" y="152483"/>
                  </a:cubicBezTo>
                  <a:cubicBezTo>
                    <a:pt x="8677" y="152932"/>
                    <a:pt x="9090" y="153149"/>
                    <a:pt x="9513" y="153149"/>
                  </a:cubicBezTo>
                  <a:cubicBezTo>
                    <a:pt x="9963" y="153149"/>
                    <a:pt x="10424" y="152904"/>
                    <a:pt x="10443" y="152434"/>
                  </a:cubicBezTo>
                  <a:cubicBezTo>
                    <a:pt x="10443" y="152285"/>
                    <a:pt x="13295" y="5282"/>
                    <a:pt x="13295" y="5146"/>
                  </a:cubicBezTo>
                  <a:cubicBezTo>
                    <a:pt x="13223" y="819"/>
                    <a:pt x="6607" y="1"/>
                    <a:pt x="3014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463025" y="1549100"/>
              <a:ext cx="55775" cy="300100"/>
            </a:xfrm>
            <a:custGeom>
              <a:rect b="b" l="l" r="r" t="t"/>
              <a:pathLst>
                <a:path extrusionOk="0" h="12004" w="2231">
                  <a:moveTo>
                    <a:pt x="1763" y="1"/>
                  </a:moveTo>
                  <a:cubicBezTo>
                    <a:pt x="1159" y="1"/>
                    <a:pt x="0" y="10418"/>
                    <a:pt x="632" y="11699"/>
                  </a:cubicBezTo>
                  <a:cubicBezTo>
                    <a:pt x="691" y="11816"/>
                    <a:pt x="927" y="12004"/>
                    <a:pt x="1185" y="12004"/>
                  </a:cubicBezTo>
                  <a:cubicBezTo>
                    <a:pt x="1526" y="12004"/>
                    <a:pt x="1904" y="11675"/>
                    <a:pt x="1953" y="10416"/>
                  </a:cubicBezTo>
                  <a:cubicBezTo>
                    <a:pt x="2230" y="2641"/>
                    <a:pt x="2067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7097450" y="1961600"/>
              <a:ext cx="56425" cy="513700"/>
            </a:xfrm>
            <a:custGeom>
              <a:rect b="b" l="l" r="r" t="t"/>
              <a:pathLst>
                <a:path extrusionOk="0" h="20548" w="2257">
                  <a:moveTo>
                    <a:pt x="1876" y="1"/>
                  </a:moveTo>
                  <a:cubicBezTo>
                    <a:pt x="1371" y="1"/>
                    <a:pt x="1" y="16884"/>
                    <a:pt x="601" y="19517"/>
                  </a:cubicBezTo>
                  <a:cubicBezTo>
                    <a:pt x="762" y="20230"/>
                    <a:pt x="910" y="20548"/>
                    <a:pt x="1044" y="20548"/>
                  </a:cubicBezTo>
                  <a:cubicBezTo>
                    <a:pt x="1994" y="20548"/>
                    <a:pt x="2257" y="4563"/>
                    <a:pt x="2008" y="668"/>
                  </a:cubicBezTo>
                  <a:cubicBezTo>
                    <a:pt x="1977" y="209"/>
                    <a:pt x="1932" y="1"/>
                    <a:pt x="1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36125" y="765625"/>
              <a:ext cx="7143550" cy="4181475"/>
            </a:xfrm>
            <a:custGeom>
              <a:rect b="b" l="l" r="r" t="t"/>
              <a:pathLst>
                <a:path extrusionOk="0" h="167259" w="285742">
                  <a:moveTo>
                    <a:pt x="12572" y="5229"/>
                  </a:moveTo>
                  <a:lnTo>
                    <a:pt x="12572" y="5229"/>
                  </a:lnTo>
                  <a:cubicBezTo>
                    <a:pt x="8807" y="22733"/>
                    <a:pt x="14485" y="23806"/>
                    <a:pt x="9326" y="64702"/>
                  </a:cubicBezTo>
                  <a:cubicBezTo>
                    <a:pt x="9005" y="67208"/>
                    <a:pt x="8795" y="69380"/>
                    <a:pt x="8684" y="71281"/>
                  </a:cubicBezTo>
                  <a:cubicBezTo>
                    <a:pt x="8955" y="37076"/>
                    <a:pt x="9400" y="5945"/>
                    <a:pt x="12572" y="5229"/>
                  </a:cubicBezTo>
                  <a:close/>
                  <a:moveTo>
                    <a:pt x="36260" y="2093"/>
                  </a:moveTo>
                  <a:cubicBezTo>
                    <a:pt x="33125" y="24967"/>
                    <a:pt x="32927" y="44594"/>
                    <a:pt x="30261" y="123187"/>
                  </a:cubicBezTo>
                  <a:cubicBezTo>
                    <a:pt x="29226" y="153584"/>
                    <a:pt x="30171" y="155921"/>
                    <a:pt x="27032" y="155921"/>
                  </a:cubicBezTo>
                  <a:cubicBezTo>
                    <a:pt x="26461" y="155921"/>
                    <a:pt x="25756" y="155844"/>
                    <a:pt x="24879" y="155844"/>
                  </a:cubicBezTo>
                  <a:cubicBezTo>
                    <a:pt x="24656" y="155844"/>
                    <a:pt x="24421" y="155849"/>
                    <a:pt x="24175" y="155862"/>
                  </a:cubicBezTo>
                  <a:lnTo>
                    <a:pt x="24175" y="155862"/>
                  </a:lnTo>
                  <a:cubicBezTo>
                    <a:pt x="28261" y="126187"/>
                    <a:pt x="26015" y="96438"/>
                    <a:pt x="27582" y="66776"/>
                  </a:cubicBezTo>
                  <a:cubicBezTo>
                    <a:pt x="28730" y="45063"/>
                    <a:pt x="32162" y="22510"/>
                    <a:pt x="31026" y="3032"/>
                  </a:cubicBezTo>
                  <a:cubicBezTo>
                    <a:pt x="35223" y="2612"/>
                    <a:pt x="36198" y="2279"/>
                    <a:pt x="36260" y="2093"/>
                  </a:cubicBezTo>
                  <a:close/>
                  <a:moveTo>
                    <a:pt x="29201" y="2902"/>
                  </a:moveTo>
                  <a:cubicBezTo>
                    <a:pt x="31566" y="2902"/>
                    <a:pt x="29828" y="10492"/>
                    <a:pt x="26521" y="63134"/>
                  </a:cubicBezTo>
                  <a:cubicBezTo>
                    <a:pt x="24781" y="90816"/>
                    <a:pt x="26792" y="155775"/>
                    <a:pt x="21648" y="155775"/>
                  </a:cubicBezTo>
                  <a:cubicBezTo>
                    <a:pt x="21647" y="155775"/>
                    <a:pt x="21646" y="155775"/>
                    <a:pt x="21645" y="155775"/>
                  </a:cubicBezTo>
                  <a:cubicBezTo>
                    <a:pt x="21797" y="115385"/>
                    <a:pt x="21885" y="70512"/>
                    <a:pt x="21661" y="70512"/>
                  </a:cubicBezTo>
                  <a:cubicBezTo>
                    <a:pt x="21577" y="70512"/>
                    <a:pt x="21448" y="76903"/>
                    <a:pt x="21262" y="92340"/>
                  </a:cubicBezTo>
                  <a:cubicBezTo>
                    <a:pt x="20521" y="153545"/>
                    <a:pt x="22074" y="156137"/>
                    <a:pt x="18710" y="156137"/>
                  </a:cubicBezTo>
                  <a:cubicBezTo>
                    <a:pt x="18399" y="156137"/>
                    <a:pt x="18046" y="156114"/>
                    <a:pt x="17645" y="156114"/>
                  </a:cubicBezTo>
                  <a:cubicBezTo>
                    <a:pt x="17252" y="156114"/>
                    <a:pt x="16814" y="156136"/>
                    <a:pt x="16325" y="156220"/>
                  </a:cubicBezTo>
                  <a:lnTo>
                    <a:pt x="16325" y="156220"/>
                  </a:lnTo>
                  <a:cubicBezTo>
                    <a:pt x="17217" y="136086"/>
                    <a:pt x="17827" y="111718"/>
                    <a:pt x="17563" y="111718"/>
                  </a:cubicBezTo>
                  <a:cubicBezTo>
                    <a:pt x="17535" y="111718"/>
                    <a:pt x="17497" y="111995"/>
                    <a:pt x="17448" y="112584"/>
                  </a:cubicBezTo>
                  <a:cubicBezTo>
                    <a:pt x="13473" y="160602"/>
                    <a:pt x="17152" y="155862"/>
                    <a:pt x="13621" y="156788"/>
                  </a:cubicBezTo>
                  <a:cubicBezTo>
                    <a:pt x="11103" y="134038"/>
                    <a:pt x="16806" y="110263"/>
                    <a:pt x="17324" y="38706"/>
                  </a:cubicBezTo>
                  <a:cubicBezTo>
                    <a:pt x="17494" y="14638"/>
                    <a:pt x="18133" y="4624"/>
                    <a:pt x="18730" y="4624"/>
                  </a:cubicBezTo>
                  <a:cubicBezTo>
                    <a:pt x="19918" y="4624"/>
                    <a:pt x="20939" y="44220"/>
                    <a:pt x="17769" y="91636"/>
                  </a:cubicBezTo>
                  <a:cubicBezTo>
                    <a:pt x="17255" y="99319"/>
                    <a:pt x="17178" y="102733"/>
                    <a:pt x="17350" y="102733"/>
                  </a:cubicBezTo>
                  <a:cubicBezTo>
                    <a:pt x="17898" y="102733"/>
                    <a:pt x="20969" y="68236"/>
                    <a:pt x="20546" y="26732"/>
                  </a:cubicBezTo>
                  <a:cubicBezTo>
                    <a:pt x="20275" y="452"/>
                    <a:pt x="17905" y="5760"/>
                    <a:pt x="24965" y="4180"/>
                  </a:cubicBezTo>
                  <a:lnTo>
                    <a:pt x="24965" y="4180"/>
                  </a:lnTo>
                  <a:cubicBezTo>
                    <a:pt x="25114" y="17795"/>
                    <a:pt x="24620" y="31423"/>
                    <a:pt x="24249" y="45026"/>
                  </a:cubicBezTo>
                  <a:cubicBezTo>
                    <a:pt x="23959" y="55390"/>
                    <a:pt x="23999" y="59698"/>
                    <a:pt x="24201" y="59698"/>
                  </a:cubicBezTo>
                  <a:cubicBezTo>
                    <a:pt x="24669" y="59698"/>
                    <a:pt x="26005" y="36673"/>
                    <a:pt x="26126" y="12253"/>
                  </a:cubicBezTo>
                  <a:cubicBezTo>
                    <a:pt x="26126" y="11746"/>
                    <a:pt x="25694" y="3994"/>
                    <a:pt x="26027" y="3908"/>
                  </a:cubicBezTo>
                  <a:cubicBezTo>
                    <a:pt x="27475" y="3546"/>
                    <a:pt x="28512" y="2902"/>
                    <a:pt x="29201" y="2902"/>
                  </a:cubicBezTo>
                  <a:close/>
                  <a:moveTo>
                    <a:pt x="69065" y="156317"/>
                  </a:moveTo>
                  <a:cubicBezTo>
                    <a:pt x="96035" y="156317"/>
                    <a:pt x="120746" y="158778"/>
                    <a:pt x="107500" y="158778"/>
                  </a:cubicBezTo>
                  <a:cubicBezTo>
                    <a:pt x="106091" y="158778"/>
                    <a:pt x="104253" y="158750"/>
                    <a:pt x="101942" y="158689"/>
                  </a:cubicBezTo>
                  <a:cubicBezTo>
                    <a:pt x="51974" y="157343"/>
                    <a:pt x="57590" y="157454"/>
                    <a:pt x="43531" y="157244"/>
                  </a:cubicBezTo>
                  <a:cubicBezTo>
                    <a:pt x="51484" y="156572"/>
                    <a:pt x="60392" y="156317"/>
                    <a:pt x="69065" y="156317"/>
                  </a:cubicBezTo>
                  <a:close/>
                  <a:moveTo>
                    <a:pt x="264751" y="7951"/>
                  </a:moveTo>
                  <a:cubicBezTo>
                    <a:pt x="265113" y="7951"/>
                    <a:pt x="265614" y="8254"/>
                    <a:pt x="266314" y="8339"/>
                  </a:cubicBezTo>
                  <a:cubicBezTo>
                    <a:pt x="268400" y="37792"/>
                    <a:pt x="268252" y="31213"/>
                    <a:pt x="266487" y="73071"/>
                  </a:cubicBezTo>
                  <a:cubicBezTo>
                    <a:pt x="265883" y="87393"/>
                    <a:pt x="265807" y="93151"/>
                    <a:pt x="265992" y="93151"/>
                  </a:cubicBezTo>
                  <a:cubicBezTo>
                    <a:pt x="266583" y="93151"/>
                    <a:pt x="269842" y="34510"/>
                    <a:pt x="267154" y="8438"/>
                  </a:cubicBezTo>
                  <a:lnTo>
                    <a:pt x="267154" y="8438"/>
                  </a:lnTo>
                  <a:cubicBezTo>
                    <a:pt x="273400" y="9191"/>
                    <a:pt x="271770" y="6068"/>
                    <a:pt x="272227" y="25115"/>
                  </a:cubicBezTo>
                  <a:cubicBezTo>
                    <a:pt x="272457" y="34593"/>
                    <a:pt x="272811" y="41098"/>
                    <a:pt x="273031" y="41098"/>
                  </a:cubicBezTo>
                  <a:cubicBezTo>
                    <a:pt x="273166" y="41098"/>
                    <a:pt x="273250" y="38679"/>
                    <a:pt x="273227" y="33040"/>
                  </a:cubicBezTo>
                  <a:cubicBezTo>
                    <a:pt x="273126" y="11547"/>
                    <a:pt x="271874" y="9079"/>
                    <a:pt x="273384" y="9079"/>
                  </a:cubicBezTo>
                  <a:cubicBezTo>
                    <a:pt x="273724" y="9079"/>
                    <a:pt x="274204" y="9204"/>
                    <a:pt x="274869" y="9265"/>
                  </a:cubicBezTo>
                  <a:cubicBezTo>
                    <a:pt x="274213" y="14962"/>
                    <a:pt x="275022" y="23272"/>
                    <a:pt x="275548" y="23272"/>
                  </a:cubicBezTo>
                  <a:cubicBezTo>
                    <a:pt x="275894" y="23272"/>
                    <a:pt x="276117" y="19676"/>
                    <a:pt x="275720" y="9376"/>
                  </a:cubicBezTo>
                  <a:lnTo>
                    <a:pt x="275720" y="9376"/>
                  </a:lnTo>
                  <a:cubicBezTo>
                    <a:pt x="280349" y="10142"/>
                    <a:pt x="276251" y="81144"/>
                    <a:pt x="275498" y="126397"/>
                  </a:cubicBezTo>
                  <a:cubicBezTo>
                    <a:pt x="274957" y="159675"/>
                    <a:pt x="276599" y="162565"/>
                    <a:pt x="274274" y="162565"/>
                  </a:cubicBezTo>
                  <a:cubicBezTo>
                    <a:pt x="273785" y="162565"/>
                    <a:pt x="273121" y="162437"/>
                    <a:pt x="272225" y="162437"/>
                  </a:cubicBezTo>
                  <a:cubicBezTo>
                    <a:pt x="272137" y="162437"/>
                    <a:pt x="272048" y="162438"/>
                    <a:pt x="271955" y="162441"/>
                  </a:cubicBezTo>
                  <a:cubicBezTo>
                    <a:pt x="269672" y="113670"/>
                    <a:pt x="275794" y="100968"/>
                    <a:pt x="274202" y="69590"/>
                  </a:cubicBezTo>
                  <a:cubicBezTo>
                    <a:pt x="273572" y="56987"/>
                    <a:pt x="273647" y="56036"/>
                    <a:pt x="275054" y="43421"/>
                  </a:cubicBezTo>
                  <a:cubicBezTo>
                    <a:pt x="275083" y="43164"/>
                    <a:pt x="275075" y="43038"/>
                    <a:pt x="275038" y="43038"/>
                  </a:cubicBezTo>
                  <a:cubicBezTo>
                    <a:pt x="274735" y="43038"/>
                    <a:pt x="272471" y="51685"/>
                    <a:pt x="273165" y="66541"/>
                  </a:cubicBezTo>
                  <a:cubicBezTo>
                    <a:pt x="274795" y="101166"/>
                    <a:pt x="270499" y="111658"/>
                    <a:pt x="270314" y="136420"/>
                  </a:cubicBezTo>
                  <a:cubicBezTo>
                    <a:pt x="270138" y="159495"/>
                    <a:pt x="272413" y="162613"/>
                    <a:pt x="269680" y="162613"/>
                  </a:cubicBezTo>
                  <a:cubicBezTo>
                    <a:pt x="268954" y="162613"/>
                    <a:pt x="267875" y="162393"/>
                    <a:pt x="266302" y="162268"/>
                  </a:cubicBezTo>
                  <a:cubicBezTo>
                    <a:pt x="267692" y="107581"/>
                    <a:pt x="267084" y="102044"/>
                    <a:pt x="266807" y="102044"/>
                  </a:cubicBezTo>
                  <a:cubicBezTo>
                    <a:pt x="266745" y="102044"/>
                    <a:pt x="266699" y="102324"/>
                    <a:pt x="266697" y="102388"/>
                  </a:cubicBezTo>
                  <a:cubicBezTo>
                    <a:pt x="265303" y="155922"/>
                    <a:pt x="266451" y="162230"/>
                    <a:pt x="264131" y="162230"/>
                  </a:cubicBezTo>
                  <a:cubicBezTo>
                    <a:pt x="263595" y="162230"/>
                    <a:pt x="262874" y="161894"/>
                    <a:pt x="261895" y="161725"/>
                  </a:cubicBezTo>
                  <a:cubicBezTo>
                    <a:pt x="261685" y="161688"/>
                    <a:pt x="262895" y="76614"/>
                    <a:pt x="263450" y="40804"/>
                  </a:cubicBezTo>
                  <a:cubicBezTo>
                    <a:pt x="263911" y="11613"/>
                    <a:pt x="263492" y="7951"/>
                    <a:pt x="264751" y="7951"/>
                  </a:cubicBezTo>
                  <a:close/>
                  <a:moveTo>
                    <a:pt x="37877" y="1217"/>
                  </a:moveTo>
                  <a:cubicBezTo>
                    <a:pt x="71353" y="4320"/>
                    <a:pt x="90780" y="4951"/>
                    <a:pt x="101681" y="4951"/>
                  </a:cubicBezTo>
                  <a:cubicBezTo>
                    <a:pt x="109145" y="4951"/>
                    <a:pt x="112611" y="4655"/>
                    <a:pt x="113852" y="4655"/>
                  </a:cubicBezTo>
                  <a:cubicBezTo>
                    <a:pt x="114332" y="4655"/>
                    <a:pt x="114479" y="4699"/>
                    <a:pt x="114397" y="4821"/>
                  </a:cubicBezTo>
                  <a:cubicBezTo>
                    <a:pt x="114447" y="4821"/>
                    <a:pt x="114508" y="4809"/>
                    <a:pt x="114558" y="4809"/>
                  </a:cubicBezTo>
                  <a:cubicBezTo>
                    <a:pt x="115558" y="4809"/>
                    <a:pt x="116557" y="4809"/>
                    <a:pt x="117557" y="4896"/>
                  </a:cubicBezTo>
                  <a:cubicBezTo>
                    <a:pt x="118212" y="4896"/>
                    <a:pt x="118853" y="4970"/>
                    <a:pt x="119471" y="5081"/>
                  </a:cubicBezTo>
                  <a:cubicBezTo>
                    <a:pt x="119750" y="5069"/>
                    <a:pt x="120033" y="5064"/>
                    <a:pt x="120319" y="5064"/>
                  </a:cubicBezTo>
                  <a:cubicBezTo>
                    <a:pt x="122800" y="5064"/>
                    <a:pt x="125529" y="5462"/>
                    <a:pt x="128506" y="5661"/>
                  </a:cubicBezTo>
                  <a:cubicBezTo>
                    <a:pt x="128679" y="5649"/>
                    <a:pt x="128852" y="5636"/>
                    <a:pt x="129025" y="5636"/>
                  </a:cubicBezTo>
                  <a:lnTo>
                    <a:pt x="129062" y="5636"/>
                  </a:lnTo>
                  <a:cubicBezTo>
                    <a:pt x="129630" y="5550"/>
                    <a:pt x="130210" y="5488"/>
                    <a:pt x="130790" y="5476"/>
                  </a:cubicBezTo>
                  <a:cubicBezTo>
                    <a:pt x="131000" y="5476"/>
                    <a:pt x="131185" y="5488"/>
                    <a:pt x="131395" y="5500"/>
                  </a:cubicBezTo>
                  <a:cubicBezTo>
                    <a:pt x="131543" y="5500"/>
                    <a:pt x="131666" y="5476"/>
                    <a:pt x="131827" y="5476"/>
                  </a:cubicBezTo>
                  <a:cubicBezTo>
                    <a:pt x="131926" y="5476"/>
                    <a:pt x="132012" y="5488"/>
                    <a:pt x="132111" y="5488"/>
                  </a:cubicBezTo>
                  <a:cubicBezTo>
                    <a:pt x="132553" y="5383"/>
                    <a:pt x="133227" y="5339"/>
                    <a:pt x="134065" y="5339"/>
                  </a:cubicBezTo>
                  <a:cubicBezTo>
                    <a:pt x="138406" y="5339"/>
                    <a:pt x="147145" y="6521"/>
                    <a:pt x="150794" y="6521"/>
                  </a:cubicBezTo>
                  <a:cubicBezTo>
                    <a:pt x="151815" y="6521"/>
                    <a:pt x="152437" y="6428"/>
                    <a:pt x="152454" y="6192"/>
                  </a:cubicBezTo>
                  <a:cubicBezTo>
                    <a:pt x="153220" y="6348"/>
                    <a:pt x="153908" y="6413"/>
                    <a:pt x="154684" y="6413"/>
                  </a:cubicBezTo>
                  <a:cubicBezTo>
                    <a:pt x="158427" y="6413"/>
                    <a:pt x="164212" y="4907"/>
                    <a:pt x="190639" y="4907"/>
                  </a:cubicBezTo>
                  <a:cubicBezTo>
                    <a:pt x="193341" y="4907"/>
                    <a:pt x="196258" y="4923"/>
                    <a:pt x="199410" y="4957"/>
                  </a:cubicBezTo>
                  <a:cubicBezTo>
                    <a:pt x="235282" y="5352"/>
                    <a:pt x="262833" y="6118"/>
                    <a:pt x="262833" y="6278"/>
                  </a:cubicBezTo>
                  <a:cubicBezTo>
                    <a:pt x="260920" y="119509"/>
                    <a:pt x="261130" y="104474"/>
                    <a:pt x="259982" y="162997"/>
                  </a:cubicBezTo>
                  <a:cubicBezTo>
                    <a:pt x="257523" y="163041"/>
                    <a:pt x="254916" y="163061"/>
                    <a:pt x="252189" y="163061"/>
                  </a:cubicBezTo>
                  <a:cubicBezTo>
                    <a:pt x="211611" y="163061"/>
                    <a:pt x="144550" y="158491"/>
                    <a:pt x="143492" y="158491"/>
                  </a:cubicBezTo>
                  <a:cubicBezTo>
                    <a:pt x="143485" y="158491"/>
                    <a:pt x="143481" y="158491"/>
                    <a:pt x="143480" y="158491"/>
                  </a:cubicBezTo>
                  <a:cubicBezTo>
                    <a:pt x="139874" y="159405"/>
                    <a:pt x="136252" y="159759"/>
                    <a:pt x="132491" y="159759"/>
                  </a:cubicBezTo>
                  <a:cubicBezTo>
                    <a:pt x="123146" y="159759"/>
                    <a:pt x="112947" y="157574"/>
                    <a:pt x="100017" y="156368"/>
                  </a:cubicBezTo>
                  <a:cubicBezTo>
                    <a:pt x="90048" y="155438"/>
                    <a:pt x="80250" y="154990"/>
                    <a:pt x="70571" y="154990"/>
                  </a:cubicBezTo>
                  <a:cubicBezTo>
                    <a:pt x="56988" y="154990"/>
                    <a:pt x="43640" y="155873"/>
                    <a:pt x="30384" y="157553"/>
                  </a:cubicBezTo>
                  <a:cubicBezTo>
                    <a:pt x="34334" y="41927"/>
                    <a:pt x="34507" y="25028"/>
                    <a:pt x="37877" y="1217"/>
                  </a:cubicBezTo>
                  <a:close/>
                  <a:moveTo>
                    <a:pt x="37440" y="0"/>
                  </a:moveTo>
                  <a:cubicBezTo>
                    <a:pt x="36662" y="0"/>
                    <a:pt x="36531" y="144"/>
                    <a:pt x="36482" y="476"/>
                  </a:cubicBezTo>
                  <a:cubicBezTo>
                    <a:pt x="36408" y="1007"/>
                    <a:pt x="36334" y="1550"/>
                    <a:pt x="36260" y="2081"/>
                  </a:cubicBezTo>
                  <a:cubicBezTo>
                    <a:pt x="36272" y="1982"/>
                    <a:pt x="35989" y="1921"/>
                    <a:pt x="35877" y="1921"/>
                  </a:cubicBezTo>
                  <a:cubicBezTo>
                    <a:pt x="35876" y="1921"/>
                    <a:pt x="35875" y="1921"/>
                    <a:pt x="35874" y="1921"/>
                  </a:cubicBezTo>
                  <a:cubicBezTo>
                    <a:pt x="35415" y="1921"/>
                    <a:pt x="20263" y="371"/>
                    <a:pt x="11458" y="371"/>
                  </a:cubicBezTo>
                  <a:cubicBezTo>
                    <a:pt x="7849" y="371"/>
                    <a:pt x="5305" y="631"/>
                    <a:pt x="5277" y="1365"/>
                  </a:cubicBezTo>
                  <a:cubicBezTo>
                    <a:pt x="3326" y="54234"/>
                    <a:pt x="1611" y="106326"/>
                    <a:pt x="80" y="158615"/>
                  </a:cubicBezTo>
                  <a:cubicBezTo>
                    <a:pt x="0" y="161374"/>
                    <a:pt x="184969" y="167258"/>
                    <a:pt x="255380" y="167258"/>
                  </a:cubicBezTo>
                  <a:cubicBezTo>
                    <a:pt x="271908" y="167258"/>
                    <a:pt x="282123" y="166934"/>
                    <a:pt x="282152" y="166169"/>
                  </a:cubicBezTo>
                  <a:cubicBezTo>
                    <a:pt x="284497" y="104783"/>
                    <a:pt x="285410" y="43705"/>
                    <a:pt x="285275" y="5204"/>
                  </a:cubicBezTo>
                  <a:cubicBezTo>
                    <a:pt x="285275" y="4781"/>
                    <a:pt x="285742" y="4677"/>
                    <a:pt x="280963" y="4677"/>
                  </a:cubicBezTo>
                  <a:cubicBezTo>
                    <a:pt x="277937" y="4677"/>
                    <a:pt x="272805" y="4719"/>
                    <a:pt x="264117" y="4747"/>
                  </a:cubicBezTo>
                  <a:cubicBezTo>
                    <a:pt x="263574" y="4747"/>
                    <a:pt x="263549" y="5402"/>
                    <a:pt x="264080" y="5414"/>
                  </a:cubicBezTo>
                  <a:cubicBezTo>
                    <a:pt x="270783" y="5476"/>
                    <a:pt x="277473" y="5537"/>
                    <a:pt x="284176" y="5574"/>
                  </a:cubicBezTo>
                  <a:cubicBezTo>
                    <a:pt x="283744" y="79478"/>
                    <a:pt x="282707" y="121830"/>
                    <a:pt x="281078" y="165688"/>
                  </a:cubicBezTo>
                  <a:cubicBezTo>
                    <a:pt x="273983" y="165890"/>
                    <a:pt x="264279" y="165991"/>
                    <a:pt x="252612" y="165991"/>
                  </a:cubicBezTo>
                  <a:cubicBezTo>
                    <a:pt x="191791" y="165991"/>
                    <a:pt x="77610" y="163264"/>
                    <a:pt x="1475" y="158096"/>
                  </a:cubicBezTo>
                  <a:cubicBezTo>
                    <a:pt x="2993" y="105375"/>
                    <a:pt x="4697" y="53716"/>
                    <a:pt x="6598" y="1847"/>
                  </a:cubicBezTo>
                  <a:cubicBezTo>
                    <a:pt x="9495" y="1650"/>
                    <a:pt x="12396" y="1551"/>
                    <a:pt x="15295" y="1551"/>
                  </a:cubicBezTo>
                  <a:cubicBezTo>
                    <a:pt x="20041" y="1551"/>
                    <a:pt x="24783" y="1816"/>
                    <a:pt x="29496" y="2353"/>
                  </a:cubicBezTo>
                  <a:cubicBezTo>
                    <a:pt x="20312" y="5340"/>
                    <a:pt x="16189" y="3797"/>
                    <a:pt x="16201" y="4859"/>
                  </a:cubicBezTo>
                  <a:cubicBezTo>
                    <a:pt x="17633" y="94932"/>
                    <a:pt x="10029" y="131853"/>
                    <a:pt x="12572" y="156220"/>
                  </a:cubicBezTo>
                  <a:lnTo>
                    <a:pt x="12572" y="156220"/>
                  </a:lnTo>
                  <a:cubicBezTo>
                    <a:pt x="12465" y="156191"/>
                    <a:pt x="12363" y="156180"/>
                    <a:pt x="12264" y="156180"/>
                  </a:cubicBezTo>
                  <a:cubicBezTo>
                    <a:pt x="11868" y="156180"/>
                    <a:pt x="11533" y="156363"/>
                    <a:pt x="11265" y="156363"/>
                  </a:cubicBezTo>
                  <a:cubicBezTo>
                    <a:pt x="9580" y="156363"/>
                    <a:pt x="10477" y="149131"/>
                    <a:pt x="14893" y="43939"/>
                  </a:cubicBezTo>
                  <a:cubicBezTo>
                    <a:pt x="14899" y="43799"/>
                    <a:pt x="14777" y="43734"/>
                    <a:pt x="14645" y="43734"/>
                  </a:cubicBezTo>
                  <a:cubicBezTo>
                    <a:pt x="14498" y="43734"/>
                    <a:pt x="14338" y="43815"/>
                    <a:pt x="14325" y="43964"/>
                  </a:cubicBezTo>
                  <a:cubicBezTo>
                    <a:pt x="5089" y="147443"/>
                    <a:pt x="13362" y="155875"/>
                    <a:pt x="8426" y="155875"/>
                  </a:cubicBezTo>
                  <a:cubicBezTo>
                    <a:pt x="7788" y="155875"/>
                    <a:pt x="6929" y="155734"/>
                    <a:pt x="5783" y="155640"/>
                  </a:cubicBezTo>
                  <a:cubicBezTo>
                    <a:pt x="8116" y="143431"/>
                    <a:pt x="8375" y="110276"/>
                    <a:pt x="8622" y="78181"/>
                  </a:cubicBezTo>
                  <a:cubicBezTo>
                    <a:pt x="8837" y="81257"/>
                    <a:pt x="9411" y="82405"/>
                    <a:pt x="9718" y="82405"/>
                  </a:cubicBezTo>
                  <a:cubicBezTo>
                    <a:pt x="9834" y="82405"/>
                    <a:pt x="9911" y="82242"/>
                    <a:pt x="9918" y="81959"/>
                  </a:cubicBezTo>
                  <a:cubicBezTo>
                    <a:pt x="10474" y="52420"/>
                    <a:pt x="10992" y="66800"/>
                    <a:pt x="12510" y="50864"/>
                  </a:cubicBezTo>
                  <a:cubicBezTo>
                    <a:pt x="14016" y="35175"/>
                    <a:pt x="10585" y="22202"/>
                    <a:pt x="13140" y="5105"/>
                  </a:cubicBezTo>
                  <a:cubicBezTo>
                    <a:pt x="17946" y="4211"/>
                    <a:pt x="17919" y="3806"/>
                    <a:pt x="16374" y="3806"/>
                  </a:cubicBezTo>
                  <a:cubicBezTo>
                    <a:pt x="14721" y="3806"/>
                    <a:pt x="11329" y="4270"/>
                    <a:pt x="10264" y="5093"/>
                  </a:cubicBezTo>
                  <a:cubicBezTo>
                    <a:pt x="8832" y="6204"/>
                    <a:pt x="6449" y="58160"/>
                    <a:pt x="7054" y="121867"/>
                  </a:cubicBezTo>
                  <a:cubicBezTo>
                    <a:pt x="7351" y="152875"/>
                    <a:pt x="3450" y="156282"/>
                    <a:pt x="5116" y="156417"/>
                  </a:cubicBezTo>
                  <a:cubicBezTo>
                    <a:pt x="10463" y="156853"/>
                    <a:pt x="11898" y="156993"/>
                    <a:pt x="12352" y="156993"/>
                  </a:cubicBezTo>
                  <a:cubicBezTo>
                    <a:pt x="12554" y="156993"/>
                    <a:pt x="12562" y="156965"/>
                    <a:pt x="12634" y="156923"/>
                  </a:cubicBezTo>
                  <a:lnTo>
                    <a:pt x="12634" y="156923"/>
                  </a:lnTo>
                  <a:cubicBezTo>
                    <a:pt x="12656" y="157120"/>
                    <a:pt x="12629" y="157722"/>
                    <a:pt x="13118" y="157722"/>
                  </a:cubicBezTo>
                  <a:cubicBezTo>
                    <a:pt x="13182" y="157722"/>
                    <a:pt x="13255" y="157712"/>
                    <a:pt x="13337" y="157689"/>
                  </a:cubicBezTo>
                  <a:cubicBezTo>
                    <a:pt x="16327" y="156831"/>
                    <a:pt x="18072" y="156617"/>
                    <a:pt x="19401" y="156617"/>
                  </a:cubicBezTo>
                  <a:cubicBezTo>
                    <a:pt x="20728" y="156617"/>
                    <a:pt x="21639" y="156831"/>
                    <a:pt x="22959" y="156831"/>
                  </a:cubicBezTo>
                  <a:cubicBezTo>
                    <a:pt x="23172" y="156831"/>
                    <a:pt x="23395" y="156825"/>
                    <a:pt x="23632" y="156812"/>
                  </a:cubicBezTo>
                  <a:cubicBezTo>
                    <a:pt x="26220" y="156674"/>
                    <a:pt x="27612" y="156516"/>
                    <a:pt x="28347" y="156516"/>
                  </a:cubicBezTo>
                  <a:cubicBezTo>
                    <a:pt x="29449" y="156516"/>
                    <a:pt x="29071" y="156872"/>
                    <a:pt x="29027" y="158182"/>
                  </a:cubicBezTo>
                  <a:cubicBezTo>
                    <a:pt x="29013" y="158520"/>
                    <a:pt x="29089" y="158664"/>
                    <a:pt x="29663" y="158664"/>
                  </a:cubicBezTo>
                  <a:cubicBezTo>
                    <a:pt x="30642" y="158664"/>
                    <a:pt x="33068" y="158247"/>
                    <a:pt x="38963" y="157664"/>
                  </a:cubicBezTo>
                  <a:cubicBezTo>
                    <a:pt x="43997" y="158033"/>
                    <a:pt x="118552" y="160071"/>
                    <a:pt x="120896" y="160071"/>
                  </a:cubicBezTo>
                  <a:cubicBezTo>
                    <a:pt x="120903" y="160071"/>
                    <a:pt x="120909" y="160071"/>
                    <a:pt x="120915" y="160071"/>
                  </a:cubicBezTo>
                  <a:cubicBezTo>
                    <a:pt x="125989" y="160688"/>
                    <a:pt x="129988" y="160912"/>
                    <a:pt x="133134" y="160912"/>
                  </a:cubicBezTo>
                  <a:cubicBezTo>
                    <a:pt x="141493" y="160912"/>
                    <a:pt x="143827" y="159330"/>
                    <a:pt x="144270" y="159330"/>
                  </a:cubicBezTo>
                  <a:cubicBezTo>
                    <a:pt x="144331" y="159330"/>
                    <a:pt x="144356" y="159361"/>
                    <a:pt x="144356" y="159429"/>
                  </a:cubicBezTo>
                  <a:cubicBezTo>
                    <a:pt x="144335" y="163379"/>
                    <a:pt x="213960" y="164522"/>
                    <a:pt x="247011" y="164522"/>
                  </a:cubicBezTo>
                  <a:cubicBezTo>
                    <a:pt x="253104" y="164522"/>
                    <a:pt x="257954" y="164483"/>
                    <a:pt x="260895" y="164416"/>
                  </a:cubicBezTo>
                  <a:cubicBezTo>
                    <a:pt x="261944" y="164391"/>
                    <a:pt x="261747" y="163355"/>
                    <a:pt x="261759" y="162515"/>
                  </a:cubicBezTo>
                  <a:lnTo>
                    <a:pt x="261759" y="162515"/>
                  </a:lnTo>
                  <a:cubicBezTo>
                    <a:pt x="263876" y="162878"/>
                    <a:pt x="268637" y="163261"/>
                    <a:pt x="272198" y="163261"/>
                  </a:cubicBezTo>
                  <a:cubicBezTo>
                    <a:pt x="274701" y="163261"/>
                    <a:pt x="276612" y="163072"/>
                    <a:pt x="276597" y="162552"/>
                  </a:cubicBezTo>
                  <a:cubicBezTo>
                    <a:pt x="275535" y="122891"/>
                    <a:pt x="280423" y="13598"/>
                    <a:pt x="278387" y="9710"/>
                  </a:cubicBezTo>
                  <a:cubicBezTo>
                    <a:pt x="277893" y="8784"/>
                    <a:pt x="276745" y="8846"/>
                    <a:pt x="275634" y="8722"/>
                  </a:cubicBezTo>
                  <a:cubicBezTo>
                    <a:pt x="275580" y="8586"/>
                    <a:pt x="275447" y="8521"/>
                    <a:pt x="275312" y="8521"/>
                  </a:cubicBezTo>
                  <a:cubicBezTo>
                    <a:pt x="275201" y="8521"/>
                    <a:pt x="275089" y="8565"/>
                    <a:pt x="275017" y="8648"/>
                  </a:cubicBezTo>
                  <a:cubicBezTo>
                    <a:pt x="262043" y="7241"/>
                    <a:pt x="263957" y="8093"/>
                    <a:pt x="263994" y="5883"/>
                  </a:cubicBezTo>
                  <a:cubicBezTo>
                    <a:pt x="264009" y="4982"/>
                    <a:pt x="223504" y="3949"/>
                    <a:pt x="190709" y="3949"/>
                  </a:cubicBezTo>
                  <a:cubicBezTo>
                    <a:pt x="172307" y="3949"/>
                    <a:pt x="156333" y="4274"/>
                    <a:pt x="151306" y="5130"/>
                  </a:cubicBezTo>
                  <a:cubicBezTo>
                    <a:pt x="148619" y="4469"/>
                    <a:pt x="141839" y="4293"/>
                    <a:pt x="136763" y="4293"/>
                  </a:cubicBezTo>
                  <a:cubicBezTo>
                    <a:pt x="134165" y="4293"/>
                    <a:pt x="132014" y="4339"/>
                    <a:pt x="131086" y="4389"/>
                  </a:cubicBezTo>
                  <a:cubicBezTo>
                    <a:pt x="124047" y="3913"/>
                    <a:pt x="120969" y="3594"/>
                    <a:pt x="119098" y="3594"/>
                  </a:cubicBezTo>
                  <a:cubicBezTo>
                    <a:pt x="117866" y="3594"/>
                    <a:pt x="117158" y="3733"/>
                    <a:pt x="116187" y="4056"/>
                  </a:cubicBezTo>
                  <a:cubicBezTo>
                    <a:pt x="54341" y="2354"/>
                    <a:pt x="40589" y="0"/>
                    <a:pt x="374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949650" y="2461275"/>
              <a:ext cx="77975" cy="1159675"/>
            </a:xfrm>
            <a:custGeom>
              <a:rect b="b" l="l" r="r" t="t"/>
              <a:pathLst>
                <a:path extrusionOk="0" h="46387" w="3119">
                  <a:moveTo>
                    <a:pt x="1922" y="1"/>
                  </a:moveTo>
                  <a:cubicBezTo>
                    <a:pt x="1880" y="1"/>
                    <a:pt x="1853" y="132"/>
                    <a:pt x="1847" y="307"/>
                  </a:cubicBezTo>
                  <a:cubicBezTo>
                    <a:pt x="1131" y="25637"/>
                    <a:pt x="3118" y="18416"/>
                    <a:pt x="20" y="46042"/>
                  </a:cubicBezTo>
                  <a:cubicBezTo>
                    <a:pt x="1" y="46215"/>
                    <a:pt x="78" y="46386"/>
                    <a:pt x="215" y="46386"/>
                  </a:cubicBezTo>
                  <a:cubicBezTo>
                    <a:pt x="794" y="46386"/>
                    <a:pt x="2450" y="43359"/>
                    <a:pt x="2600" y="24711"/>
                  </a:cubicBezTo>
                  <a:cubicBezTo>
                    <a:pt x="2766" y="3759"/>
                    <a:pt x="2144" y="1"/>
                    <a:pt x="1922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8"/>
          <p:cNvSpPr txBox="1"/>
          <p:nvPr>
            <p:ph type="title"/>
          </p:nvPr>
        </p:nvSpPr>
        <p:spPr>
          <a:xfrm>
            <a:off x="2997875" y="1494150"/>
            <a:ext cx="4383600" cy="21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19" name="Google Shape;119;p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2119800" y="844875"/>
            <a:ext cx="5143500" cy="18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2119800" y="2613175"/>
            <a:ext cx="51435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2395900" y="1178875"/>
            <a:ext cx="3311700" cy="2400600"/>
          </a:xfrm>
          <a:prstGeom prst="rect">
            <a:avLst/>
          </a:prstGeom>
          <a:solidFill>
            <a:srgbClr val="F7F1EA">
              <a:alpha val="484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34" name="Google Shape;134;p1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1"/>
          <p:cNvSpPr txBox="1"/>
          <p:nvPr>
            <p:ph hasCustomPrompt="1" type="title"/>
          </p:nvPr>
        </p:nvSpPr>
        <p:spPr>
          <a:xfrm>
            <a:off x="1284000" y="1294350"/>
            <a:ext cx="6576000" cy="13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1284000" y="26627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3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47" name="Google Shape;147;p1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3"/>
          <p:cNvSpPr txBox="1"/>
          <p:nvPr>
            <p:ph type="title"/>
          </p:nvPr>
        </p:nvSpPr>
        <p:spPr>
          <a:xfrm>
            <a:off x="1726900" y="1605007"/>
            <a:ext cx="2305500" cy="158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3"/>
          <p:cNvSpPr txBox="1"/>
          <p:nvPr>
            <p:ph idx="1" type="subTitle"/>
          </p:nvPr>
        </p:nvSpPr>
        <p:spPr>
          <a:xfrm>
            <a:off x="5743775" y="15006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hasCustomPrompt="1" idx="2" type="title"/>
          </p:nvPr>
        </p:nvSpPr>
        <p:spPr>
          <a:xfrm>
            <a:off x="5009077" y="14008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idx="3" type="subTitle"/>
          </p:nvPr>
        </p:nvSpPr>
        <p:spPr>
          <a:xfrm>
            <a:off x="5743775" y="12606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4" type="subTitle"/>
          </p:nvPr>
        </p:nvSpPr>
        <p:spPr>
          <a:xfrm>
            <a:off x="5743775" y="244232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hasCustomPrompt="1" idx="5" type="title"/>
          </p:nvPr>
        </p:nvSpPr>
        <p:spPr>
          <a:xfrm>
            <a:off x="5009077" y="233976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idx="6" type="subTitle"/>
          </p:nvPr>
        </p:nvSpPr>
        <p:spPr>
          <a:xfrm>
            <a:off x="5743775" y="220231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7" type="subTitle"/>
          </p:nvPr>
        </p:nvSpPr>
        <p:spPr>
          <a:xfrm>
            <a:off x="5743775" y="33839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hasCustomPrompt="1" idx="8" type="title"/>
          </p:nvPr>
        </p:nvSpPr>
        <p:spPr>
          <a:xfrm>
            <a:off x="5009077" y="32854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idx="9" type="subTitle"/>
          </p:nvPr>
        </p:nvSpPr>
        <p:spPr>
          <a:xfrm>
            <a:off x="5743775" y="31439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72" name="Google Shape;172;p1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14"/>
          <p:cNvSpPr txBox="1"/>
          <p:nvPr>
            <p:ph type="title"/>
          </p:nvPr>
        </p:nvSpPr>
        <p:spPr>
          <a:xfrm>
            <a:off x="2530800" y="2177020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0" name="Google Shape;180;p14"/>
          <p:cNvSpPr txBox="1"/>
          <p:nvPr>
            <p:ph hasCustomPrompt="1" idx="2" type="title"/>
          </p:nvPr>
        </p:nvSpPr>
        <p:spPr>
          <a:xfrm>
            <a:off x="3719400" y="1340764"/>
            <a:ext cx="1705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1" name="Google Shape;181;p14"/>
          <p:cNvSpPr txBox="1"/>
          <p:nvPr>
            <p:ph idx="1" type="subTitle"/>
          </p:nvPr>
        </p:nvSpPr>
        <p:spPr>
          <a:xfrm>
            <a:off x="2530800" y="2853318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85" name="Google Shape;185;p1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5"/>
          <p:cNvSpPr txBox="1"/>
          <p:nvPr>
            <p:ph type="title"/>
          </p:nvPr>
        </p:nvSpPr>
        <p:spPr>
          <a:xfrm>
            <a:off x="894472" y="2336836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15"/>
          <p:cNvSpPr txBox="1"/>
          <p:nvPr>
            <p:ph hasCustomPrompt="1" idx="2" type="title"/>
          </p:nvPr>
        </p:nvSpPr>
        <p:spPr>
          <a:xfrm>
            <a:off x="3271672" y="1356047"/>
            <a:ext cx="17052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5"/>
          <p:cNvSpPr txBox="1"/>
          <p:nvPr>
            <p:ph idx="1" type="subTitle"/>
          </p:nvPr>
        </p:nvSpPr>
        <p:spPr>
          <a:xfrm>
            <a:off x="894472" y="3013135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/>
          <p:nvPr>
            <p:ph idx="3" type="pic"/>
          </p:nvPr>
        </p:nvSpPr>
        <p:spPr>
          <a:xfrm>
            <a:off x="5574629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1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99" name="Google Shape;199;p1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10" name="Google Shape;210;p1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7"/>
          <p:cNvSpPr txBox="1"/>
          <p:nvPr>
            <p:ph type="title"/>
          </p:nvPr>
        </p:nvSpPr>
        <p:spPr>
          <a:xfrm>
            <a:off x="1398375" y="445025"/>
            <a:ext cx="333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26" name="Google Shape;226;p1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8"/>
          <p:cNvSpPr txBox="1"/>
          <p:nvPr>
            <p:ph type="title"/>
          </p:nvPr>
        </p:nvSpPr>
        <p:spPr>
          <a:xfrm>
            <a:off x="3557400" y="2788963"/>
            <a:ext cx="4360200" cy="531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4" name="Google Shape;234;p18"/>
          <p:cNvSpPr txBox="1"/>
          <p:nvPr>
            <p:ph idx="1" type="subTitle"/>
          </p:nvPr>
        </p:nvSpPr>
        <p:spPr>
          <a:xfrm>
            <a:off x="1226400" y="1310563"/>
            <a:ext cx="6691200" cy="1478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9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38" name="Google Shape;238;p19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19"/>
          <p:cNvSpPr txBox="1"/>
          <p:nvPr>
            <p:ph type="title"/>
          </p:nvPr>
        </p:nvSpPr>
        <p:spPr>
          <a:xfrm>
            <a:off x="1583950" y="765750"/>
            <a:ext cx="2785500" cy="20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1" name="Google Shape;251;p19"/>
          <p:cNvSpPr txBox="1"/>
          <p:nvPr>
            <p:ph idx="1" type="subTitle"/>
          </p:nvPr>
        </p:nvSpPr>
        <p:spPr>
          <a:xfrm>
            <a:off x="1583950" y="3182875"/>
            <a:ext cx="27855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9"/>
          <p:cNvSpPr/>
          <p:nvPr>
            <p:ph idx="2" type="pic"/>
          </p:nvPr>
        </p:nvSpPr>
        <p:spPr>
          <a:xfrm>
            <a:off x="5180257" y="880839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20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56" name="Google Shape;256;p20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0"/>
          <p:cNvSpPr txBox="1"/>
          <p:nvPr>
            <p:ph type="title"/>
          </p:nvPr>
        </p:nvSpPr>
        <p:spPr>
          <a:xfrm>
            <a:off x="946929" y="1289725"/>
            <a:ext cx="28290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0"/>
          <p:cNvSpPr txBox="1"/>
          <p:nvPr>
            <p:ph idx="1" type="subTitle"/>
          </p:nvPr>
        </p:nvSpPr>
        <p:spPr>
          <a:xfrm>
            <a:off x="946928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1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68" name="Google Shape;268;p21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1"/>
          <p:cNvSpPr txBox="1"/>
          <p:nvPr>
            <p:ph type="title"/>
          </p:nvPr>
        </p:nvSpPr>
        <p:spPr>
          <a:xfrm>
            <a:off x="5296349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50464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85" name="Google Shape;285;p2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2"/>
          <p:cNvSpPr txBox="1"/>
          <p:nvPr>
            <p:ph type="title"/>
          </p:nvPr>
        </p:nvSpPr>
        <p:spPr>
          <a:xfrm>
            <a:off x="1541242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15412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02" name="Google Shape;302;p2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720000" y="978851"/>
            <a:ext cx="4050000" cy="25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14" name="Google Shape;314;p2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2" name="Google Shape;322;p24"/>
          <p:cNvSpPr txBox="1"/>
          <p:nvPr>
            <p:ph idx="1" type="subTitle"/>
          </p:nvPr>
        </p:nvSpPr>
        <p:spPr>
          <a:xfrm>
            <a:off x="49439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4"/>
          <p:cNvSpPr txBox="1"/>
          <p:nvPr>
            <p:ph idx="2" type="subTitle"/>
          </p:nvPr>
        </p:nvSpPr>
        <p:spPr>
          <a:xfrm>
            <a:off x="15453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4"/>
          <p:cNvSpPr txBox="1"/>
          <p:nvPr>
            <p:ph idx="3" type="subTitle"/>
          </p:nvPr>
        </p:nvSpPr>
        <p:spPr>
          <a:xfrm>
            <a:off x="15453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4" type="subTitle"/>
          </p:nvPr>
        </p:nvSpPr>
        <p:spPr>
          <a:xfrm>
            <a:off x="49439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29" name="Google Shape;329;p2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7" name="Google Shape;337;p25"/>
          <p:cNvSpPr txBox="1"/>
          <p:nvPr>
            <p:ph idx="1" type="subTitle"/>
          </p:nvPr>
        </p:nvSpPr>
        <p:spPr>
          <a:xfrm>
            <a:off x="4855127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5"/>
          <p:cNvSpPr txBox="1"/>
          <p:nvPr>
            <p:ph idx="2" type="subTitle"/>
          </p:nvPr>
        </p:nvSpPr>
        <p:spPr>
          <a:xfrm>
            <a:off x="910573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4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42" name="Google Shape;342;p2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26"/>
          <p:cNvSpPr txBox="1"/>
          <p:nvPr>
            <p:ph idx="1" type="subTitle"/>
          </p:nvPr>
        </p:nvSpPr>
        <p:spPr>
          <a:xfrm>
            <a:off x="720000" y="940637"/>
            <a:ext cx="38121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26"/>
          <p:cNvSpPr txBox="1"/>
          <p:nvPr>
            <p:ph idx="2" type="subTitle"/>
          </p:nvPr>
        </p:nvSpPr>
        <p:spPr>
          <a:xfrm>
            <a:off x="5147575" y="940637"/>
            <a:ext cx="32832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27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55" name="Google Shape;355;p27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27"/>
          <p:cNvSpPr txBox="1"/>
          <p:nvPr>
            <p:ph idx="1" type="subTitle"/>
          </p:nvPr>
        </p:nvSpPr>
        <p:spPr>
          <a:xfrm>
            <a:off x="93762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27"/>
          <p:cNvSpPr txBox="1"/>
          <p:nvPr>
            <p:ph idx="2" type="subTitle"/>
          </p:nvPr>
        </p:nvSpPr>
        <p:spPr>
          <a:xfrm>
            <a:off x="3484348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idx="3" type="subTitle"/>
          </p:nvPr>
        </p:nvSpPr>
        <p:spPr>
          <a:xfrm>
            <a:off x="603107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27"/>
          <p:cNvSpPr txBox="1"/>
          <p:nvPr>
            <p:ph idx="4" type="subTitle"/>
          </p:nvPr>
        </p:nvSpPr>
        <p:spPr>
          <a:xfrm>
            <a:off x="93762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7" name="Google Shape;367;p27"/>
          <p:cNvSpPr txBox="1"/>
          <p:nvPr>
            <p:ph idx="5" type="subTitle"/>
          </p:nvPr>
        </p:nvSpPr>
        <p:spPr>
          <a:xfrm>
            <a:off x="3484348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8" name="Google Shape;368;p27"/>
          <p:cNvSpPr txBox="1"/>
          <p:nvPr>
            <p:ph idx="6" type="subTitle"/>
          </p:nvPr>
        </p:nvSpPr>
        <p:spPr>
          <a:xfrm>
            <a:off x="603107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2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72" name="Google Shape;372;p2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1" type="subTitle"/>
          </p:nvPr>
        </p:nvSpPr>
        <p:spPr>
          <a:xfrm>
            <a:off x="2177460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" type="subTitle"/>
          </p:nvPr>
        </p:nvSpPr>
        <p:spPr>
          <a:xfrm>
            <a:off x="5636561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8"/>
          <p:cNvSpPr txBox="1"/>
          <p:nvPr>
            <p:ph idx="3" type="subTitle"/>
          </p:nvPr>
        </p:nvSpPr>
        <p:spPr>
          <a:xfrm>
            <a:off x="2177460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8"/>
          <p:cNvSpPr txBox="1"/>
          <p:nvPr>
            <p:ph idx="4" type="subTitle"/>
          </p:nvPr>
        </p:nvSpPr>
        <p:spPr>
          <a:xfrm>
            <a:off x="5636561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5" type="subTitle"/>
          </p:nvPr>
        </p:nvSpPr>
        <p:spPr>
          <a:xfrm>
            <a:off x="21774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6" type="subTitle"/>
          </p:nvPr>
        </p:nvSpPr>
        <p:spPr>
          <a:xfrm>
            <a:off x="21774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7" type="subTitle"/>
          </p:nvPr>
        </p:nvSpPr>
        <p:spPr>
          <a:xfrm>
            <a:off x="56365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7" name="Google Shape;387;p28"/>
          <p:cNvSpPr txBox="1"/>
          <p:nvPr>
            <p:ph idx="8" type="subTitle"/>
          </p:nvPr>
        </p:nvSpPr>
        <p:spPr>
          <a:xfrm>
            <a:off x="56365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2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91" name="Google Shape;391;p2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9"/>
          <p:cNvSpPr txBox="1"/>
          <p:nvPr>
            <p:ph type="title"/>
          </p:nvPr>
        </p:nvSpPr>
        <p:spPr>
          <a:xfrm>
            <a:off x="1055075" y="445025"/>
            <a:ext cx="70338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9" name="Google Shape;399;p29"/>
          <p:cNvSpPr txBox="1"/>
          <p:nvPr>
            <p:ph idx="1" type="subTitle"/>
          </p:nvPr>
        </p:nvSpPr>
        <p:spPr>
          <a:xfrm>
            <a:off x="2170370" y="2473409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9"/>
          <p:cNvSpPr txBox="1"/>
          <p:nvPr>
            <p:ph idx="2" type="subTitle"/>
          </p:nvPr>
        </p:nvSpPr>
        <p:spPr>
          <a:xfrm>
            <a:off x="2170370" y="1502041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29"/>
          <p:cNvSpPr txBox="1"/>
          <p:nvPr>
            <p:ph idx="3" type="subTitle"/>
          </p:nvPr>
        </p:nvSpPr>
        <p:spPr>
          <a:xfrm>
            <a:off x="5547294" y="2473409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29"/>
          <p:cNvSpPr txBox="1"/>
          <p:nvPr>
            <p:ph idx="4" type="subTitle"/>
          </p:nvPr>
        </p:nvSpPr>
        <p:spPr>
          <a:xfrm>
            <a:off x="2170370" y="3444778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29"/>
          <p:cNvSpPr txBox="1"/>
          <p:nvPr>
            <p:ph idx="5" type="subTitle"/>
          </p:nvPr>
        </p:nvSpPr>
        <p:spPr>
          <a:xfrm>
            <a:off x="5547294" y="1502041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9"/>
          <p:cNvSpPr txBox="1"/>
          <p:nvPr>
            <p:ph idx="6" type="subTitle"/>
          </p:nvPr>
        </p:nvSpPr>
        <p:spPr>
          <a:xfrm>
            <a:off x="5547294" y="3444778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9"/>
          <p:cNvSpPr txBox="1"/>
          <p:nvPr>
            <p:ph idx="7" type="subTitle"/>
          </p:nvPr>
        </p:nvSpPr>
        <p:spPr>
          <a:xfrm>
            <a:off x="2170370" y="22282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8" type="subTitle"/>
          </p:nvPr>
        </p:nvSpPr>
        <p:spPr>
          <a:xfrm>
            <a:off x="2170370" y="12574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7" name="Google Shape;407;p29"/>
          <p:cNvSpPr txBox="1"/>
          <p:nvPr>
            <p:ph idx="9" type="subTitle"/>
          </p:nvPr>
        </p:nvSpPr>
        <p:spPr>
          <a:xfrm>
            <a:off x="5547294" y="12574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29"/>
          <p:cNvSpPr txBox="1"/>
          <p:nvPr>
            <p:ph idx="13" type="subTitle"/>
          </p:nvPr>
        </p:nvSpPr>
        <p:spPr>
          <a:xfrm>
            <a:off x="5547294" y="22282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29"/>
          <p:cNvSpPr txBox="1"/>
          <p:nvPr>
            <p:ph idx="14" type="subTitle"/>
          </p:nvPr>
        </p:nvSpPr>
        <p:spPr>
          <a:xfrm>
            <a:off x="2170370" y="31990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0" name="Google Shape;410;p29"/>
          <p:cNvSpPr txBox="1"/>
          <p:nvPr>
            <p:ph idx="15" type="subTitle"/>
          </p:nvPr>
        </p:nvSpPr>
        <p:spPr>
          <a:xfrm>
            <a:off x="5547294" y="31990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0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14" name="Google Shape;414;p30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30"/>
          <p:cNvSpPr txBox="1"/>
          <p:nvPr>
            <p:ph hasCustomPrompt="1" type="title"/>
          </p:nvPr>
        </p:nvSpPr>
        <p:spPr>
          <a:xfrm>
            <a:off x="1465425" y="172470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30"/>
          <p:cNvSpPr txBox="1"/>
          <p:nvPr>
            <p:ph idx="1" type="subTitle"/>
          </p:nvPr>
        </p:nvSpPr>
        <p:spPr>
          <a:xfrm>
            <a:off x="1465425" y="2405907"/>
            <a:ext cx="2955900" cy="43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28" name="Google Shape;428;p30"/>
          <p:cNvSpPr txBox="1"/>
          <p:nvPr>
            <p:ph hasCustomPrompt="1" idx="2" type="title"/>
          </p:nvPr>
        </p:nvSpPr>
        <p:spPr>
          <a:xfrm>
            <a:off x="4995350" y="9793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30"/>
          <p:cNvSpPr txBox="1"/>
          <p:nvPr>
            <p:ph idx="3" type="subTitle"/>
          </p:nvPr>
        </p:nvSpPr>
        <p:spPr>
          <a:xfrm>
            <a:off x="5121502" y="1635079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hasCustomPrompt="1" idx="4" type="title"/>
          </p:nvPr>
        </p:nvSpPr>
        <p:spPr>
          <a:xfrm>
            <a:off x="4995350" y="29984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1" name="Google Shape;431;p30"/>
          <p:cNvSpPr txBox="1"/>
          <p:nvPr>
            <p:ph idx="5" type="subTitle"/>
          </p:nvPr>
        </p:nvSpPr>
        <p:spPr>
          <a:xfrm>
            <a:off x="5121502" y="3683172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3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5" name="Google Shape;435;p3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31"/>
          <p:cNvSpPr txBox="1"/>
          <p:nvPr>
            <p:ph hasCustomPrompt="1" type="title"/>
          </p:nvPr>
        </p:nvSpPr>
        <p:spPr>
          <a:xfrm>
            <a:off x="1325650" y="1309014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3" name="Google Shape;443;p31"/>
          <p:cNvSpPr txBox="1"/>
          <p:nvPr>
            <p:ph idx="1" type="subTitle"/>
          </p:nvPr>
        </p:nvSpPr>
        <p:spPr>
          <a:xfrm>
            <a:off x="938500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subTitle"/>
          </p:nvPr>
        </p:nvSpPr>
        <p:spPr>
          <a:xfrm>
            <a:off x="938500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hasCustomPrompt="1" idx="3" type="title"/>
          </p:nvPr>
        </p:nvSpPr>
        <p:spPr>
          <a:xfrm>
            <a:off x="3858763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31"/>
          <p:cNvSpPr txBox="1"/>
          <p:nvPr>
            <p:ph idx="4" type="subTitle"/>
          </p:nvPr>
        </p:nvSpPr>
        <p:spPr>
          <a:xfrm>
            <a:off x="3470713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subTitle"/>
          </p:nvPr>
        </p:nvSpPr>
        <p:spPr>
          <a:xfrm>
            <a:off x="3470713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hasCustomPrompt="1" idx="6" type="title"/>
          </p:nvPr>
        </p:nvSpPr>
        <p:spPr>
          <a:xfrm>
            <a:off x="6390675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31"/>
          <p:cNvSpPr txBox="1"/>
          <p:nvPr>
            <p:ph idx="7" type="subTitle"/>
          </p:nvPr>
        </p:nvSpPr>
        <p:spPr>
          <a:xfrm>
            <a:off x="6002925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subTitle"/>
          </p:nvPr>
        </p:nvSpPr>
        <p:spPr>
          <a:xfrm>
            <a:off x="6002925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2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55" name="Google Shape;455;p32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32"/>
          <p:cNvSpPr txBox="1"/>
          <p:nvPr>
            <p:ph type="title"/>
          </p:nvPr>
        </p:nvSpPr>
        <p:spPr>
          <a:xfrm>
            <a:off x="2347950" y="307046"/>
            <a:ext cx="44481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" type="subTitle"/>
          </p:nvPr>
        </p:nvSpPr>
        <p:spPr>
          <a:xfrm>
            <a:off x="2347950" y="2165026"/>
            <a:ext cx="4448100" cy="11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32"/>
          <p:cNvSpPr txBox="1"/>
          <p:nvPr/>
        </p:nvSpPr>
        <p:spPr>
          <a:xfrm>
            <a:off x="2099100" y="3271436"/>
            <a:ext cx="4945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33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68" name="Google Shape;468;p3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3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83" name="Google Shape;483;p3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b="1"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2" name="Google Shape;492;p3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0" name="Google Shape;500;p38"/>
          <p:cNvSpPr txBox="1"/>
          <p:nvPr>
            <p:ph type="ctrTitle"/>
          </p:nvPr>
        </p:nvSpPr>
        <p:spPr>
          <a:xfrm>
            <a:off x="4807434" y="1446527"/>
            <a:ext cx="3348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700">
                <a:latin typeface="Times New Roman"/>
              </a:rPr>
              <a:t>Rang Mộc</a:t>
            </a:r>
            <a:endParaRPr b="1"/>
          </a:p>
        </p:txBody>
      </p:sp>
      <p:sp>
        <p:nvSpPr>
          <p:cNvPr id="501" name="Google Shape;501;p38"/>
          <p:cNvSpPr txBox="1"/>
          <p:nvPr>
            <p:ph idx="1" type="subTitle"/>
          </p:nvPr>
        </p:nvSpPr>
        <p:spPr>
          <a:xfrm>
            <a:off x="5454084" y="3559963"/>
            <a:ext cx="20547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Roboto"/>
              </a:rPr>
              <a:t>Cà phê rang thủ công, minh bạch từ nông trại đến tách cà phê — gọi vốn vòng hạt giống</a:t>
            </a:r>
            <a:endParaRPr/>
          </a:p>
        </p:txBody>
      </p:sp>
      <p:sp>
        <p:nvSpPr>
          <p:cNvPr id="502" name="Google Shape;502;p38"/>
          <p:cNvSpPr/>
          <p:nvPr/>
        </p:nvSpPr>
        <p:spPr>
          <a:xfrm>
            <a:off x="1333200" y="744040"/>
            <a:ext cx="3095961" cy="3418082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393" l="0" r="0" t="6393"/>
          <a:stretch/>
        </p:blipFill>
        <p:spPr>
          <a:xfrm>
            <a:off x="1768907" y="779364"/>
            <a:ext cx="2558100" cy="3347400"/>
          </a:xfrm>
          <a:prstGeom prst="ellipse">
            <a:avLst/>
          </a:prstGeom>
        </p:spPr>
      </p:pic>
      <p:grpSp>
        <p:nvGrpSpPr>
          <p:cNvPr id="504" name="Google Shape;504;p38"/>
          <p:cNvGrpSpPr/>
          <p:nvPr/>
        </p:nvGrpSpPr>
        <p:grpSpPr>
          <a:xfrm rot="-2346444">
            <a:off x="2957190" y="3658275"/>
            <a:ext cx="1621927" cy="488959"/>
            <a:chOff x="2763475" y="4473225"/>
            <a:chExt cx="731550" cy="220525"/>
          </a:xfrm>
        </p:grpSpPr>
        <p:sp>
          <p:nvSpPr>
            <p:cNvPr id="505" name="Google Shape;505;p38"/>
            <p:cNvSpPr/>
            <p:nvPr/>
          </p:nvSpPr>
          <p:spPr>
            <a:xfrm>
              <a:off x="2763475" y="4473225"/>
              <a:ext cx="731550" cy="220525"/>
            </a:xfrm>
            <a:custGeom>
              <a:rect b="b" l="l" r="r" t="t"/>
              <a:pathLst>
                <a:path extrusionOk="0" h="8821" w="29262">
                  <a:moveTo>
                    <a:pt x="29261" y="0"/>
                  </a:moveTo>
                  <a:lnTo>
                    <a:pt x="1" y="2184"/>
                  </a:lnTo>
                  <a:lnTo>
                    <a:pt x="1792" y="4300"/>
                  </a:lnTo>
                  <a:cubicBezTo>
                    <a:pt x="1792" y="4300"/>
                    <a:pt x="2065" y="6961"/>
                    <a:pt x="2338" y="7200"/>
                  </a:cubicBezTo>
                  <a:cubicBezTo>
                    <a:pt x="2594" y="7439"/>
                    <a:pt x="2509" y="8139"/>
                    <a:pt x="2509" y="8139"/>
                  </a:cubicBezTo>
                  <a:lnTo>
                    <a:pt x="1758" y="8821"/>
                  </a:lnTo>
                  <a:lnTo>
                    <a:pt x="28562" y="6808"/>
                  </a:lnTo>
                  <a:lnTo>
                    <a:pt x="27845" y="5033"/>
                  </a:lnTo>
                  <a:cubicBezTo>
                    <a:pt x="27845" y="5033"/>
                    <a:pt x="29249" y="4026"/>
                    <a:pt x="29180" y="4026"/>
                  </a:cubicBezTo>
                  <a:cubicBezTo>
                    <a:pt x="29179" y="4026"/>
                    <a:pt x="29178" y="4026"/>
                    <a:pt x="29176" y="4027"/>
                  </a:cubicBezTo>
                  <a:cubicBezTo>
                    <a:pt x="29172" y="4029"/>
                    <a:pt x="29168" y="4029"/>
                    <a:pt x="29165" y="4029"/>
                  </a:cubicBezTo>
                  <a:cubicBezTo>
                    <a:pt x="29078" y="4029"/>
                    <a:pt x="29140" y="3402"/>
                    <a:pt x="29108" y="3139"/>
                  </a:cubicBezTo>
                  <a:cubicBezTo>
                    <a:pt x="29090" y="2849"/>
                    <a:pt x="28937" y="1962"/>
                    <a:pt x="28903" y="1775"/>
                  </a:cubicBezTo>
                  <a:cubicBezTo>
                    <a:pt x="28869" y="1587"/>
                    <a:pt x="28937" y="836"/>
                    <a:pt x="28937" y="836"/>
                  </a:cubicBezTo>
                  <a:lnTo>
                    <a:pt x="292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6" name="Google Shape;506;p38"/>
            <p:cNvGrpSpPr/>
            <p:nvPr/>
          </p:nvGrpSpPr>
          <p:grpSpPr>
            <a:xfrm>
              <a:off x="2816150" y="4490225"/>
              <a:ext cx="661500" cy="184400"/>
              <a:chOff x="2816150" y="4490225"/>
              <a:chExt cx="661500" cy="184400"/>
            </a:xfrm>
          </p:grpSpPr>
          <p:sp>
            <p:nvSpPr>
              <p:cNvPr id="507" name="Google Shape;507;p38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38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38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8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3403700" y="4490225"/>
                <a:ext cx="67425" cy="152200"/>
              </a:xfrm>
              <a:custGeom>
                <a:rect b="b" l="l" r="r" t="t"/>
                <a:pathLst>
                  <a:path extrusionOk="0" h="6088" w="2697">
                    <a:moveTo>
                      <a:pt x="1764" y="584"/>
                    </a:moveTo>
                    <a:cubicBezTo>
                      <a:pt x="1820" y="584"/>
                      <a:pt x="1870" y="614"/>
                      <a:pt x="1912" y="685"/>
                    </a:cubicBezTo>
                    <a:cubicBezTo>
                      <a:pt x="2099" y="1009"/>
                      <a:pt x="1656" y="1675"/>
                      <a:pt x="1468" y="1948"/>
                    </a:cubicBezTo>
                    <a:cubicBezTo>
                      <a:pt x="1208" y="2299"/>
                      <a:pt x="880" y="2569"/>
                      <a:pt x="520" y="2793"/>
                    </a:cubicBezTo>
                    <a:lnTo>
                      <a:pt x="520" y="2793"/>
                    </a:lnTo>
                    <a:cubicBezTo>
                      <a:pt x="608" y="2313"/>
                      <a:pt x="776" y="1850"/>
                      <a:pt x="1008" y="1436"/>
                    </a:cubicBezTo>
                    <a:cubicBezTo>
                      <a:pt x="1106" y="1267"/>
                      <a:pt x="1497" y="584"/>
                      <a:pt x="1764" y="584"/>
                    </a:cubicBezTo>
                    <a:close/>
                    <a:moveTo>
                      <a:pt x="689" y="3440"/>
                    </a:moveTo>
                    <a:lnTo>
                      <a:pt x="689" y="3440"/>
                    </a:lnTo>
                    <a:cubicBezTo>
                      <a:pt x="977" y="3633"/>
                      <a:pt x="1233" y="3867"/>
                      <a:pt x="1451" y="4149"/>
                    </a:cubicBezTo>
                    <a:cubicBezTo>
                      <a:pt x="1673" y="4456"/>
                      <a:pt x="2134" y="5121"/>
                      <a:pt x="1912" y="5514"/>
                    </a:cubicBezTo>
                    <a:cubicBezTo>
                      <a:pt x="1845" y="5621"/>
                      <a:pt x="1775" y="5666"/>
                      <a:pt x="1703" y="5666"/>
                    </a:cubicBezTo>
                    <a:cubicBezTo>
                      <a:pt x="1390" y="5666"/>
                      <a:pt x="1063" y="4807"/>
                      <a:pt x="1008" y="4626"/>
                    </a:cubicBezTo>
                    <a:cubicBezTo>
                      <a:pt x="860" y="4239"/>
                      <a:pt x="776" y="3840"/>
                      <a:pt x="689" y="3440"/>
                    </a:cubicBezTo>
                    <a:close/>
                    <a:moveTo>
                      <a:pt x="1795" y="1"/>
                    </a:moveTo>
                    <a:cubicBezTo>
                      <a:pt x="1401" y="1"/>
                      <a:pt x="1008" y="444"/>
                      <a:pt x="786" y="753"/>
                    </a:cubicBezTo>
                    <a:cubicBezTo>
                      <a:pt x="376" y="1333"/>
                      <a:pt x="120" y="1999"/>
                      <a:pt x="18" y="2698"/>
                    </a:cubicBezTo>
                    <a:cubicBezTo>
                      <a:pt x="0" y="2858"/>
                      <a:pt x="116" y="2976"/>
                      <a:pt x="242" y="3007"/>
                    </a:cubicBezTo>
                    <a:lnTo>
                      <a:pt x="242" y="3007"/>
                    </a:lnTo>
                    <a:cubicBezTo>
                      <a:pt x="200" y="3043"/>
                      <a:pt x="172" y="3094"/>
                      <a:pt x="172" y="3159"/>
                    </a:cubicBezTo>
                    <a:cubicBezTo>
                      <a:pt x="206" y="3893"/>
                      <a:pt x="479" y="4712"/>
                      <a:pt x="803" y="5360"/>
                    </a:cubicBezTo>
                    <a:cubicBezTo>
                      <a:pt x="979" y="5700"/>
                      <a:pt x="1333" y="6087"/>
                      <a:pt x="1712" y="6087"/>
                    </a:cubicBezTo>
                    <a:cubicBezTo>
                      <a:pt x="1846" y="6087"/>
                      <a:pt x="1983" y="6039"/>
                      <a:pt x="2117" y="5923"/>
                    </a:cubicBezTo>
                    <a:cubicBezTo>
                      <a:pt x="2645" y="5462"/>
                      <a:pt x="2338" y="4678"/>
                      <a:pt x="2048" y="4200"/>
                    </a:cubicBezTo>
                    <a:cubicBezTo>
                      <a:pt x="1773" y="3745"/>
                      <a:pt x="1397" y="3357"/>
                      <a:pt x="948" y="3063"/>
                    </a:cubicBezTo>
                    <a:lnTo>
                      <a:pt x="948" y="3063"/>
                    </a:lnTo>
                    <a:cubicBezTo>
                      <a:pt x="1379" y="2774"/>
                      <a:pt x="1741" y="2402"/>
                      <a:pt x="2014" y="1965"/>
                    </a:cubicBezTo>
                    <a:cubicBezTo>
                      <a:pt x="2304" y="1504"/>
                      <a:pt x="2697" y="702"/>
                      <a:pt x="2236" y="224"/>
                    </a:cubicBezTo>
                    <a:cubicBezTo>
                      <a:pt x="2095" y="65"/>
                      <a:pt x="1945" y="1"/>
                      <a:pt x="17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15" name="Google Shape;515;p38"/>
              <p:cNvCxnSpPr/>
              <p:nvPr/>
            </p:nvCxnSpPr>
            <p:spPr>
              <a:xfrm flipH="1" rot="10800000">
                <a:off x="2816150" y="4560213"/>
                <a:ext cx="661500" cy="54000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6" name="Google Shape;516;p38"/>
          <p:cNvGrpSpPr/>
          <p:nvPr/>
        </p:nvGrpSpPr>
        <p:grpSpPr>
          <a:xfrm>
            <a:off x="5932768" y="665159"/>
            <a:ext cx="1097344" cy="740952"/>
            <a:chOff x="5892993" y="842034"/>
            <a:chExt cx="1097344" cy="740952"/>
          </a:xfrm>
        </p:grpSpPr>
        <p:grpSp>
          <p:nvGrpSpPr>
            <p:cNvPr id="517" name="Google Shape;517;p38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518" name="Google Shape;518;p38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38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2" name="Google Shape;522;p38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523" name="Google Shape;523;p38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38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6" name="Google Shape;526;p38"/>
          <p:cNvSpPr/>
          <p:nvPr/>
        </p:nvSpPr>
        <p:spPr>
          <a:xfrm flipH="1" rot="-5400000">
            <a:off x="6326607" y="28136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38"/>
          <p:cNvGrpSpPr/>
          <p:nvPr/>
        </p:nvGrpSpPr>
        <p:grpSpPr>
          <a:xfrm>
            <a:off x="1217931" y="230871"/>
            <a:ext cx="1901990" cy="1887948"/>
            <a:chOff x="1217931" y="230871"/>
            <a:chExt cx="1901990" cy="1887948"/>
          </a:xfrm>
        </p:grpSpPr>
        <p:sp>
          <p:nvSpPr>
            <p:cNvPr id="528" name="Google Shape;528;p38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9" name="Google Shape;529;p38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8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8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37" name="Google Shape;537;p38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1" name="Google Shape;631;p44"/>
          <p:cNvSpPr txBox="1"/>
          <p:nvPr>
            <p:ph type="title"/>
          </p:nvPr>
        </p:nvSpPr>
        <p:spPr>
          <a:xfrm>
            <a:off x="1478550" y="1790175"/>
            <a:ext cx="28443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latin typeface="Arial"/>
              </a:rPr>
              <a:t>Vấn đề: chuỗi cung ứng cà phê Việt Nam thiếu minh bạch</a:t>
            </a:r>
            <a:endParaRPr b="1"/>
          </a:p>
        </p:txBody>
      </p:sp>
      <p:sp>
        <p:nvSpPr>
          <p:cNvPr id="632" name="Google Shape;632;p44"/>
          <p:cNvSpPr txBox="1"/>
          <p:nvPr>
            <p:ph idx="1" type="subTitle"/>
          </p:nvPr>
        </p:nvSpPr>
        <p:spPr>
          <a:xfrm>
            <a:off x="5325700" y="1269825"/>
            <a:ext cx="2495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>
                <a:latin typeface="Arial"/>
              </a:rPr>
              <a:t>Nông dân ở Đắk Lắk thường chỉ nhận 30-40% giá trị cuối cùng của hạt cà phê, phần còn lại rơi vào 3-4 lớp trung gian</a:t>
            </a:r>
            <a:endParaRPr/>
          </a:p>
          <a:p>
            <a:r>
              <a:rPr sz="1600">
                <a:latin typeface="Arial"/>
              </a:rPr>
              <a:t>Người tiêu dùng không biết hạt cà phê mình uống đến từ nông trại nào, rang vào ngày nào, theo mẻ nào</a:t>
            </a:r>
          </a:p>
          <a:p>
            <a:r>
              <a:rPr sz="1600">
                <a:latin typeface="Arial"/>
              </a:rPr>
              <a:t>Giá cà phê nhân xô biến động mạnh theo thị trường thế giới, đẩy rủi ro tài chính lên vai người nông dân trước tiên</a:t>
            </a:r>
          </a:p>
        </p:txBody>
      </p:sp>
      <p:sp>
        <p:nvSpPr>
          <p:cNvPr id="633" name="Google Shape;633;p44"/>
          <p:cNvSpPr/>
          <p:nvPr/>
        </p:nvSpPr>
        <p:spPr>
          <a:xfrm flipH="1" rot="-5400000">
            <a:off x="2745869" y="28048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72" name="Google Shape;1372;p62"/>
          <p:cNvSpPr txBox="1"/>
          <p:nvPr/>
        </p:nvSpPr>
        <p:spPr>
          <a:xfrm>
            <a:off x="6348379" y="121037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3" name="Google Shape;1373;p62"/>
          <p:cNvSpPr txBox="1"/>
          <p:nvPr/>
        </p:nvSpPr>
        <p:spPr>
          <a:xfrm>
            <a:off x="6348379" y="158952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Roboto"/>
              </a:rPr>
              <a:t>Chọn hạt: tuyển thủ công từng mẻ hạt xanh trước khi rang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62"/>
          <p:cNvSpPr txBox="1"/>
          <p:nvPr/>
        </p:nvSpPr>
        <p:spPr>
          <a:xfrm>
            <a:off x="716621" y="287182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5" name="Google Shape;1375;p62"/>
          <p:cNvSpPr txBox="1"/>
          <p:nvPr/>
        </p:nvSpPr>
        <p:spPr>
          <a:xfrm>
            <a:off x="716621" y="158952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Roboto"/>
              </a:rPr>
              <a:t>Rang mẻ nhỏ: mỗi mẻ 12kg, canh nhiệt độ và thời gian bằng tay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62"/>
          <p:cNvSpPr txBox="1"/>
          <p:nvPr/>
        </p:nvSpPr>
        <p:spPr>
          <a:xfrm>
            <a:off x="716621" y="325097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Roboto"/>
              </a:rPr>
              <a:t>Kiểm định hương vị: cupping từng mẻ trước khi đóng gói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62"/>
          <p:cNvSpPr txBox="1"/>
          <p:nvPr/>
        </p:nvSpPr>
        <p:spPr>
          <a:xfrm>
            <a:off x="6348379" y="287182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78" name="Google Shape;1378;p62"/>
          <p:cNvSpPr txBox="1"/>
          <p:nvPr/>
        </p:nvSpPr>
        <p:spPr>
          <a:xfrm>
            <a:off x="6348379" y="3250975"/>
            <a:ext cx="207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Roboto"/>
              </a:rPr>
              <a:t>Đóng gói tươi: giao trong 48 giờ sau khi rang xong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62"/>
          <p:cNvSpPr txBox="1"/>
          <p:nvPr/>
        </p:nvSpPr>
        <p:spPr>
          <a:xfrm>
            <a:off x="716621" y="1210375"/>
            <a:ext cx="2079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380" name="Google Shape;138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Arial"/>
              </a:rPr>
              <a:t>Rang thủ công theo mẻ nhỏ</a:t>
            </a:r>
            <a:endParaRPr b="0"/>
          </a:p>
        </p:txBody>
      </p:sp>
      <p:sp>
        <p:nvSpPr>
          <p:cNvPr id="1381" name="Google Shape;1381;p62"/>
          <p:cNvSpPr/>
          <p:nvPr/>
        </p:nvSpPr>
        <p:spPr>
          <a:xfrm>
            <a:off x="3474204" y="1576051"/>
            <a:ext cx="2078998" cy="1883461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2" name="Google Shape;1382;p62"/>
          <p:cNvGrpSpPr/>
          <p:nvPr/>
        </p:nvGrpSpPr>
        <p:grpSpPr>
          <a:xfrm>
            <a:off x="2975692" y="1492652"/>
            <a:ext cx="427260" cy="424119"/>
            <a:chOff x="1465188" y="2189984"/>
            <a:chExt cx="366464" cy="363770"/>
          </a:xfrm>
        </p:grpSpPr>
        <p:sp>
          <p:nvSpPr>
            <p:cNvPr id="1383" name="Google Shape;1383;p62"/>
            <p:cNvSpPr/>
            <p:nvPr/>
          </p:nvSpPr>
          <p:spPr>
            <a:xfrm>
              <a:off x="1699903" y="2424700"/>
              <a:ext cx="53170" cy="53194"/>
            </a:xfrm>
            <a:custGeom>
              <a:rect b="b" l="l" r="r" t="t"/>
              <a:pathLst>
                <a:path extrusionOk="0" h="2192" w="2191">
                  <a:moveTo>
                    <a:pt x="758" y="1"/>
                  </a:moveTo>
                  <a:lnTo>
                    <a:pt x="0" y="759"/>
                  </a:lnTo>
                  <a:lnTo>
                    <a:pt x="1447" y="2192"/>
                  </a:lnTo>
                  <a:lnTo>
                    <a:pt x="2191" y="1448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2"/>
            <p:cNvSpPr/>
            <p:nvPr/>
          </p:nvSpPr>
          <p:spPr>
            <a:xfrm>
              <a:off x="1699903" y="2424700"/>
              <a:ext cx="44143" cy="53194"/>
            </a:xfrm>
            <a:custGeom>
              <a:rect b="b" l="l" r="r" t="t"/>
              <a:pathLst>
                <a:path extrusionOk="0" h="2192" w="1819">
                  <a:moveTo>
                    <a:pt x="758" y="1"/>
                  </a:moveTo>
                  <a:lnTo>
                    <a:pt x="386" y="373"/>
                  </a:lnTo>
                  <a:lnTo>
                    <a:pt x="0" y="759"/>
                  </a:lnTo>
                  <a:lnTo>
                    <a:pt x="648" y="1406"/>
                  </a:lnTo>
                  <a:lnTo>
                    <a:pt x="1447" y="2192"/>
                  </a:lnTo>
                  <a:lnTo>
                    <a:pt x="1819" y="1806"/>
                  </a:lnTo>
                  <a:lnTo>
                    <a:pt x="1130" y="1117"/>
                  </a:lnTo>
                  <a:cubicBezTo>
                    <a:pt x="1089" y="1076"/>
                    <a:pt x="1089" y="1007"/>
                    <a:pt x="1130" y="952"/>
                  </a:cubicBezTo>
                  <a:cubicBezTo>
                    <a:pt x="1227" y="855"/>
                    <a:pt x="1309" y="759"/>
                    <a:pt x="1406" y="648"/>
                  </a:cubicBezTo>
                  <a:lnTo>
                    <a:pt x="758" y="1"/>
                  </a:ln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2"/>
            <p:cNvSpPr/>
            <p:nvPr/>
          </p:nvSpPr>
          <p:spPr>
            <a:xfrm>
              <a:off x="1470527" y="2195347"/>
              <a:ext cx="288249" cy="288565"/>
            </a:xfrm>
            <a:custGeom>
              <a:rect b="b" l="l" r="r" t="t"/>
              <a:pathLst>
                <a:path extrusionOk="0" h="11891" w="11878">
                  <a:moveTo>
                    <a:pt x="5939" y="0"/>
                  </a:moveTo>
                  <a:cubicBezTo>
                    <a:pt x="2660" y="0"/>
                    <a:pt x="1" y="2659"/>
                    <a:pt x="1" y="5939"/>
                  </a:cubicBezTo>
                  <a:cubicBezTo>
                    <a:pt x="1" y="9231"/>
                    <a:pt x="2660" y="11891"/>
                    <a:pt x="5939" y="11891"/>
                  </a:cubicBezTo>
                  <a:cubicBezTo>
                    <a:pt x="9218" y="11891"/>
                    <a:pt x="11877" y="9231"/>
                    <a:pt x="11877" y="5939"/>
                  </a:cubicBezTo>
                  <a:cubicBezTo>
                    <a:pt x="11877" y="2659"/>
                    <a:pt x="9218" y="0"/>
                    <a:pt x="59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2"/>
            <p:cNvSpPr/>
            <p:nvPr/>
          </p:nvSpPr>
          <p:spPr>
            <a:xfrm>
              <a:off x="1470527" y="2232792"/>
              <a:ext cx="250805" cy="251120"/>
            </a:xfrm>
            <a:custGeom>
              <a:rect b="b" l="l" r="r" t="t"/>
              <a:pathLst>
                <a:path extrusionOk="0" h="10348" w="10335">
                  <a:moveTo>
                    <a:pt x="1943" y="1"/>
                  </a:moveTo>
                  <a:lnTo>
                    <a:pt x="1943" y="1"/>
                  </a:lnTo>
                  <a:cubicBezTo>
                    <a:pt x="745" y="1089"/>
                    <a:pt x="1" y="2660"/>
                    <a:pt x="1" y="4396"/>
                  </a:cubicBezTo>
                  <a:cubicBezTo>
                    <a:pt x="1" y="7688"/>
                    <a:pt x="2660" y="10348"/>
                    <a:pt x="5939" y="10348"/>
                  </a:cubicBezTo>
                  <a:cubicBezTo>
                    <a:pt x="7689" y="10348"/>
                    <a:pt x="9246" y="9590"/>
                    <a:pt x="10334" y="8391"/>
                  </a:cubicBezTo>
                  <a:lnTo>
                    <a:pt x="10334" y="8391"/>
                  </a:lnTo>
                  <a:cubicBezTo>
                    <a:pt x="9287" y="9342"/>
                    <a:pt x="7882" y="9934"/>
                    <a:pt x="6352" y="9934"/>
                  </a:cubicBezTo>
                  <a:cubicBezTo>
                    <a:pt x="3059" y="9934"/>
                    <a:pt x="400" y="7275"/>
                    <a:pt x="400" y="3996"/>
                  </a:cubicBezTo>
                  <a:cubicBezTo>
                    <a:pt x="400" y="2453"/>
                    <a:pt x="993" y="1048"/>
                    <a:pt x="1943" y="1"/>
                  </a:cubicBezTo>
                  <a:close/>
                </a:path>
              </a:pathLst>
            </a:custGeom>
            <a:solidFill>
              <a:srgbClr val="559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2"/>
            <p:cNvSpPr/>
            <p:nvPr/>
          </p:nvSpPr>
          <p:spPr>
            <a:xfrm>
              <a:off x="1492610" y="2218426"/>
              <a:ext cx="244083" cy="242408"/>
            </a:xfrm>
            <a:custGeom>
              <a:rect b="b" l="l" r="r" t="t"/>
              <a:pathLst>
                <a:path extrusionOk="0" h="9989" w="10058">
                  <a:moveTo>
                    <a:pt x="5029" y="0"/>
                  </a:moveTo>
                  <a:cubicBezTo>
                    <a:pt x="2246" y="0"/>
                    <a:pt x="0" y="2232"/>
                    <a:pt x="0" y="4988"/>
                  </a:cubicBezTo>
                  <a:cubicBezTo>
                    <a:pt x="0" y="7757"/>
                    <a:pt x="2246" y="9989"/>
                    <a:pt x="5029" y="9989"/>
                  </a:cubicBezTo>
                  <a:cubicBezTo>
                    <a:pt x="7812" y="9989"/>
                    <a:pt x="10058" y="7757"/>
                    <a:pt x="10058" y="4988"/>
                  </a:cubicBezTo>
                  <a:cubicBezTo>
                    <a:pt x="10058" y="2232"/>
                    <a:pt x="7812" y="0"/>
                    <a:pt x="50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2"/>
            <p:cNvSpPr/>
            <p:nvPr/>
          </p:nvSpPr>
          <p:spPr>
            <a:xfrm>
              <a:off x="1514330" y="2247765"/>
              <a:ext cx="198969" cy="187709"/>
            </a:xfrm>
            <a:custGeom>
              <a:rect b="b" l="l" r="r" t="t"/>
              <a:pathLst>
                <a:path extrusionOk="0" h="7735" w="8199">
                  <a:moveTo>
                    <a:pt x="3877" y="1"/>
                  </a:moveTo>
                  <a:cubicBezTo>
                    <a:pt x="3848" y="1"/>
                    <a:pt x="3819" y="2"/>
                    <a:pt x="3790" y="3"/>
                  </a:cubicBezTo>
                  <a:cubicBezTo>
                    <a:pt x="3142" y="45"/>
                    <a:pt x="2384" y="334"/>
                    <a:pt x="2040" y="1037"/>
                  </a:cubicBezTo>
                  <a:cubicBezTo>
                    <a:pt x="1874" y="1367"/>
                    <a:pt x="1599" y="1643"/>
                    <a:pt x="1282" y="1822"/>
                  </a:cubicBezTo>
                  <a:cubicBezTo>
                    <a:pt x="814" y="2084"/>
                    <a:pt x="442" y="2511"/>
                    <a:pt x="290" y="3035"/>
                  </a:cubicBezTo>
                  <a:cubicBezTo>
                    <a:pt x="235" y="3255"/>
                    <a:pt x="1" y="4330"/>
                    <a:pt x="621" y="5087"/>
                  </a:cubicBezTo>
                  <a:cubicBezTo>
                    <a:pt x="882" y="5391"/>
                    <a:pt x="1199" y="5556"/>
                    <a:pt x="1461" y="5639"/>
                  </a:cubicBezTo>
                  <a:cubicBezTo>
                    <a:pt x="1682" y="5721"/>
                    <a:pt x="1847" y="5914"/>
                    <a:pt x="1902" y="6148"/>
                  </a:cubicBezTo>
                  <a:cubicBezTo>
                    <a:pt x="1971" y="6410"/>
                    <a:pt x="2067" y="6603"/>
                    <a:pt x="2136" y="6727"/>
                  </a:cubicBezTo>
                  <a:cubicBezTo>
                    <a:pt x="2508" y="7378"/>
                    <a:pt x="3188" y="7734"/>
                    <a:pt x="3532" y="7734"/>
                  </a:cubicBezTo>
                  <a:cubicBezTo>
                    <a:pt x="3545" y="7734"/>
                    <a:pt x="3557" y="7734"/>
                    <a:pt x="3569" y="7733"/>
                  </a:cubicBezTo>
                  <a:cubicBezTo>
                    <a:pt x="3610" y="7733"/>
                    <a:pt x="3941" y="7691"/>
                    <a:pt x="3941" y="7691"/>
                  </a:cubicBezTo>
                  <a:cubicBezTo>
                    <a:pt x="4162" y="7650"/>
                    <a:pt x="4368" y="7567"/>
                    <a:pt x="4547" y="7457"/>
                  </a:cubicBezTo>
                  <a:cubicBezTo>
                    <a:pt x="4809" y="7292"/>
                    <a:pt x="5112" y="7195"/>
                    <a:pt x="5429" y="7195"/>
                  </a:cubicBezTo>
                  <a:cubicBezTo>
                    <a:pt x="6008" y="7195"/>
                    <a:pt x="7620" y="6162"/>
                    <a:pt x="7523" y="5019"/>
                  </a:cubicBezTo>
                  <a:cubicBezTo>
                    <a:pt x="7510" y="4715"/>
                    <a:pt x="7372" y="4633"/>
                    <a:pt x="7413" y="4316"/>
                  </a:cubicBezTo>
                  <a:cubicBezTo>
                    <a:pt x="7482" y="3820"/>
                    <a:pt x="7840" y="3737"/>
                    <a:pt x="7978" y="3338"/>
                  </a:cubicBezTo>
                  <a:cubicBezTo>
                    <a:pt x="8198" y="2663"/>
                    <a:pt x="7592" y="1588"/>
                    <a:pt x="6697" y="1243"/>
                  </a:cubicBezTo>
                  <a:cubicBezTo>
                    <a:pt x="6504" y="1175"/>
                    <a:pt x="6325" y="1147"/>
                    <a:pt x="6173" y="1133"/>
                  </a:cubicBezTo>
                  <a:cubicBezTo>
                    <a:pt x="5842" y="1119"/>
                    <a:pt x="5539" y="982"/>
                    <a:pt x="5305" y="734"/>
                  </a:cubicBezTo>
                  <a:cubicBezTo>
                    <a:pt x="4989" y="405"/>
                    <a:pt x="4485" y="1"/>
                    <a:pt x="3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2"/>
            <p:cNvSpPr/>
            <p:nvPr/>
          </p:nvSpPr>
          <p:spPr>
            <a:xfrm>
              <a:off x="1519013" y="2301663"/>
              <a:ext cx="173561" cy="133811"/>
            </a:xfrm>
            <a:custGeom>
              <a:rect b="b" l="l" r="r" t="t"/>
              <a:pathLst>
                <a:path extrusionOk="0" h="5514" w="7152">
                  <a:moveTo>
                    <a:pt x="565" y="1"/>
                  </a:moveTo>
                  <a:lnTo>
                    <a:pt x="565" y="1"/>
                  </a:lnTo>
                  <a:cubicBezTo>
                    <a:pt x="359" y="221"/>
                    <a:pt x="180" y="510"/>
                    <a:pt x="83" y="814"/>
                  </a:cubicBezTo>
                  <a:cubicBezTo>
                    <a:pt x="69" y="910"/>
                    <a:pt x="1" y="1199"/>
                    <a:pt x="1" y="1544"/>
                  </a:cubicBezTo>
                  <a:cubicBezTo>
                    <a:pt x="1" y="1943"/>
                    <a:pt x="83" y="2453"/>
                    <a:pt x="428" y="2866"/>
                  </a:cubicBezTo>
                  <a:cubicBezTo>
                    <a:pt x="676" y="3170"/>
                    <a:pt x="1006" y="3335"/>
                    <a:pt x="1268" y="3418"/>
                  </a:cubicBezTo>
                  <a:cubicBezTo>
                    <a:pt x="1489" y="3500"/>
                    <a:pt x="1654" y="3693"/>
                    <a:pt x="1709" y="3927"/>
                  </a:cubicBezTo>
                  <a:cubicBezTo>
                    <a:pt x="1778" y="4189"/>
                    <a:pt x="1874" y="4396"/>
                    <a:pt x="1943" y="4506"/>
                  </a:cubicBezTo>
                  <a:cubicBezTo>
                    <a:pt x="2315" y="5157"/>
                    <a:pt x="2995" y="5513"/>
                    <a:pt x="3339" y="5513"/>
                  </a:cubicBezTo>
                  <a:cubicBezTo>
                    <a:pt x="3352" y="5513"/>
                    <a:pt x="3364" y="5513"/>
                    <a:pt x="3376" y="5512"/>
                  </a:cubicBezTo>
                  <a:cubicBezTo>
                    <a:pt x="3417" y="5512"/>
                    <a:pt x="3748" y="5470"/>
                    <a:pt x="3748" y="5470"/>
                  </a:cubicBezTo>
                  <a:cubicBezTo>
                    <a:pt x="3858" y="5457"/>
                    <a:pt x="3955" y="5429"/>
                    <a:pt x="4065" y="5388"/>
                  </a:cubicBezTo>
                  <a:cubicBezTo>
                    <a:pt x="4161" y="5346"/>
                    <a:pt x="4258" y="5291"/>
                    <a:pt x="4354" y="5236"/>
                  </a:cubicBezTo>
                  <a:cubicBezTo>
                    <a:pt x="4616" y="5071"/>
                    <a:pt x="4919" y="4974"/>
                    <a:pt x="5236" y="4974"/>
                  </a:cubicBezTo>
                  <a:cubicBezTo>
                    <a:pt x="5677" y="4974"/>
                    <a:pt x="6724" y="4368"/>
                    <a:pt x="7151" y="3583"/>
                  </a:cubicBezTo>
                  <a:lnTo>
                    <a:pt x="7151" y="3583"/>
                  </a:lnTo>
                  <a:cubicBezTo>
                    <a:pt x="6669" y="3996"/>
                    <a:pt x="6090" y="4272"/>
                    <a:pt x="5787" y="4272"/>
                  </a:cubicBezTo>
                  <a:cubicBezTo>
                    <a:pt x="5457" y="4272"/>
                    <a:pt x="5153" y="4368"/>
                    <a:pt x="4878" y="4534"/>
                  </a:cubicBezTo>
                  <a:cubicBezTo>
                    <a:pt x="4795" y="4589"/>
                    <a:pt x="4685" y="4644"/>
                    <a:pt x="4589" y="4685"/>
                  </a:cubicBezTo>
                  <a:cubicBezTo>
                    <a:pt x="4478" y="4726"/>
                    <a:pt x="4368" y="4754"/>
                    <a:pt x="4258" y="4782"/>
                  </a:cubicBezTo>
                  <a:cubicBezTo>
                    <a:pt x="4258" y="4782"/>
                    <a:pt x="3927" y="4809"/>
                    <a:pt x="3886" y="4809"/>
                  </a:cubicBezTo>
                  <a:cubicBezTo>
                    <a:pt x="3874" y="4810"/>
                    <a:pt x="3861" y="4811"/>
                    <a:pt x="3847" y="4811"/>
                  </a:cubicBezTo>
                  <a:cubicBezTo>
                    <a:pt x="3490" y="4811"/>
                    <a:pt x="2797" y="4454"/>
                    <a:pt x="2425" y="3803"/>
                  </a:cubicBezTo>
                  <a:cubicBezTo>
                    <a:pt x="2357" y="3693"/>
                    <a:pt x="2246" y="3486"/>
                    <a:pt x="2191" y="3225"/>
                  </a:cubicBezTo>
                  <a:cubicBezTo>
                    <a:pt x="2136" y="2990"/>
                    <a:pt x="1957" y="2798"/>
                    <a:pt x="1723" y="2715"/>
                  </a:cubicBezTo>
                  <a:cubicBezTo>
                    <a:pt x="1461" y="2632"/>
                    <a:pt x="1130" y="2467"/>
                    <a:pt x="882" y="2164"/>
                  </a:cubicBezTo>
                  <a:cubicBezTo>
                    <a:pt x="524" y="1750"/>
                    <a:pt x="441" y="1241"/>
                    <a:pt x="441" y="841"/>
                  </a:cubicBezTo>
                  <a:cubicBezTo>
                    <a:pt x="441" y="497"/>
                    <a:pt x="510" y="221"/>
                    <a:pt x="524" y="111"/>
                  </a:cubicBezTo>
                  <a:cubicBezTo>
                    <a:pt x="538" y="70"/>
                    <a:pt x="552" y="28"/>
                    <a:pt x="565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2"/>
            <p:cNvSpPr/>
            <p:nvPr/>
          </p:nvSpPr>
          <p:spPr>
            <a:xfrm>
              <a:off x="1626664" y="2296325"/>
              <a:ext cx="37154" cy="37129"/>
            </a:xfrm>
            <a:custGeom>
              <a:rect b="b" l="l" r="r" t="t"/>
              <a:pathLst>
                <a:path extrusionOk="0" h="1530" w="1531">
                  <a:moveTo>
                    <a:pt x="773" y="0"/>
                  </a:moveTo>
                  <a:cubicBezTo>
                    <a:pt x="345" y="0"/>
                    <a:pt x="1" y="345"/>
                    <a:pt x="1" y="772"/>
                  </a:cubicBezTo>
                  <a:cubicBezTo>
                    <a:pt x="1" y="1185"/>
                    <a:pt x="345" y="1530"/>
                    <a:pt x="773" y="1530"/>
                  </a:cubicBezTo>
                  <a:cubicBezTo>
                    <a:pt x="1186" y="1530"/>
                    <a:pt x="1530" y="1185"/>
                    <a:pt x="1530" y="772"/>
                  </a:cubicBezTo>
                  <a:cubicBezTo>
                    <a:pt x="1530" y="345"/>
                    <a:pt x="1186" y="0"/>
                    <a:pt x="7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2"/>
            <p:cNvSpPr/>
            <p:nvPr/>
          </p:nvSpPr>
          <p:spPr>
            <a:xfrm>
              <a:off x="1551435" y="2311710"/>
              <a:ext cx="39483" cy="39143"/>
            </a:xfrm>
            <a:custGeom>
              <a:rect b="b" l="l" r="r" t="t"/>
              <a:pathLst>
                <a:path extrusionOk="0" h="1613" w="1627">
                  <a:moveTo>
                    <a:pt x="814" y="0"/>
                  </a:moveTo>
                  <a:cubicBezTo>
                    <a:pt x="373" y="0"/>
                    <a:pt x="1" y="358"/>
                    <a:pt x="1" y="813"/>
                  </a:cubicBezTo>
                  <a:cubicBezTo>
                    <a:pt x="1" y="1254"/>
                    <a:pt x="373" y="1612"/>
                    <a:pt x="814" y="1612"/>
                  </a:cubicBezTo>
                  <a:cubicBezTo>
                    <a:pt x="1269" y="1612"/>
                    <a:pt x="1627" y="1254"/>
                    <a:pt x="1627" y="813"/>
                  </a:cubicBezTo>
                  <a:cubicBezTo>
                    <a:pt x="1627" y="358"/>
                    <a:pt x="1269" y="0"/>
                    <a:pt x="814" y="0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2"/>
            <p:cNvSpPr/>
            <p:nvPr/>
          </p:nvSpPr>
          <p:spPr>
            <a:xfrm>
              <a:off x="1601596" y="2358838"/>
              <a:ext cx="38488" cy="38149"/>
            </a:xfrm>
            <a:custGeom>
              <a:rect b="b" l="l" r="r" t="t"/>
              <a:pathLst>
                <a:path extrusionOk="0" h="1572" w="1586">
                  <a:moveTo>
                    <a:pt x="800" y="1"/>
                  </a:moveTo>
                  <a:cubicBezTo>
                    <a:pt x="359" y="1"/>
                    <a:pt x="1" y="345"/>
                    <a:pt x="1" y="786"/>
                  </a:cubicBezTo>
                  <a:cubicBezTo>
                    <a:pt x="1" y="1213"/>
                    <a:pt x="359" y="1571"/>
                    <a:pt x="800" y="1571"/>
                  </a:cubicBezTo>
                  <a:cubicBezTo>
                    <a:pt x="1227" y="1571"/>
                    <a:pt x="1585" y="1213"/>
                    <a:pt x="1585" y="786"/>
                  </a:cubicBezTo>
                  <a:cubicBezTo>
                    <a:pt x="1585" y="345"/>
                    <a:pt x="1227" y="1"/>
                    <a:pt x="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2"/>
            <p:cNvSpPr/>
            <p:nvPr/>
          </p:nvSpPr>
          <p:spPr>
            <a:xfrm>
              <a:off x="1626664" y="2296664"/>
              <a:ext cx="36814" cy="36790"/>
            </a:xfrm>
            <a:custGeom>
              <a:rect b="b" l="l" r="r" t="t"/>
              <a:pathLst>
                <a:path extrusionOk="0" h="1516" w="1517">
                  <a:moveTo>
                    <a:pt x="607" y="0"/>
                  </a:moveTo>
                  <a:cubicBezTo>
                    <a:pt x="263" y="83"/>
                    <a:pt x="1" y="386"/>
                    <a:pt x="1" y="758"/>
                  </a:cubicBezTo>
                  <a:cubicBezTo>
                    <a:pt x="1" y="1171"/>
                    <a:pt x="345" y="1516"/>
                    <a:pt x="773" y="1516"/>
                  </a:cubicBezTo>
                  <a:cubicBezTo>
                    <a:pt x="1145" y="1516"/>
                    <a:pt x="1448" y="1254"/>
                    <a:pt x="1517" y="909"/>
                  </a:cubicBezTo>
                  <a:lnTo>
                    <a:pt x="1517" y="909"/>
                  </a:lnTo>
                  <a:cubicBezTo>
                    <a:pt x="1461" y="923"/>
                    <a:pt x="1406" y="937"/>
                    <a:pt x="1351" y="937"/>
                  </a:cubicBezTo>
                  <a:cubicBezTo>
                    <a:pt x="938" y="937"/>
                    <a:pt x="593" y="592"/>
                    <a:pt x="593" y="165"/>
                  </a:cubicBezTo>
                  <a:cubicBezTo>
                    <a:pt x="593" y="110"/>
                    <a:pt x="593" y="55"/>
                    <a:pt x="60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2"/>
            <p:cNvSpPr/>
            <p:nvPr/>
          </p:nvSpPr>
          <p:spPr>
            <a:xfrm>
              <a:off x="1551774" y="2312365"/>
              <a:ext cx="38488" cy="38488"/>
            </a:xfrm>
            <a:custGeom>
              <a:rect b="b" l="l" r="r" t="t"/>
              <a:pathLst>
                <a:path extrusionOk="0" h="1586" w="1586">
                  <a:moveTo>
                    <a:pt x="607" y="1"/>
                  </a:moveTo>
                  <a:lnTo>
                    <a:pt x="607" y="1"/>
                  </a:lnTo>
                  <a:cubicBezTo>
                    <a:pt x="249" y="83"/>
                    <a:pt x="1" y="400"/>
                    <a:pt x="1" y="772"/>
                  </a:cubicBezTo>
                  <a:cubicBezTo>
                    <a:pt x="1" y="1227"/>
                    <a:pt x="359" y="1585"/>
                    <a:pt x="800" y="1585"/>
                  </a:cubicBezTo>
                  <a:cubicBezTo>
                    <a:pt x="1186" y="1585"/>
                    <a:pt x="1503" y="1323"/>
                    <a:pt x="1585" y="979"/>
                  </a:cubicBezTo>
                  <a:lnTo>
                    <a:pt x="1585" y="979"/>
                  </a:lnTo>
                  <a:cubicBezTo>
                    <a:pt x="1530" y="993"/>
                    <a:pt x="1461" y="1006"/>
                    <a:pt x="1392" y="1006"/>
                  </a:cubicBezTo>
                  <a:cubicBezTo>
                    <a:pt x="938" y="1006"/>
                    <a:pt x="579" y="634"/>
                    <a:pt x="579" y="193"/>
                  </a:cubicBezTo>
                  <a:cubicBezTo>
                    <a:pt x="579" y="125"/>
                    <a:pt x="593" y="56"/>
                    <a:pt x="607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2"/>
            <p:cNvSpPr/>
            <p:nvPr/>
          </p:nvSpPr>
          <p:spPr>
            <a:xfrm>
              <a:off x="1601935" y="2359177"/>
              <a:ext cx="37469" cy="37809"/>
            </a:xfrm>
            <a:custGeom>
              <a:rect b="b" l="l" r="r" t="t"/>
              <a:pathLst>
                <a:path extrusionOk="0" h="1558" w="1544">
                  <a:moveTo>
                    <a:pt x="607" y="0"/>
                  </a:moveTo>
                  <a:lnTo>
                    <a:pt x="607" y="0"/>
                  </a:lnTo>
                  <a:cubicBezTo>
                    <a:pt x="248" y="83"/>
                    <a:pt x="0" y="400"/>
                    <a:pt x="0" y="772"/>
                  </a:cubicBezTo>
                  <a:cubicBezTo>
                    <a:pt x="0" y="1199"/>
                    <a:pt x="345" y="1557"/>
                    <a:pt x="786" y="1557"/>
                  </a:cubicBezTo>
                  <a:cubicBezTo>
                    <a:pt x="1158" y="1557"/>
                    <a:pt x="1461" y="1296"/>
                    <a:pt x="1544" y="951"/>
                  </a:cubicBezTo>
                  <a:lnTo>
                    <a:pt x="1544" y="951"/>
                  </a:lnTo>
                  <a:cubicBezTo>
                    <a:pt x="1488" y="965"/>
                    <a:pt x="1433" y="979"/>
                    <a:pt x="1364" y="979"/>
                  </a:cubicBezTo>
                  <a:cubicBezTo>
                    <a:pt x="937" y="979"/>
                    <a:pt x="579" y="620"/>
                    <a:pt x="579" y="180"/>
                  </a:cubicBezTo>
                  <a:cubicBezTo>
                    <a:pt x="579" y="124"/>
                    <a:pt x="593" y="69"/>
                    <a:pt x="60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2"/>
            <p:cNvSpPr/>
            <p:nvPr/>
          </p:nvSpPr>
          <p:spPr>
            <a:xfrm>
              <a:off x="1728660" y="2453117"/>
              <a:ext cx="96973" cy="95323"/>
            </a:xfrm>
            <a:custGeom>
              <a:rect b="b" l="l" r="r" t="t"/>
              <a:pathLst>
                <a:path extrusionOk="0" h="3928" w="3996">
                  <a:moveTo>
                    <a:pt x="744" y="1"/>
                  </a:moveTo>
                  <a:lnTo>
                    <a:pt x="0" y="759"/>
                  </a:lnTo>
                  <a:lnTo>
                    <a:pt x="882" y="2247"/>
                  </a:lnTo>
                  <a:cubicBezTo>
                    <a:pt x="923" y="2316"/>
                    <a:pt x="978" y="2384"/>
                    <a:pt x="1034" y="2440"/>
                  </a:cubicBezTo>
                  <a:lnTo>
                    <a:pt x="2232" y="3638"/>
                  </a:lnTo>
                  <a:cubicBezTo>
                    <a:pt x="2425" y="3831"/>
                    <a:pt x="2680" y="3928"/>
                    <a:pt x="2935" y="3928"/>
                  </a:cubicBezTo>
                  <a:cubicBezTo>
                    <a:pt x="3190" y="3928"/>
                    <a:pt x="3445" y="3831"/>
                    <a:pt x="3637" y="3638"/>
                  </a:cubicBezTo>
                  <a:cubicBezTo>
                    <a:pt x="3996" y="3252"/>
                    <a:pt x="3996" y="2646"/>
                    <a:pt x="3624" y="2260"/>
                  </a:cubicBezTo>
                  <a:lnTo>
                    <a:pt x="2384" y="1034"/>
                  </a:lnTo>
                  <a:cubicBezTo>
                    <a:pt x="2329" y="979"/>
                    <a:pt x="2273" y="938"/>
                    <a:pt x="2205" y="897"/>
                  </a:cubicBezTo>
                  <a:lnTo>
                    <a:pt x="7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2"/>
            <p:cNvSpPr/>
            <p:nvPr/>
          </p:nvSpPr>
          <p:spPr>
            <a:xfrm>
              <a:off x="1728660" y="2462144"/>
              <a:ext cx="91974" cy="86295"/>
            </a:xfrm>
            <a:custGeom>
              <a:rect b="b" l="l" r="r" t="t"/>
              <a:pathLst>
                <a:path extrusionOk="0" h="3556" w="3790">
                  <a:moveTo>
                    <a:pt x="372" y="1"/>
                  </a:moveTo>
                  <a:lnTo>
                    <a:pt x="0" y="387"/>
                  </a:lnTo>
                  <a:lnTo>
                    <a:pt x="882" y="1875"/>
                  </a:lnTo>
                  <a:cubicBezTo>
                    <a:pt x="923" y="1944"/>
                    <a:pt x="978" y="2012"/>
                    <a:pt x="1034" y="2068"/>
                  </a:cubicBezTo>
                  <a:lnTo>
                    <a:pt x="2232" y="3266"/>
                  </a:lnTo>
                  <a:cubicBezTo>
                    <a:pt x="2425" y="3459"/>
                    <a:pt x="2680" y="3556"/>
                    <a:pt x="2935" y="3556"/>
                  </a:cubicBezTo>
                  <a:cubicBezTo>
                    <a:pt x="3190" y="3556"/>
                    <a:pt x="3445" y="3459"/>
                    <a:pt x="3637" y="3266"/>
                  </a:cubicBezTo>
                  <a:cubicBezTo>
                    <a:pt x="3693" y="3197"/>
                    <a:pt x="3748" y="3128"/>
                    <a:pt x="3789" y="3060"/>
                  </a:cubicBezTo>
                  <a:lnTo>
                    <a:pt x="3789" y="3060"/>
                  </a:lnTo>
                  <a:cubicBezTo>
                    <a:pt x="3647" y="3139"/>
                    <a:pt x="3486" y="3177"/>
                    <a:pt x="3325" y="3177"/>
                  </a:cubicBezTo>
                  <a:cubicBezTo>
                    <a:pt x="3064" y="3177"/>
                    <a:pt x="2800" y="3076"/>
                    <a:pt x="2604" y="2880"/>
                  </a:cubicBezTo>
                  <a:lnTo>
                    <a:pt x="1406" y="1682"/>
                  </a:lnTo>
                  <a:cubicBezTo>
                    <a:pt x="1350" y="1627"/>
                    <a:pt x="1309" y="1572"/>
                    <a:pt x="1268" y="1503"/>
                  </a:cubicBezTo>
                  <a:lnTo>
                    <a:pt x="372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2"/>
            <p:cNvSpPr/>
            <p:nvPr/>
          </p:nvSpPr>
          <p:spPr>
            <a:xfrm>
              <a:off x="1487247" y="2213063"/>
              <a:ext cx="254809" cy="253134"/>
            </a:xfrm>
            <a:custGeom>
              <a:rect b="b" l="l" r="r" t="t"/>
              <a:pathLst>
                <a:path extrusionOk="0" h="10431" w="10500">
                  <a:moveTo>
                    <a:pt x="5250" y="1"/>
                  </a:moveTo>
                  <a:cubicBezTo>
                    <a:pt x="2357" y="1"/>
                    <a:pt x="1" y="2343"/>
                    <a:pt x="1" y="5209"/>
                  </a:cubicBezTo>
                  <a:cubicBezTo>
                    <a:pt x="1" y="8088"/>
                    <a:pt x="2357" y="10430"/>
                    <a:pt x="5250" y="10430"/>
                  </a:cubicBezTo>
                  <a:cubicBezTo>
                    <a:pt x="8143" y="10430"/>
                    <a:pt x="10499" y="8088"/>
                    <a:pt x="10499" y="5209"/>
                  </a:cubicBezTo>
                  <a:cubicBezTo>
                    <a:pt x="10499" y="3156"/>
                    <a:pt x="9287" y="1296"/>
                    <a:pt x="7399" y="455"/>
                  </a:cubicBezTo>
                  <a:cubicBezTo>
                    <a:pt x="7370" y="441"/>
                    <a:pt x="7338" y="434"/>
                    <a:pt x="7307" y="434"/>
                  </a:cubicBezTo>
                  <a:cubicBezTo>
                    <a:pt x="7222" y="434"/>
                    <a:pt x="7140" y="485"/>
                    <a:pt x="7110" y="566"/>
                  </a:cubicBezTo>
                  <a:cubicBezTo>
                    <a:pt x="7055" y="676"/>
                    <a:pt x="7110" y="800"/>
                    <a:pt x="7220" y="855"/>
                  </a:cubicBezTo>
                  <a:cubicBezTo>
                    <a:pt x="8942" y="1626"/>
                    <a:pt x="10058" y="3335"/>
                    <a:pt x="10058" y="5209"/>
                  </a:cubicBezTo>
                  <a:cubicBezTo>
                    <a:pt x="10058" y="7854"/>
                    <a:pt x="7909" y="9989"/>
                    <a:pt x="5250" y="9989"/>
                  </a:cubicBezTo>
                  <a:cubicBezTo>
                    <a:pt x="2591" y="9989"/>
                    <a:pt x="442" y="7854"/>
                    <a:pt x="442" y="5209"/>
                  </a:cubicBezTo>
                  <a:cubicBezTo>
                    <a:pt x="442" y="2577"/>
                    <a:pt x="2591" y="442"/>
                    <a:pt x="5250" y="442"/>
                  </a:cubicBezTo>
                  <a:cubicBezTo>
                    <a:pt x="5608" y="442"/>
                    <a:pt x="5966" y="483"/>
                    <a:pt x="6311" y="552"/>
                  </a:cubicBezTo>
                  <a:cubicBezTo>
                    <a:pt x="6327" y="556"/>
                    <a:pt x="6344" y="558"/>
                    <a:pt x="6360" y="558"/>
                  </a:cubicBezTo>
                  <a:cubicBezTo>
                    <a:pt x="6456" y="558"/>
                    <a:pt x="6549" y="492"/>
                    <a:pt x="6573" y="386"/>
                  </a:cubicBezTo>
                  <a:cubicBezTo>
                    <a:pt x="6600" y="262"/>
                    <a:pt x="6518" y="152"/>
                    <a:pt x="6407" y="125"/>
                  </a:cubicBezTo>
                  <a:cubicBezTo>
                    <a:pt x="6022" y="42"/>
                    <a:pt x="5636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2"/>
            <p:cNvSpPr/>
            <p:nvPr/>
          </p:nvSpPr>
          <p:spPr>
            <a:xfrm>
              <a:off x="1508991" y="2242426"/>
              <a:ext cx="207317" cy="198363"/>
            </a:xfrm>
            <a:custGeom>
              <a:rect b="b" l="l" r="r" t="t"/>
              <a:pathLst>
                <a:path extrusionOk="0" h="8174" w="8543">
                  <a:moveTo>
                    <a:pt x="4087" y="0"/>
                  </a:moveTo>
                  <a:cubicBezTo>
                    <a:pt x="4057" y="0"/>
                    <a:pt x="4026" y="1"/>
                    <a:pt x="3996" y="3"/>
                  </a:cubicBezTo>
                  <a:cubicBezTo>
                    <a:pt x="3114" y="58"/>
                    <a:pt x="2384" y="485"/>
                    <a:pt x="2053" y="1160"/>
                  </a:cubicBezTo>
                  <a:cubicBezTo>
                    <a:pt x="1915" y="1450"/>
                    <a:pt x="1681" y="1684"/>
                    <a:pt x="1392" y="1849"/>
                  </a:cubicBezTo>
                  <a:cubicBezTo>
                    <a:pt x="868" y="2139"/>
                    <a:pt x="469" y="2621"/>
                    <a:pt x="290" y="3186"/>
                  </a:cubicBezTo>
                  <a:cubicBezTo>
                    <a:pt x="290" y="3199"/>
                    <a:pt x="290" y="3199"/>
                    <a:pt x="290" y="3199"/>
                  </a:cubicBezTo>
                  <a:cubicBezTo>
                    <a:pt x="207" y="3516"/>
                    <a:pt x="0" y="4632"/>
                    <a:pt x="675" y="5445"/>
                  </a:cubicBezTo>
                  <a:cubicBezTo>
                    <a:pt x="910" y="5721"/>
                    <a:pt x="1226" y="5941"/>
                    <a:pt x="1598" y="6065"/>
                  </a:cubicBezTo>
                  <a:cubicBezTo>
                    <a:pt x="1764" y="6120"/>
                    <a:pt x="1874" y="6258"/>
                    <a:pt x="1915" y="6410"/>
                  </a:cubicBezTo>
                  <a:cubicBezTo>
                    <a:pt x="1970" y="6644"/>
                    <a:pt x="2053" y="6864"/>
                    <a:pt x="2163" y="7057"/>
                  </a:cubicBezTo>
                  <a:cubicBezTo>
                    <a:pt x="2563" y="7746"/>
                    <a:pt x="3279" y="8173"/>
                    <a:pt x="3748" y="8173"/>
                  </a:cubicBezTo>
                  <a:lnTo>
                    <a:pt x="3817" y="8173"/>
                  </a:lnTo>
                  <a:cubicBezTo>
                    <a:pt x="3844" y="8173"/>
                    <a:pt x="4147" y="8146"/>
                    <a:pt x="4175" y="8132"/>
                  </a:cubicBezTo>
                  <a:lnTo>
                    <a:pt x="4202" y="8132"/>
                  </a:lnTo>
                  <a:cubicBezTo>
                    <a:pt x="4437" y="8091"/>
                    <a:pt x="4671" y="7994"/>
                    <a:pt x="4878" y="7856"/>
                  </a:cubicBezTo>
                  <a:cubicBezTo>
                    <a:pt x="5112" y="7705"/>
                    <a:pt x="5387" y="7636"/>
                    <a:pt x="5649" y="7636"/>
                  </a:cubicBezTo>
                  <a:cubicBezTo>
                    <a:pt x="5718" y="7636"/>
                    <a:pt x="5801" y="7622"/>
                    <a:pt x="5897" y="7595"/>
                  </a:cubicBezTo>
                  <a:cubicBezTo>
                    <a:pt x="6007" y="7567"/>
                    <a:pt x="6076" y="7457"/>
                    <a:pt x="6049" y="7333"/>
                  </a:cubicBezTo>
                  <a:cubicBezTo>
                    <a:pt x="6025" y="7227"/>
                    <a:pt x="5932" y="7161"/>
                    <a:pt x="5836" y="7161"/>
                  </a:cubicBezTo>
                  <a:cubicBezTo>
                    <a:pt x="5820" y="7161"/>
                    <a:pt x="5803" y="7163"/>
                    <a:pt x="5787" y="7167"/>
                  </a:cubicBezTo>
                  <a:cubicBezTo>
                    <a:pt x="5718" y="7195"/>
                    <a:pt x="5677" y="7195"/>
                    <a:pt x="5649" y="7195"/>
                  </a:cubicBezTo>
                  <a:cubicBezTo>
                    <a:pt x="5305" y="7195"/>
                    <a:pt x="4960" y="7291"/>
                    <a:pt x="4643" y="7484"/>
                  </a:cubicBezTo>
                  <a:cubicBezTo>
                    <a:pt x="4478" y="7581"/>
                    <a:pt x="4313" y="7663"/>
                    <a:pt x="4120" y="7691"/>
                  </a:cubicBezTo>
                  <a:cubicBezTo>
                    <a:pt x="3996" y="7705"/>
                    <a:pt x="3803" y="7732"/>
                    <a:pt x="3775" y="7732"/>
                  </a:cubicBezTo>
                  <a:cubicBezTo>
                    <a:pt x="3770" y="7733"/>
                    <a:pt x="3764" y="7733"/>
                    <a:pt x="3759" y="7733"/>
                  </a:cubicBezTo>
                  <a:cubicBezTo>
                    <a:pt x="3512" y="7733"/>
                    <a:pt x="2885" y="7443"/>
                    <a:pt x="2535" y="6837"/>
                  </a:cubicBezTo>
                  <a:cubicBezTo>
                    <a:pt x="2453" y="6671"/>
                    <a:pt x="2384" y="6492"/>
                    <a:pt x="2342" y="6313"/>
                  </a:cubicBezTo>
                  <a:cubicBezTo>
                    <a:pt x="2260" y="5996"/>
                    <a:pt x="2039" y="5748"/>
                    <a:pt x="1750" y="5652"/>
                  </a:cubicBezTo>
                  <a:cubicBezTo>
                    <a:pt x="1447" y="5542"/>
                    <a:pt x="1199" y="5376"/>
                    <a:pt x="1006" y="5156"/>
                  </a:cubicBezTo>
                  <a:cubicBezTo>
                    <a:pt x="469" y="4508"/>
                    <a:pt x="648" y="3585"/>
                    <a:pt x="717" y="3310"/>
                  </a:cubicBezTo>
                  <a:cubicBezTo>
                    <a:pt x="854" y="2841"/>
                    <a:pt x="1171" y="2455"/>
                    <a:pt x="1598" y="2221"/>
                  </a:cubicBezTo>
                  <a:cubicBezTo>
                    <a:pt x="1970" y="2028"/>
                    <a:pt x="2260" y="1711"/>
                    <a:pt x="2453" y="1353"/>
                  </a:cubicBezTo>
                  <a:cubicBezTo>
                    <a:pt x="2838" y="568"/>
                    <a:pt x="3748" y="458"/>
                    <a:pt x="4010" y="444"/>
                  </a:cubicBezTo>
                  <a:cubicBezTo>
                    <a:pt x="4038" y="442"/>
                    <a:pt x="4066" y="441"/>
                    <a:pt x="4093" y="441"/>
                  </a:cubicBezTo>
                  <a:cubicBezTo>
                    <a:pt x="4622" y="441"/>
                    <a:pt x="5072" y="804"/>
                    <a:pt x="5374" y="1105"/>
                  </a:cubicBezTo>
                  <a:cubicBezTo>
                    <a:pt x="5635" y="1381"/>
                    <a:pt x="5994" y="1546"/>
                    <a:pt x="6379" y="1574"/>
                  </a:cubicBezTo>
                  <a:cubicBezTo>
                    <a:pt x="6531" y="1587"/>
                    <a:pt x="6682" y="1615"/>
                    <a:pt x="6834" y="1670"/>
                  </a:cubicBezTo>
                  <a:cubicBezTo>
                    <a:pt x="7206" y="1808"/>
                    <a:pt x="7564" y="2111"/>
                    <a:pt x="7785" y="2497"/>
                  </a:cubicBezTo>
                  <a:cubicBezTo>
                    <a:pt x="8005" y="2855"/>
                    <a:pt x="8074" y="3213"/>
                    <a:pt x="7991" y="3475"/>
                  </a:cubicBezTo>
                  <a:cubicBezTo>
                    <a:pt x="7950" y="3613"/>
                    <a:pt x="7867" y="3695"/>
                    <a:pt x="7771" y="3806"/>
                  </a:cubicBezTo>
                  <a:cubicBezTo>
                    <a:pt x="7633" y="3957"/>
                    <a:pt x="7468" y="4150"/>
                    <a:pt x="7413" y="4508"/>
                  </a:cubicBezTo>
                  <a:cubicBezTo>
                    <a:pt x="7371" y="4867"/>
                    <a:pt x="7495" y="4963"/>
                    <a:pt x="7523" y="5252"/>
                  </a:cubicBezTo>
                  <a:cubicBezTo>
                    <a:pt x="7564" y="5721"/>
                    <a:pt x="7220" y="6286"/>
                    <a:pt x="6614" y="6740"/>
                  </a:cubicBezTo>
                  <a:cubicBezTo>
                    <a:pt x="6517" y="6809"/>
                    <a:pt x="6503" y="6947"/>
                    <a:pt x="6572" y="7043"/>
                  </a:cubicBezTo>
                  <a:cubicBezTo>
                    <a:pt x="6612" y="7100"/>
                    <a:pt x="6676" y="7128"/>
                    <a:pt x="6741" y="7128"/>
                  </a:cubicBezTo>
                  <a:cubicBezTo>
                    <a:pt x="6788" y="7128"/>
                    <a:pt x="6835" y="7113"/>
                    <a:pt x="6875" y="7085"/>
                  </a:cubicBezTo>
                  <a:cubicBezTo>
                    <a:pt x="7234" y="6823"/>
                    <a:pt x="8033" y="6120"/>
                    <a:pt x="7964" y="5225"/>
                  </a:cubicBezTo>
                  <a:cubicBezTo>
                    <a:pt x="7950" y="4922"/>
                    <a:pt x="7826" y="4839"/>
                    <a:pt x="7854" y="4563"/>
                  </a:cubicBezTo>
                  <a:cubicBezTo>
                    <a:pt x="7881" y="4343"/>
                    <a:pt x="7978" y="4233"/>
                    <a:pt x="8102" y="4095"/>
                  </a:cubicBezTo>
                  <a:cubicBezTo>
                    <a:pt x="8212" y="3985"/>
                    <a:pt x="8336" y="3847"/>
                    <a:pt x="8405" y="3627"/>
                  </a:cubicBezTo>
                  <a:cubicBezTo>
                    <a:pt x="8542" y="3241"/>
                    <a:pt x="8446" y="2745"/>
                    <a:pt x="8170" y="2276"/>
                  </a:cubicBezTo>
                  <a:cubicBezTo>
                    <a:pt x="7881" y="1808"/>
                    <a:pt x="7454" y="1436"/>
                    <a:pt x="6986" y="1257"/>
                  </a:cubicBezTo>
                  <a:cubicBezTo>
                    <a:pt x="6806" y="1188"/>
                    <a:pt x="6600" y="1160"/>
                    <a:pt x="6407" y="1147"/>
                  </a:cubicBezTo>
                  <a:cubicBezTo>
                    <a:pt x="6131" y="1119"/>
                    <a:pt x="5870" y="1009"/>
                    <a:pt x="5690" y="802"/>
                  </a:cubicBezTo>
                  <a:cubicBezTo>
                    <a:pt x="5334" y="433"/>
                    <a:pt x="4764" y="0"/>
                    <a:pt x="4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2"/>
            <p:cNvSpPr/>
            <p:nvPr/>
          </p:nvSpPr>
          <p:spPr>
            <a:xfrm>
              <a:off x="1621665" y="2290961"/>
              <a:ext cx="47491" cy="47856"/>
            </a:xfrm>
            <a:custGeom>
              <a:rect b="b" l="l" r="r" t="t"/>
              <a:pathLst>
                <a:path extrusionOk="0" h="1972" w="1957">
                  <a:moveTo>
                    <a:pt x="979" y="442"/>
                  </a:moveTo>
                  <a:cubicBezTo>
                    <a:pt x="1282" y="442"/>
                    <a:pt x="1516" y="690"/>
                    <a:pt x="1516" y="993"/>
                  </a:cubicBezTo>
                  <a:cubicBezTo>
                    <a:pt x="1516" y="1282"/>
                    <a:pt x="1282" y="1530"/>
                    <a:pt x="979" y="1530"/>
                  </a:cubicBezTo>
                  <a:cubicBezTo>
                    <a:pt x="675" y="1530"/>
                    <a:pt x="441" y="1282"/>
                    <a:pt x="441" y="993"/>
                  </a:cubicBezTo>
                  <a:cubicBezTo>
                    <a:pt x="441" y="690"/>
                    <a:pt x="675" y="442"/>
                    <a:pt x="979" y="442"/>
                  </a:cubicBezTo>
                  <a:close/>
                  <a:moveTo>
                    <a:pt x="979" y="1"/>
                  </a:moveTo>
                  <a:cubicBezTo>
                    <a:pt x="441" y="1"/>
                    <a:pt x="0" y="442"/>
                    <a:pt x="0" y="993"/>
                  </a:cubicBezTo>
                  <a:cubicBezTo>
                    <a:pt x="0" y="1530"/>
                    <a:pt x="441" y="1971"/>
                    <a:pt x="979" y="1971"/>
                  </a:cubicBezTo>
                  <a:cubicBezTo>
                    <a:pt x="1516" y="1971"/>
                    <a:pt x="1957" y="1530"/>
                    <a:pt x="1957" y="993"/>
                  </a:cubicBezTo>
                  <a:cubicBezTo>
                    <a:pt x="1957" y="442"/>
                    <a:pt x="1516" y="1"/>
                    <a:pt x="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2"/>
            <p:cNvSpPr/>
            <p:nvPr/>
          </p:nvSpPr>
          <p:spPr>
            <a:xfrm>
              <a:off x="1546096" y="2306201"/>
              <a:ext cx="51835" cy="49991"/>
            </a:xfrm>
            <a:custGeom>
              <a:rect b="b" l="l" r="r" t="t"/>
              <a:pathLst>
                <a:path extrusionOk="0" h="2060" w="2136">
                  <a:moveTo>
                    <a:pt x="1042" y="0"/>
                  </a:moveTo>
                  <a:cubicBezTo>
                    <a:pt x="483" y="0"/>
                    <a:pt x="1" y="460"/>
                    <a:pt x="1" y="1040"/>
                  </a:cubicBezTo>
                  <a:cubicBezTo>
                    <a:pt x="1" y="1605"/>
                    <a:pt x="469" y="2059"/>
                    <a:pt x="1034" y="2059"/>
                  </a:cubicBezTo>
                  <a:cubicBezTo>
                    <a:pt x="1041" y="2060"/>
                    <a:pt x="1049" y="2060"/>
                    <a:pt x="1056" y="2060"/>
                  </a:cubicBezTo>
                  <a:cubicBezTo>
                    <a:pt x="1665" y="2060"/>
                    <a:pt x="2135" y="1501"/>
                    <a:pt x="2053" y="902"/>
                  </a:cubicBezTo>
                  <a:cubicBezTo>
                    <a:pt x="2041" y="787"/>
                    <a:pt x="1945" y="708"/>
                    <a:pt x="1832" y="708"/>
                  </a:cubicBezTo>
                  <a:cubicBezTo>
                    <a:pt x="1823" y="708"/>
                    <a:pt x="1814" y="708"/>
                    <a:pt x="1805" y="709"/>
                  </a:cubicBezTo>
                  <a:cubicBezTo>
                    <a:pt x="1681" y="723"/>
                    <a:pt x="1599" y="833"/>
                    <a:pt x="1613" y="957"/>
                  </a:cubicBezTo>
                  <a:cubicBezTo>
                    <a:pt x="1667" y="1295"/>
                    <a:pt x="1403" y="1619"/>
                    <a:pt x="1055" y="1619"/>
                  </a:cubicBezTo>
                  <a:cubicBezTo>
                    <a:pt x="1048" y="1619"/>
                    <a:pt x="1041" y="1619"/>
                    <a:pt x="1034" y="1619"/>
                  </a:cubicBezTo>
                  <a:cubicBezTo>
                    <a:pt x="717" y="1619"/>
                    <a:pt x="441" y="1357"/>
                    <a:pt x="441" y="1040"/>
                  </a:cubicBezTo>
                  <a:cubicBezTo>
                    <a:pt x="441" y="709"/>
                    <a:pt x="717" y="447"/>
                    <a:pt x="1034" y="447"/>
                  </a:cubicBezTo>
                  <a:lnTo>
                    <a:pt x="1117" y="447"/>
                  </a:lnTo>
                  <a:cubicBezTo>
                    <a:pt x="1125" y="448"/>
                    <a:pt x="1133" y="449"/>
                    <a:pt x="1141" y="449"/>
                  </a:cubicBezTo>
                  <a:cubicBezTo>
                    <a:pt x="1242" y="449"/>
                    <a:pt x="1338" y="370"/>
                    <a:pt x="1351" y="255"/>
                  </a:cubicBezTo>
                  <a:cubicBezTo>
                    <a:pt x="1378" y="144"/>
                    <a:pt x="1282" y="34"/>
                    <a:pt x="1158" y="7"/>
                  </a:cubicBezTo>
                  <a:cubicBezTo>
                    <a:pt x="1119" y="2"/>
                    <a:pt x="1080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2"/>
            <p:cNvSpPr/>
            <p:nvPr/>
          </p:nvSpPr>
          <p:spPr>
            <a:xfrm>
              <a:off x="1596572" y="2353499"/>
              <a:ext cx="48850" cy="48826"/>
            </a:xfrm>
            <a:custGeom>
              <a:rect b="b" l="l" r="r" t="t"/>
              <a:pathLst>
                <a:path extrusionOk="0" h="2012" w="2013">
                  <a:moveTo>
                    <a:pt x="1007" y="441"/>
                  </a:moveTo>
                  <a:cubicBezTo>
                    <a:pt x="1310" y="441"/>
                    <a:pt x="1572" y="689"/>
                    <a:pt x="1572" y="1006"/>
                  </a:cubicBezTo>
                  <a:cubicBezTo>
                    <a:pt x="1572" y="1309"/>
                    <a:pt x="1310" y="1571"/>
                    <a:pt x="1007" y="1571"/>
                  </a:cubicBezTo>
                  <a:cubicBezTo>
                    <a:pt x="690" y="1571"/>
                    <a:pt x="442" y="1309"/>
                    <a:pt x="442" y="1006"/>
                  </a:cubicBezTo>
                  <a:cubicBezTo>
                    <a:pt x="442" y="689"/>
                    <a:pt x="690" y="441"/>
                    <a:pt x="1007" y="441"/>
                  </a:cubicBezTo>
                  <a:close/>
                  <a:moveTo>
                    <a:pt x="1007" y="0"/>
                  </a:moveTo>
                  <a:cubicBezTo>
                    <a:pt x="442" y="0"/>
                    <a:pt x="1" y="441"/>
                    <a:pt x="1" y="1006"/>
                  </a:cubicBezTo>
                  <a:cubicBezTo>
                    <a:pt x="1" y="1557"/>
                    <a:pt x="442" y="2012"/>
                    <a:pt x="1007" y="2012"/>
                  </a:cubicBezTo>
                  <a:cubicBezTo>
                    <a:pt x="1558" y="2012"/>
                    <a:pt x="2013" y="1557"/>
                    <a:pt x="2013" y="1006"/>
                  </a:cubicBezTo>
                  <a:cubicBezTo>
                    <a:pt x="2013" y="441"/>
                    <a:pt x="1558" y="0"/>
                    <a:pt x="10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2"/>
            <p:cNvSpPr/>
            <p:nvPr/>
          </p:nvSpPr>
          <p:spPr>
            <a:xfrm>
              <a:off x="1465188" y="2189984"/>
              <a:ext cx="366464" cy="363770"/>
            </a:xfrm>
            <a:custGeom>
              <a:rect b="b" l="l" r="r" t="t"/>
              <a:pathLst>
                <a:path extrusionOk="0" h="14990" w="15101">
                  <a:moveTo>
                    <a:pt x="10733" y="10293"/>
                  </a:moveTo>
                  <a:lnTo>
                    <a:pt x="11298" y="10858"/>
                  </a:lnTo>
                  <a:lnTo>
                    <a:pt x="10857" y="11299"/>
                  </a:lnTo>
                  <a:lnTo>
                    <a:pt x="10292" y="10734"/>
                  </a:lnTo>
                  <a:cubicBezTo>
                    <a:pt x="10444" y="10596"/>
                    <a:pt x="10595" y="10444"/>
                    <a:pt x="10733" y="10293"/>
                  </a:cubicBezTo>
                  <a:close/>
                  <a:moveTo>
                    <a:pt x="6159" y="442"/>
                  </a:moveTo>
                  <a:cubicBezTo>
                    <a:pt x="9314" y="442"/>
                    <a:pt x="11877" y="3018"/>
                    <a:pt x="11877" y="6173"/>
                  </a:cubicBezTo>
                  <a:cubicBezTo>
                    <a:pt x="11877" y="9328"/>
                    <a:pt x="9314" y="11891"/>
                    <a:pt x="6159" y="11891"/>
                  </a:cubicBezTo>
                  <a:cubicBezTo>
                    <a:pt x="3004" y="11891"/>
                    <a:pt x="441" y="9328"/>
                    <a:pt x="441" y="6173"/>
                  </a:cubicBezTo>
                  <a:cubicBezTo>
                    <a:pt x="441" y="3018"/>
                    <a:pt x="3004" y="442"/>
                    <a:pt x="6159" y="442"/>
                  </a:cubicBezTo>
                  <a:close/>
                  <a:moveTo>
                    <a:pt x="6159" y="1"/>
                  </a:moveTo>
                  <a:cubicBezTo>
                    <a:pt x="2756" y="1"/>
                    <a:pt x="0" y="2770"/>
                    <a:pt x="0" y="6173"/>
                  </a:cubicBezTo>
                  <a:cubicBezTo>
                    <a:pt x="0" y="9563"/>
                    <a:pt x="2756" y="12332"/>
                    <a:pt x="6159" y="12332"/>
                  </a:cubicBezTo>
                  <a:cubicBezTo>
                    <a:pt x="7592" y="12332"/>
                    <a:pt x="8901" y="11836"/>
                    <a:pt x="9948" y="11023"/>
                  </a:cubicBezTo>
                  <a:lnTo>
                    <a:pt x="10678" y="11740"/>
                  </a:lnTo>
                  <a:lnTo>
                    <a:pt x="11546" y="13214"/>
                  </a:lnTo>
                  <a:cubicBezTo>
                    <a:pt x="11601" y="13296"/>
                    <a:pt x="11656" y="13379"/>
                    <a:pt x="11725" y="13448"/>
                  </a:cubicBezTo>
                  <a:lnTo>
                    <a:pt x="12924" y="14633"/>
                  </a:lnTo>
                  <a:cubicBezTo>
                    <a:pt x="13153" y="14869"/>
                    <a:pt x="13476" y="14989"/>
                    <a:pt x="13797" y="14989"/>
                  </a:cubicBezTo>
                  <a:cubicBezTo>
                    <a:pt x="14113" y="14989"/>
                    <a:pt x="14427" y="14872"/>
                    <a:pt x="14646" y="14633"/>
                  </a:cubicBezTo>
                  <a:cubicBezTo>
                    <a:pt x="15101" y="14164"/>
                    <a:pt x="15087" y="13420"/>
                    <a:pt x="14632" y="12952"/>
                  </a:cubicBezTo>
                  <a:lnTo>
                    <a:pt x="14260" y="12580"/>
                  </a:lnTo>
                  <a:cubicBezTo>
                    <a:pt x="14219" y="12539"/>
                    <a:pt x="14164" y="12518"/>
                    <a:pt x="14109" y="12518"/>
                  </a:cubicBezTo>
                  <a:cubicBezTo>
                    <a:pt x="14054" y="12518"/>
                    <a:pt x="13998" y="12539"/>
                    <a:pt x="13957" y="12580"/>
                  </a:cubicBezTo>
                  <a:cubicBezTo>
                    <a:pt x="13861" y="12676"/>
                    <a:pt x="13861" y="12814"/>
                    <a:pt x="13957" y="12897"/>
                  </a:cubicBezTo>
                  <a:lnTo>
                    <a:pt x="14329" y="13269"/>
                  </a:lnTo>
                  <a:cubicBezTo>
                    <a:pt x="14618" y="13558"/>
                    <a:pt x="14618" y="14027"/>
                    <a:pt x="14329" y="14330"/>
                  </a:cubicBezTo>
                  <a:cubicBezTo>
                    <a:pt x="14193" y="14479"/>
                    <a:pt x="13993" y="14552"/>
                    <a:pt x="13792" y="14552"/>
                  </a:cubicBezTo>
                  <a:cubicBezTo>
                    <a:pt x="13586" y="14552"/>
                    <a:pt x="13380" y="14476"/>
                    <a:pt x="13241" y="14330"/>
                  </a:cubicBezTo>
                  <a:lnTo>
                    <a:pt x="12042" y="13131"/>
                  </a:lnTo>
                  <a:cubicBezTo>
                    <a:pt x="12001" y="13090"/>
                    <a:pt x="11959" y="13035"/>
                    <a:pt x="11932" y="12979"/>
                  </a:cubicBezTo>
                  <a:lnTo>
                    <a:pt x="11133" y="11643"/>
                  </a:lnTo>
                  <a:lnTo>
                    <a:pt x="11643" y="11133"/>
                  </a:lnTo>
                  <a:lnTo>
                    <a:pt x="12951" y="11932"/>
                  </a:lnTo>
                  <a:cubicBezTo>
                    <a:pt x="13048" y="11974"/>
                    <a:pt x="13186" y="12125"/>
                    <a:pt x="13254" y="12208"/>
                  </a:cubicBezTo>
                  <a:cubicBezTo>
                    <a:pt x="13303" y="12249"/>
                    <a:pt x="13361" y="12270"/>
                    <a:pt x="13418" y="12270"/>
                  </a:cubicBezTo>
                  <a:cubicBezTo>
                    <a:pt x="13475" y="12270"/>
                    <a:pt x="13530" y="12249"/>
                    <a:pt x="13571" y="12208"/>
                  </a:cubicBezTo>
                  <a:cubicBezTo>
                    <a:pt x="13654" y="12125"/>
                    <a:pt x="13654" y="11988"/>
                    <a:pt x="13571" y="11891"/>
                  </a:cubicBezTo>
                  <a:cubicBezTo>
                    <a:pt x="13461" y="11781"/>
                    <a:pt x="13323" y="11629"/>
                    <a:pt x="13186" y="11547"/>
                  </a:cubicBezTo>
                  <a:lnTo>
                    <a:pt x="11739" y="10679"/>
                  </a:lnTo>
                  <a:lnTo>
                    <a:pt x="11009" y="9948"/>
                  </a:lnTo>
                  <a:cubicBezTo>
                    <a:pt x="11835" y="8901"/>
                    <a:pt x="12318" y="7592"/>
                    <a:pt x="12318" y="6173"/>
                  </a:cubicBezTo>
                  <a:cubicBezTo>
                    <a:pt x="12318" y="2770"/>
                    <a:pt x="9562" y="1"/>
                    <a:pt x="6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4" name="Google Shape;1404;p62"/>
          <p:cNvGrpSpPr/>
          <p:nvPr/>
        </p:nvGrpSpPr>
        <p:grpSpPr>
          <a:xfrm>
            <a:off x="2975692" y="3217469"/>
            <a:ext cx="427233" cy="303835"/>
            <a:chOff x="2216801" y="2242815"/>
            <a:chExt cx="363479" cy="258473"/>
          </a:xfrm>
        </p:grpSpPr>
        <p:sp>
          <p:nvSpPr>
            <p:cNvPr id="1405" name="Google Shape;1405;p62"/>
            <p:cNvSpPr/>
            <p:nvPr/>
          </p:nvSpPr>
          <p:spPr>
            <a:xfrm>
              <a:off x="2327801" y="2247838"/>
              <a:ext cx="247116" cy="248111"/>
            </a:xfrm>
            <a:custGeom>
              <a:rect b="b" l="l" r="r" t="t"/>
              <a:pathLst>
                <a:path extrusionOk="0" h="10224" w="10183">
                  <a:moveTo>
                    <a:pt x="869" y="0"/>
                  </a:moveTo>
                  <a:lnTo>
                    <a:pt x="869" y="1034"/>
                  </a:lnTo>
                  <a:cubicBezTo>
                    <a:pt x="318" y="1406"/>
                    <a:pt x="1" y="1847"/>
                    <a:pt x="1" y="2329"/>
                  </a:cubicBezTo>
                  <a:cubicBezTo>
                    <a:pt x="1" y="2811"/>
                    <a:pt x="318" y="3252"/>
                    <a:pt x="869" y="3624"/>
                  </a:cubicBezTo>
                  <a:lnTo>
                    <a:pt x="869" y="10223"/>
                  </a:lnTo>
                  <a:lnTo>
                    <a:pt x="8763" y="10223"/>
                  </a:lnTo>
                  <a:cubicBezTo>
                    <a:pt x="8929" y="10223"/>
                    <a:pt x="9053" y="10086"/>
                    <a:pt x="9053" y="9934"/>
                  </a:cubicBezTo>
                  <a:lnTo>
                    <a:pt x="9053" y="4272"/>
                  </a:lnTo>
                  <a:cubicBezTo>
                    <a:pt x="9053" y="3982"/>
                    <a:pt x="9191" y="3720"/>
                    <a:pt x="9425" y="3555"/>
                  </a:cubicBezTo>
                  <a:cubicBezTo>
                    <a:pt x="9907" y="3197"/>
                    <a:pt x="10183" y="2784"/>
                    <a:pt x="10183" y="2329"/>
                  </a:cubicBezTo>
                  <a:cubicBezTo>
                    <a:pt x="10183" y="1048"/>
                    <a:pt x="7909" y="0"/>
                    <a:pt x="5099" y="0"/>
                  </a:cubicBezTo>
                  <a:cubicBezTo>
                    <a:pt x="5016" y="0"/>
                    <a:pt x="4933" y="0"/>
                    <a:pt x="4864" y="14"/>
                  </a:cubicBezTo>
                  <a:lnTo>
                    <a:pt x="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2"/>
            <p:cNvSpPr/>
            <p:nvPr/>
          </p:nvSpPr>
          <p:spPr>
            <a:xfrm>
              <a:off x="2222164" y="2247838"/>
              <a:ext cx="247092" cy="248111"/>
            </a:xfrm>
            <a:custGeom>
              <a:rect b="b" l="l" r="r" t="t"/>
              <a:pathLst>
                <a:path extrusionOk="0" h="10224" w="10182">
                  <a:moveTo>
                    <a:pt x="5084" y="0"/>
                  </a:moveTo>
                  <a:cubicBezTo>
                    <a:pt x="2273" y="0"/>
                    <a:pt x="0" y="1048"/>
                    <a:pt x="0" y="2329"/>
                  </a:cubicBezTo>
                  <a:cubicBezTo>
                    <a:pt x="0" y="2784"/>
                    <a:pt x="276" y="3197"/>
                    <a:pt x="758" y="3555"/>
                  </a:cubicBezTo>
                  <a:cubicBezTo>
                    <a:pt x="978" y="3720"/>
                    <a:pt x="1116" y="3982"/>
                    <a:pt x="1116" y="4272"/>
                  </a:cubicBezTo>
                  <a:lnTo>
                    <a:pt x="1116" y="9934"/>
                  </a:lnTo>
                  <a:cubicBezTo>
                    <a:pt x="1116" y="10086"/>
                    <a:pt x="1254" y="10223"/>
                    <a:pt x="1419" y="10223"/>
                  </a:cubicBezTo>
                  <a:lnTo>
                    <a:pt x="8763" y="10223"/>
                  </a:lnTo>
                  <a:cubicBezTo>
                    <a:pt x="8914" y="10223"/>
                    <a:pt x="9052" y="10086"/>
                    <a:pt x="9052" y="9934"/>
                  </a:cubicBezTo>
                  <a:lnTo>
                    <a:pt x="9052" y="4272"/>
                  </a:lnTo>
                  <a:cubicBezTo>
                    <a:pt x="9052" y="3982"/>
                    <a:pt x="9190" y="3720"/>
                    <a:pt x="9410" y="3555"/>
                  </a:cubicBezTo>
                  <a:cubicBezTo>
                    <a:pt x="9893" y="3197"/>
                    <a:pt x="10182" y="2784"/>
                    <a:pt x="10182" y="2329"/>
                  </a:cubicBezTo>
                  <a:cubicBezTo>
                    <a:pt x="10182" y="1048"/>
                    <a:pt x="7895" y="0"/>
                    <a:pt x="5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2"/>
            <p:cNvSpPr/>
            <p:nvPr/>
          </p:nvSpPr>
          <p:spPr>
            <a:xfrm>
              <a:off x="2222164" y="2272251"/>
              <a:ext cx="233720" cy="223698"/>
            </a:xfrm>
            <a:custGeom>
              <a:rect b="b" l="l" r="r" t="t"/>
              <a:pathLst>
                <a:path extrusionOk="0" h="9218" w="9631">
                  <a:moveTo>
                    <a:pt x="909" y="0"/>
                  </a:moveTo>
                  <a:lnTo>
                    <a:pt x="909" y="0"/>
                  </a:lnTo>
                  <a:cubicBezTo>
                    <a:pt x="331" y="372"/>
                    <a:pt x="0" y="827"/>
                    <a:pt x="0" y="1323"/>
                  </a:cubicBezTo>
                  <a:cubicBezTo>
                    <a:pt x="0" y="1778"/>
                    <a:pt x="276" y="2191"/>
                    <a:pt x="758" y="2549"/>
                  </a:cubicBezTo>
                  <a:cubicBezTo>
                    <a:pt x="978" y="2714"/>
                    <a:pt x="1116" y="2976"/>
                    <a:pt x="1116" y="3266"/>
                  </a:cubicBezTo>
                  <a:lnTo>
                    <a:pt x="1116" y="8928"/>
                  </a:lnTo>
                  <a:cubicBezTo>
                    <a:pt x="1116" y="9080"/>
                    <a:pt x="1254" y="9217"/>
                    <a:pt x="1419" y="9217"/>
                  </a:cubicBezTo>
                  <a:lnTo>
                    <a:pt x="9341" y="9217"/>
                  </a:lnTo>
                  <a:cubicBezTo>
                    <a:pt x="9507" y="9217"/>
                    <a:pt x="9631" y="9080"/>
                    <a:pt x="9631" y="8928"/>
                  </a:cubicBezTo>
                  <a:lnTo>
                    <a:pt x="1791" y="8928"/>
                  </a:lnTo>
                  <a:cubicBezTo>
                    <a:pt x="1640" y="8928"/>
                    <a:pt x="1502" y="8790"/>
                    <a:pt x="1502" y="8625"/>
                  </a:cubicBezTo>
                  <a:lnTo>
                    <a:pt x="1502" y="2962"/>
                  </a:lnTo>
                  <a:cubicBezTo>
                    <a:pt x="1502" y="2687"/>
                    <a:pt x="1364" y="2425"/>
                    <a:pt x="1144" y="2260"/>
                  </a:cubicBezTo>
                  <a:cubicBezTo>
                    <a:pt x="661" y="1902"/>
                    <a:pt x="372" y="1474"/>
                    <a:pt x="372" y="1034"/>
                  </a:cubicBezTo>
                  <a:cubicBezTo>
                    <a:pt x="372" y="662"/>
                    <a:pt x="565" y="303"/>
                    <a:pt x="909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2"/>
            <p:cNvSpPr/>
            <p:nvPr/>
          </p:nvSpPr>
          <p:spPr>
            <a:xfrm>
              <a:off x="2247888" y="2269582"/>
              <a:ext cx="195305" cy="204624"/>
            </a:xfrm>
            <a:custGeom>
              <a:rect b="b" l="l" r="r" t="t"/>
              <a:pathLst>
                <a:path extrusionOk="0" h="8432" w="8048">
                  <a:moveTo>
                    <a:pt x="4024" y="0"/>
                  </a:moveTo>
                  <a:cubicBezTo>
                    <a:pt x="1806" y="0"/>
                    <a:pt x="1" y="620"/>
                    <a:pt x="1" y="1392"/>
                  </a:cubicBezTo>
                  <a:cubicBezTo>
                    <a:pt x="1" y="1598"/>
                    <a:pt x="125" y="1777"/>
                    <a:pt x="332" y="1943"/>
                  </a:cubicBezTo>
                  <a:cubicBezTo>
                    <a:pt x="717" y="2260"/>
                    <a:pt x="952" y="2714"/>
                    <a:pt x="952" y="3210"/>
                  </a:cubicBezTo>
                  <a:lnTo>
                    <a:pt x="952" y="8143"/>
                  </a:lnTo>
                  <a:cubicBezTo>
                    <a:pt x="952" y="8308"/>
                    <a:pt x="1076" y="8432"/>
                    <a:pt x="1241" y="8432"/>
                  </a:cubicBezTo>
                  <a:lnTo>
                    <a:pt x="6807" y="8432"/>
                  </a:lnTo>
                  <a:cubicBezTo>
                    <a:pt x="6973" y="8432"/>
                    <a:pt x="7110" y="8308"/>
                    <a:pt x="7110" y="8143"/>
                  </a:cubicBezTo>
                  <a:lnTo>
                    <a:pt x="7110" y="3210"/>
                  </a:lnTo>
                  <a:cubicBezTo>
                    <a:pt x="7110" y="2728"/>
                    <a:pt x="7345" y="2260"/>
                    <a:pt x="7730" y="1943"/>
                  </a:cubicBezTo>
                  <a:cubicBezTo>
                    <a:pt x="7937" y="1777"/>
                    <a:pt x="8047" y="1598"/>
                    <a:pt x="8047" y="1392"/>
                  </a:cubicBezTo>
                  <a:cubicBezTo>
                    <a:pt x="8047" y="620"/>
                    <a:pt x="6242" y="0"/>
                    <a:pt x="4024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2"/>
            <p:cNvSpPr/>
            <p:nvPr/>
          </p:nvSpPr>
          <p:spPr>
            <a:xfrm>
              <a:off x="2487966" y="2267980"/>
              <a:ext cx="92314" cy="232992"/>
            </a:xfrm>
            <a:custGeom>
              <a:rect b="b" l="l" r="r" t="t"/>
              <a:pathLst>
                <a:path extrusionOk="0" h="9601" w="3804">
                  <a:moveTo>
                    <a:pt x="2749" y="0"/>
                  </a:moveTo>
                  <a:cubicBezTo>
                    <a:pt x="2676" y="0"/>
                    <a:pt x="2606" y="34"/>
                    <a:pt x="2563" y="94"/>
                  </a:cubicBezTo>
                  <a:cubicBezTo>
                    <a:pt x="2494" y="190"/>
                    <a:pt x="2522" y="328"/>
                    <a:pt x="2618" y="397"/>
                  </a:cubicBezTo>
                  <a:cubicBezTo>
                    <a:pt x="2963" y="631"/>
                    <a:pt x="3362" y="1017"/>
                    <a:pt x="3362" y="1499"/>
                  </a:cubicBezTo>
                  <a:cubicBezTo>
                    <a:pt x="3362" y="1954"/>
                    <a:pt x="3004" y="2312"/>
                    <a:pt x="2701" y="2546"/>
                  </a:cubicBezTo>
                  <a:cubicBezTo>
                    <a:pt x="2411" y="2753"/>
                    <a:pt x="2246" y="3083"/>
                    <a:pt x="2246" y="3428"/>
                  </a:cubicBezTo>
                  <a:lnTo>
                    <a:pt x="2246" y="9090"/>
                  </a:lnTo>
                  <a:cubicBezTo>
                    <a:pt x="2246" y="9132"/>
                    <a:pt x="2205" y="9173"/>
                    <a:pt x="2163" y="9173"/>
                  </a:cubicBezTo>
                  <a:lnTo>
                    <a:pt x="221" y="9173"/>
                  </a:lnTo>
                  <a:cubicBezTo>
                    <a:pt x="97" y="9173"/>
                    <a:pt x="0" y="9270"/>
                    <a:pt x="0" y="9393"/>
                  </a:cubicBezTo>
                  <a:cubicBezTo>
                    <a:pt x="0" y="9504"/>
                    <a:pt x="97" y="9600"/>
                    <a:pt x="221" y="9600"/>
                  </a:cubicBezTo>
                  <a:lnTo>
                    <a:pt x="2163" y="9600"/>
                  </a:lnTo>
                  <a:cubicBezTo>
                    <a:pt x="2453" y="9600"/>
                    <a:pt x="2673" y="9380"/>
                    <a:pt x="2673" y="9090"/>
                  </a:cubicBezTo>
                  <a:lnTo>
                    <a:pt x="2673" y="3428"/>
                  </a:lnTo>
                  <a:cubicBezTo>
                    <a:pt x="2673" y="3221"/>
                    <a:pt x="2783" y="3028"/>
                    <a:pt x="2949" y="2890"/>
                  </a:cubicBezTo>
                  <a:cubicBezTo>
                    <a:pt x="3514" y="2491"/>
                    <a:pt x="3803" y="1995"/>
                    <a:pt x="3803" y="1499"/>
                  </a:cubicBezTo>
                  <a:cubicBezTo>
                    <a:pt x="3803" y="962"/>
                    <a:pt x="3486" y="466"/>
                    <a:pt x="2880" y="38"/>
                  </a:cubicBezTo>
                  <a:cubicBezTo>
                    <a:pt x="2838" y="12"/>
                    <a:pt x="2793" y="0"/>
                    <a:pt x="2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2"/>
            <p:cNvSpPr/>
            <p:nvPr/>
          </p:nvSpPr>
          <p:spPr>
            <a:xfrm>
              <a:off x="2216801" y="2242815"/>
              <a:ext cx="321666" cy="258473"/>
            </a:xfrm>
            <a:custGeom>
              <a:rect b="b" l="l" r="r" t="t"/>
              <a:pathLst>
                <a:path extrusionOk="0" h="10651" w="13255">
                  <a:moveTo>
                    <a:pt x="5305" y="1"/>
                  </a:moveTo>
                  <a:cubicBezTo>
                    <a:pt x="2329" y="1"/>
                    <a:pt x="1" y="1117"/>
                    <a:pt x="1" y="2536"/>
                  </a:cubicBezTo>
                  <a:cubicBezTo>
                    <a:pt x="1" y="3046"/>
                    <a:pt x="290" y="3528"/>
                    <a:pt x="841" y="3941"/>
                  </a:cubicBezTo>
                  <a:cubicBezTo>
                    <a:pt x="1020" y="4065"/>
                    <a:pt x="1117" y="4258"/>
                    <a:pt x="1117" y="4479"/>
                  </a:cubicBezTo>
                  <a:lnTo>
                    <a:pt x="1117" y="7386"/>
                  </a:lnTo>
                  <a:cubicBezTo>
                    <a:pt x="1117" y="7496"/>
                    <a:pt x="1213" y="7606"/>
                    <a:pt x="1337" y="7606"/>
                  </a:cubicBezTo>
                  <a:cubicBezTo>
                    <a:pt x="1461" y="7606"/>
                    <a:pt x="1558" y="7496"/>
                    <a:pt x="1558" y="7386"/>
                  </a:cubicBezTo>
                  <a:lnTo>
                    <a:pt x="1558" y="4479"/>
                  </a:lnTo>
                  <a:cubicBezTo>
                    <a:pt x="1558" y="4120"/>
                    <a:pt x="1392" y="3790"/>
                    <a:pt x="1103" y="3583"/>
                  </a:cubicBezTo>
                  <a:cubicBezTo>
                    <a:pt x="800" y="3363"/>
                    <a:pt x="428" y="2991"/>
                    <a:pt x="428" y="2536"/>
                  </a:cubicBezTo>
                  <a:cubicBezTo>
                    <a:pt x="428" y="2012"/>
                    <a:pt x="924" y="1489"/>
                    <a:pt x="1792" y="1089"/>
                  </a:cubicBezTo>
                  <a:cubicBezTo>
                    <a:pt x="2729" y="662"/>
                    <a:pt x="3969" y="428"/>
                    <a:pt x="5305" y="428"/>
                  </a:cubicBezTo>
                  <a:cubicBezTo>
                    <a:pt x="6628" y="428"/>
                    <a:pt x="7882" y="662"/>
                    <a:pt x="8818" y="1089"/>
                  </a:cubicBezTo>
                  <a:cubicBezTo>
                    <a:pt x="9673" y="1489"/>
                    <a:pt x="10169" y="2012"/>
                    <a:pt x="10169" y="2536"/>
                  </a:cubicBezTo>
                  <a:cubicBezTo>
                    <a:pt x="10169" y="2991"/>
                    <a:pt x="9810" y="3363"/>
                    <a:pt x="9507" y="3583"/>
                  </a:cubicBezTo>
                  <a:cubicBezTo>
                    <a:pt x="9218" y="3790"/>
                    <a:pt x="9053" y="4120"/>
                    <a:pt x="9053" y="4479"/>
                  </a:cubicBezTo>
                  <a:lnTo>
                    <a:pt x="9053" y="10141"/>
                  </a:lnTo>
                  <a:cubicBezTo>
                    <a:pt x="9053" y="10169"/>
                    <a:pt x="9011" y="10210"/>
                    <a:pt x="8970" y="10210"/>
                  </a:cubicBezTo>
                  <a:lnTo>
                    <a:pt x="1626" y="10210"/>
                  </a:lnTo>
                  <a:cubicBezTo>
                    <a:pt x="1599" y="10210"/>
                    <a:pt x="1558" y="10169"/>
                    <a:pt x="1558" y="10141"/>
                  </a:cubicBezTo>
                  <a:lnTo>
                    <a:pt x="1558" y="8419"/>
                  </a:lnTo>
                  <a:cubicBezTo>
                    <a:pt x="1558" y="8295"/>
                    <a:pt x="1461" y="8199"/>
                    <a:pt x="1337" y="8199"/>
                  </a:cubicBezTo>
                  <a:cubicBezTo>
                    <a:pt x="1227" y="8199"/>
                    <a:pt x="1117" y="8295"/>
                    <a:pt x="1117" y="8419"/>
                  </a:cubicBezTo>
                  <a:lnTo>
                    <a:pt x="1117" y="10141"/>
                  </a:lnTo>
                  <a:cubicBezTo>
                    <a:pt x="1117" y="10417"/>
                    <a:pt x="1351" y="10651"/>
                    <a:pt x="1640" y="10651"/>
                  </a:cubicBezTo>
                  <a:lnTo>
                    <a:pt x="10375" y="10651"/>
                  </a:lnTo>
                  <a:cubicBezTo>
                    <a:pt x="10499" y="10651"/>
                    <a:pt x="10596" y="10554"/>
                    <a:pt x="10596" y="10430"/>
                  </a:cubicBezTo>
                  <a:cubicBezTo>
                    <a:pt x="10596" y="10307"/>
                    <a:pt x="10499" y="10210"/>
                    <a:pt x="10375" y="10210"/>
                  </a:cubicBezTo>
                  <a:lnTo>
                    <a:pt x="9480" y="10210"/>
                  </a:lnTo>
                  <a:cubicBezTo>
                    <a:pt x="9494" y="10183"/>
                    <a:pt x="9494" y="10155"/>
                    <a:pt x="9494" y="10141"/>
                  </a:cubicBezTo>
                  <a:lnTo>
                    <a:pt x="9494" y="4479"/>
                  </a:lnTo>
                  <a:cubicBezTo>
                    <a:pt x="9494" y="4258"/>
                    <a:pt x="9590" y="4065"/>
                    <a:pt x="9769" y="3941"/>
                  </a:cubicBezTo>
                  <a:cubicBezTo>
                    <a:pt x="10320" y="3528"/>
                    <a:pt x="10623" y="3046"/>
                    <a:pt x="10623" y="2536"/>
                  </a:cubicBezTo>
                  <a:cubicBezTo>
                    <a:pt x="10623" y="1654"/>
                    <a:pt x="9714" y="883"/>
                    <a:pt x="8322" y="428"/>
                  </a:cubicBezTo>
                  <a:lnTo>
                    <a:pt x="9673" y="428"/>
                  </a:lnTo>
                  <a:cubicBezTo>
                    <a:pt x="10871" y="428"/>
                    <a:pt x="12029" y="635"/>
                    <a:pt x="12924" y="993"/>
                  </a:cubicBezTo>
                  <a:cubicBezTo>
                    <a:pt x="12949" y="1002"/>
                    <a:pt x="12975" y="1007"/>
                    <a:pt x="13001" y="1007"/>
                  </a:cubicBezTo>
                  <a:cubicBezTo>
                    <a:pt x="13092" y="1007"/>
                    <a:pt x="13181" y="954"/>
                    <a:pt x="13213" y="869"/>
                  </a:cubicBezTo>
                  <a:cubicBezTo>
                    <a:pt x="13255" y="759"/>
                    <a:pt x="13200" y="621"/>
                    <a:pt x="13089" y="579"/>
                  </a:cubicBezTo>
                  <a:cubicBezTo>
                    <a:pt x="12139" y="207"/>
                    <a:pt x="10926" y="1"/>
                    <a:pt x="9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2"/>
            <p:cNvSpPr/>
            <p:nvPr/>
          </p:nvSpPr>
          <p:spPr>
            <a:xfrm>
              <a:off x="2242549" y="2264219"/>
              <a:ext cx="205983" cy="215350"/>
            </a:xfrm>
            <a:custGeom>
              <a:rect b="b" l="l" r="r" t="t"/>
              <a:pathLst>
                <a:path extrusionOk="0" h="8874" w="8488">
                  <a:moveTo>
                    <a:pt x="4244" y="1"/>
                  </a:moveTo>
                  <a:cubicBezTo>
                    <a:pt x="3569" y="1"/>
                    <a:pt x="2908" y="56"/>
                    <a:pt x="2315" y="166"/>
                  </a:cubicBezTo>
                  <a:cubicBezTo>
                    <a:pt x="2205" y="193"/>
                    <a:pt x="2122" y="304"/>
                    <a:pt x="2150" y="428"/>
                  </a:cubicBezTo>
                  <a:cubicBezTo>
                    <a:pt x="2162" y="523"/>
                    <a:pt x="2247" y="598"/>
                    <a:pt x="2350" y="598"/>
                  </a:cubicBezTo>
                  <a:cubicBezTo>
                    <a:pt x="2365" y="598"/>
                    <a:pt x="2382" y="597"/>
                    <a:pt x="2398" y="593"/>
                  </a:cubicBezTo>
                  <a:cubicBezTo>
                    <a:pt x="2963" y="497"/>
                    <a:pt x="3597" y="441"/>
                    <a:pt x="4244" y="441"/>
                  </a:cubicBezTo>
                  <a:cubicBezTo>
                    <a:pt x="5291" y="441"/>
                    <a:pt x="6269" y="579"/>
                    <a:pt x="7013" y="841"/>
                  </a:cubicBezTo>
                  <a:cubicBezTo>
                    <a:pt x="7647" y="1061"/>
                    <a:pt x="8047" y="1365"/>
                    <a:pt x="8047" y="1613"/>
                  </a:cubicBezTo>
                  <a:cubicBezTo>
                    <a:pt x="8047" y="1764"/>
                    <a:pt x="7909" y="1902"/>
                    <a:pt x="7799" y="1998"/>
                  </a:cubicBezTo>
                  <a:cubicBezTo>
                    <a:pt x="7358" y="2357"/>
                    <a:pt x="7096" y="2880"/>
                    <a:pt x="7096" y="3431"/>
                  </a:cubicBezTo>
                  <a:lnTo>
                    <a:pt x="7096" y="8364"/>
                  </a:lnTo>
                  <a:cubicBezTo>
                    <a:pt x="7096" y="8405"/>
                    <a:pt x="7069" y="8433"/>
                    <a:pt x="7027" y="8433"/>
                  </a:cubicBezTo>
                  <a:lnTo>
                    <a:pt x="1447" y="8433"/>
                  </a:lnTo>
                  <a:cubicBezTo>
                    <a:pt x="1420" y="8433"/>
                    <a:pt x="1378" y="8405"/>
                    <a:pt x="1378" y="8364"/>
                  </a:cubicBezTo>
                  <a:lnTo>
                    <a:pt x="1378" y="3431"/>
                  </a:lnTo>
                  <a:cubicBezTo>
                    <a:pt x="1378" y="2880"/>
                    <a:pt x="1130" y="2357"/>
                    <a:pt x="676" y="1998"/>
                  </a:cubicBezTo>
                  <a:cubicBezTo>
                    <a:pt x="565" y="1916"/>
                    <a:pt x="441" y="1764"/>
                    <a:pt x="441" y="1613"/>
                  </a:cubicBezTo>
                  <a:cubicBezTo>
                    <a:pt x="441" y="1365"/>
                    <a:pt x="813" y="1075"/>
                    <a:pt x="1433" y="841"/>
                  </a:cubicBezTo>
                  <a:lnTo>
                    <a:pt x="1447" y="855"/>
                  </a:lnTo>
                  <a:cubicBezTo>
                    <a:pt x="1557" y="813"/>
                    <a:pt x="1613" y="689"/>
                    <a:pt x="1571" y="565"/>
                  </a:cubicBezTo>
                  <a:cubicBezTo>
                    <a:pt x="1539" y="480"/>
                    <a:pt x="1458" y="428"/>
                    <a:pt x="1371" y="428"/>
                  </a:cubicBezTo>
                  <a:cubicBezTo>
                    <a:pt x="1346" y="428"/>
                    <a:pt x="1320" y="432"/>
                    <a:pt x="1296" y="441"/>
                  </a:cubicBezTo>
                  <a:cubicBezTo>
                    <a:pt x="455" y="731"/>
                    <a:pt x="1" y="1144"/>
                    <a:pt x="1" y="1613"/>
                  </a:cubicBezTo>
                  <a:cubicBezTo>
                    <a:pt x="1" y="1874"/>
                    <a:pt x="138" y="2122"/>
                    <a:pt x="414" y="2343"/>
                  </a:cubicBezTo>
                  <a:cubicBezTo>
                    <a:pt x="745" y="2618"/>
                    <a:pt x="951" y="3018"/>
                    <a:pt x="951" y="3431"/>
                  </a:cubicBezTo>
                  <a:lnTo>
                    <a:pt x="951" y="8364"/>
                  </a:lnTo>
                  <a:cubicBezTo>
                    <a:pt x="951" y="8639"/>
                    <a:pt x="1172" y="8873"/>
                    <a:pt x="1461" y="8873"/>
                  </a:cubicBezTo>
                  <a:lnTo>
                    <a:pt x="7027" y="8873"/>
                  </a:lnTo>
                  <a:cubicBezTo>
                    <a:pt x="7317" y="8873"/>
                    <a:pt x="7537" y="8639"/>
                    <a:pt x="7537" y="8364"/>
                  </a:cubicBezTo>
                  <a:lnTo>
                    <a:pt x="7537" y="3431"/>
                  </a:lnTo>
                  <a:cubicBezTo>
                    <a:pt x="7537" y="3018"/>
                    <a:pt x="7744" y="2618"/>
                    <a:pt x="8074" y="2343"/>
                  </a:cubicBezTo>
                  <a:cubicBezTo>
                    <a:pt x="8350" y="2122"/>
                    <a:pt x="8488" y="1874"/>
                    <a:pt x="8488" y="1613"/>
                  </a:cubicBezTo>
                  <a:cubicBezTo>
                    <a:pt x="8488" y="565"/>
                    <a:pt x="6297" y="1"/>
                    <a:pt x="4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2" name="Google Shape;1412;p62"/>
          <p:cNvGrpSpPr/>
          <p:nvPr/>
        </p:nvGrpSpPr>
        <p:grpSpPr>
          <a:xfrm>
            <a:off x="5631625" y="3157341"/>
            <a:ext cx="515088" cy="424091"/>
            <a:chOff x="2203769" y="2911530"/>
            <a:chExt cx="363454" cy="299267"/>
          </a:xfrm>
        </p:grpSpPr>
        <p:sp>
          <p:nvSpPr>
            <p:cNvPr id="1413" name="Google Shape;1413;p62"/>
            <p:cNvSpPr/>
            <p:nvPr/>
          </p:nvSpPr>
          <p:spPr>
            <a:xfrm>
              <a:off x="2216146" y="2916869"/>
              <a:ext cx="212316" cy="288905"/>
            </a:xfrm>
            <a:custGeom>
              <a:rect b="b" l="l" r="r" t="t"/>
              <a:pathLst>
                <a:path extrusionOk="0" h="11905" w="8749">
                  <a:moveTo>
                    <a:pt x="1695" y="1"/>
                  </a:moveTo>
                  <a:lnTo>
                    <a:pt x="289" y="345"/>
                  </a:lnTo>
                  <a:cubicBezTo>
                    <a:pt x="124" y="345"/>
                    <a:pt x="0" y="483"/>
                    <a:pt x="0" y="648"/>
                  </a:cubicBezTo>
                  <a:lnTo>
                    <a:pt x="0" y="11601"/>
                  </a:lnTo>
                  <a:cubicBezTo>
                    <a:pt x="0" y="11767"/>
                    <a:pt x="124" y="11904"/>
                    <a:pt x="289" y="11904"/>
                  </a:cubicBezTo>
                  <a:lnTo>
                    <a:pt x="8460" y="11863"/>
                  </a:lnTo>
                  <a:lnTo>
                    <a:pt x="8460" y="11877"/>
                  </a:lnTo>
                  <a:cubicBezTo>
                    <a:pt x="8625" y="11877"/>
                    <a:pt x="8749" y="11739"/>
                    <a:pt x="8749" y="11574"/>
                  </a:cubicBezTo>
                  <a:lnTo>
                    <a:pt x="8749" y="290"/>
                  </a:lnTo>
                  <a:cubicBezTo>
                    <a:pt x="8749" y="138"/>
                    <a:pt x="8625" y="1"/>
                    <a:pt x="8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2"/>
            <p:cNvSpPr/>
            <p:nvPr/>
          </p:nvSpPr>
          <p:spPr>
            <a:xfrm>
              <a:off x="2257255" y="3187015"/>
              <a:ext cx="171207" cy="18419"/>
            </a:xfrm>
            <a:custGeom>
              <a:rect b="b" l="l" r="r" t="t"/>
              <a:pathLst>
                <a:path extrusionOk="0" h="759" w="7055">
                  <a:moveTo>
                    <a:pt x="7055" y="1"/>
                  </a:moveTo>
                  <a:cubicBezTo>
                    <a:pt x="7055" y="166"/>
                    <a:pt x="6931" y="304"/>
                    <a:pt x="6766" y="304"/>
                  </a:cubicBezTo>
                  <a:lnTo>
                    <a:pt x="1282" y="318"/>
                  </a:lnTo>
                  <a:lnTo>
                    <a:pt x="1" y="318"/>
                  </a:lnTo>
                  <a:lnTo>
                    <a:pt x="1" y="759"/>
                  </a:lnTo>
                  <a:lnTo>
                    <a:pt x="1282" y="759"/>
                  </a:lnTo>
                  <a:lnTo>
                    <a:pt x="6766" y="745"/>
                  </a:lnTo>
                  <a:cubicBezTo>
                    <a:pt x="6931" y="745"/>
                    <a:pt x="7055" y="607"/>
                    <a:pt x="7055" y="442"/>
                  </a:cubicBezTo>
                  <a:lnTo>
                    <a:pt x="7055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2"/>
            <p:cNvSpPr/>
            <p:nvPr/>
          </p:nvSpPr>
          <p:spPr>
            <a:xfrm>
              <a:off x="2209108" y="2916869"/>
              <a:ext cx="48171" cy="288905"/>
            </a:xfrm>
            <a:custGeom>
              <a:rect b="b" l="l" r="r" t="t"/>
              <a:pathLst>
                <a:path extrusionOk="0" h="11905" w="1985">
                  <a:moveTo>
                    <a:pt x="290" y="1"/>
                  </a:moveTo>
                  <a:cubicBezTo>
                    <a:pt x="125" y="1"/>
                    <a:pt x="1" y="138"/>
                    <a:pt x="1" y="290"/>
                  </a:cubicBezTo>
                  <a:lnTo>
                    <a:pt x="1" y="11601"/>
                  </a:lnTo>
                  <a:cubicBezTo>
                    <a:pt x="1" y="11767"/>
                    <a:pt x="125" y="11904"/>
                    <a:pt x="290" y="11904"/>
                  </a:cubicBezTo>
                  <a:lnTo>
                    <a:pt x="1985" y="11904"/>
                  </a:lnTo>
                  <a:lnTo>
                    <a:pt x="1985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2"/>
            <p:cNvSpPr/>
            <p:nvPr/>
          </p:nvSpPr>
          <p:spPr>
            <a:xfrm>
              <a:off x="2426448" y="3069997"/>
              <a:ext cx="126409" cy="47516"/>
            </a:xfrm>
            <a:custGeom>
              <a:rect b="b" l="l" r="r" t="t"/>
              <a:pathLst>
                <a:path extrusionOk="0" h="1958" w="5209">
                  <a:moveTo>
                    <a:pt x="2701" y="1"/>
                  </a:moveTo>
                  <a:cubicBezTo>
                    <a:pt x="2439" y="1"/>
                    <a:pt x="2205" y="97"/>
                    <a:pt x="2039" y="249"/>
                  </a:cubicBezTo>
                  <a:cubicBezTo>
                    <a:pt x="2012" y="276"/>
                    <a:pt x="1970" y="290"/>
                    <a:pt x="1929" y="290"/>
                  </a:cubicBezTo>
                  <a:lnTo>
                    <a:pt x="1833" y="290"/>
                  </a:lnTo>
                  <a:cubicBezTo>
                    <a:pt x="1530" y="290"/>
                    <a:pt x="1254" y="428"/>
                    <a:pt x="1075" y="648"/>
                  </a:cubicBezTo>
                  <a:cubicBezTo>
                    <a:pt x="1047" y="690"/>
                    <a:pt x="992" y="703"/>
                    <a:pt x="951" y="703"/>
                  </a:cubicBezTo>
                  <a:cubicBezTo>
                    <a:pt x="923" y="690"/>
                    <a:pt x="882" y="690"/>
                    <a:pt x="855" y="690"/>
                  </a:cubicBezTo>
                  <a:cubicBezTo>
                    <a:pt x="386" y="690"/>
                    <a:pt x="0" y="1075"/>
                    <a:pt x="0" y="1558"/>
                  </a:cubicBezTo>
                  <a:lnTo>
                    <a:pt x="0" y="1806"/>
                  </a:lnTo>
                  <a:cubicBezTo>
                    <a:pt x="0" y="1888"/>
                    <a:pt x="55" y="1957"/>
                    <a:pt x="138" y="1957"/>
                  </a:cubicBezTo>
                  <a:lnTo>
                    <a:pt x="5057" y="1957"/>
                  </a:lnTo>
                  <a:cubicBezTo>
                    <a:pt x="5139" y="1957"/>
                    <a:pt x="5208" y="1888"/>
                    <a:pt x="5208" y="1806"/>
                  </a:cubicBezTo>
                  <a:lnTo>
                    <a:pt x="5208" y="1461"/>
                  </a:lnTo>
                  <a:cubicBezTo>
                    <a:pt x="5208" y="1089"/>
                    <a:pt x="4960" y="772"/>
                    <a:pt x="4616" y="676"/>
                  </a:cubicBezTo>
                  <a:cubicBezTo>
                    <a:pt x="4561" y="662"/>
                    <a:pt x="4533" y="621"/>
                    <a:pt x="4519" y="566"/>
                  </a:cubicBezTo>
                  <a:cubicBezTo>
                    <a:pt x="4464" y="373"/>
                    <a:pt x="4285" y="235"/>
                    <a:pt x="4078" y="235"/>
                  </a:cubicBezTo>
                  <a:cubicBezTo>
                    <a:pt x="4037" y="235"/>
                    <a:pt x="3996" y="249"/>
                    <a:pt x="3954" y="262"/>
                  </a:cubicBezTo>
                  <a:cubicBezTo>
                    <a:pt x="3913" y="262"/>
                    <a:pt x="3872" y="262"/>
                    <a:pt x="3830" y="235"/>
                  </a:cubicBezTo>
                  <a:cubicBezTo>
                    <a:pt x="3706" y="166"/>
                    <a:pt x="3569" y="125"/>
                    <a:pt x="3417" y="125"/>
                  </a:cubicBezTo>
                  <a:cubicBezTo>
                    <a:pt x="3362" y="125"/>
                    <a:pt x="3307" y="125"/>
                    <a:pt x="3252" y="138"/>
                  </a:cubicBezTo>
                  <a:cubicBezTo>
                    <a:pt x="3224" y="138"/>
                    <a:pt x="3197" y="138"/>
                    <a:pt x="3169" y="125"/>
                  </a:cubicBezTo>
                  <a:cubicBezTo>
                    <a:pt x="3031" y="42"/>
                    <a:pt x="2866" y="1"/>
                    <a:pt x="2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2"/>
            <p:cNvSpPr/>
            <p:nvPr/>
          </p:nvSpPr>
          <p:spPr>
            <a:xfrm>
              <a:off x="2426448" y="3069997"/>
              <a:ext cx="77923" cy="47516"/>
            </a:xfrm>
            <a:custGeom>
              <a:rect b="b" l="l" r="r" t="t"/>
              <a:pathLst>
                <a:path extrusionOk="0" h="1958" w="3211">
                  <a:moveTo>
                    <a:pt x="2701" y="1"/>
                  </a:moveTo>
                  <a:cubicBezTo>
                    <a:pt x="2439" y="1"/>
                    <a:pt x="2218" y="97"/>
                    <a:pt x="2039" y="249"/>
                  </a:cubicBezTo>
                  <a:cubicBezTo>
                    <a:pt x="2012" y="276"/>
                    <a:pt x="1970" y="290"/>
                    <a:pt x="1929" y="290"/>
                  </a:cubicBezTo>
                  <a:lnTo>
                    <a:pt x="1833" y="290"/>
                  </a:lnTo>
                  <a:cubicBezTo>
                    <a:pt x="1530" y="290"/>
                    <a:pt x="1254" y="428"/>
                    <a:pt x="1075" y="648"/>
                  </a:cubicBezTo>
                  <a:cubicBezTo>
                    <a:pt x="1052" y="671"/>
                    <a:pt x="1021" y="693"/>
                    <a:pt x="980" y="693"/>
                  </a:cubicBezTo>
                  <a:cubicBezTo>
                    <a:pt x="971" y="693"/>
                    <a:pt x="961" y="692"/>
                    <a:pt x="951" y="690"/>
                  </a:cubicBezTo>
                  <a:lnTo>
                    <a:pt x="855" y="690"/>
                  </a:lnTo>
                  <a:cubicBezTo>
                    <a:pt x="386" y="690"/>
                    <a:pt x="0" y="1075"/>
                    <a:pt x="0" y="1544"/>
                  </a:cubicBezTo>
                  <a:lnTo>
                    <a:pt x="0" y="1806"/>
                  </a:lnTo>
                  <a:cubicBezTo>
                    <a:pt x="0" y="1888"/>
                    <a:pt x="55" y="1957"/>
                    <a:pt x="138" y="1957"/>
                  </a:cubicBezTo>
                  <a:lnTo>
                    <a:pt x="290" y="1957"/>
                  </a:lnTo>
                  <a:lnTo>
                    <a:pt x="290" y="1737"/>
                  </a:lnTo>
                  <a:cubicBezTo>
                    <a:pt x="290" y="1254"/>
                    <a:pt x="703" y="855"/>
                    <a:pt x="1227" y="855"/>
                  </a:cubicBezTo>
                  <a:lnTo>
                    <a:pt x="1323" y="855"/>
                  </a:lnTo>
                  <a:cubicBezTo>
                    <a:pt x="1333" y="857"/>
                    <a:pt x="1343" y="859"/>
                    <a:pt x="1352" y="859"/>
                  </a:cubicBezTo>
                  <a:cubicBezTo>
                    <a:pt x="1393" y="859"/>
                    <a:pt x="1427" y="836"/>
                    <a:pt x="1461" y="814"/>
                  </a:cubicBezTo>
                  <a:cubicBezTo>
                    <a:pt x="1654" y="579"/>
                    <a:pt x="1943" y="428"/>
                    <a:pt x="2287" y="428"/>
                  </a:cubicBezTo>
                  <a:cubicBezTo>
                    <a:pt x="2315" y="428"/>
                    <a:pt x="2342" y="442"/>
                    <a:pt x="2384" y="442"/>
                  </a:cubicBezTo>
                  <a:cubicBezTo>
                    <a:pt x="2425" y="442"/>
                    <a:pt x="2466" y="428"/>
                    <a:pt x="2494" y="400"/>
                  </a:cubicBezTo>
                  <a:cubicBezTo>
                    <a:pt x="2687" y="235"/>
                    <a:pt x="2935" y="138"/>
                    <a:pt x="3210" y="138"/>
                  </a:cubicBezTo>
                  <a:lnTo>
                    <a:pt x="3169" y="111"/>
                  </a:lnTo>
                  <a:cubicBezTo>
                    <a:pt x="3031" y="42"/>
                    <a:pt x="2866" y="1"/>
                    <a:pt x="2701" y="1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2"/>
            <p:cNvSpPr/>
            <p:nvPr/>
          </p:nvSpPr>
          <p:spPr>
            <a:xfrm>
              <a:off x="2419095" y="3114794"/>
              <a:ext cx="142790" cy="86538"/>
            </a:xfrm>
            <a:custGeom>
              <a:rect b="b" l="l" r="r" t="t"/>
              <a:pathLst>
                <a:path extrusionOk="0" h="3566" w="5884">
                  <a:moveTo>
                    <a:pt x="510" y="1"/>
                  </a:moveTo>
                  <a:lnTo>
                    <a:pt x="303" y="111"/>
                  </a:lnTo>
                  <a:cubicBezTo>
                    <a:pt x="138" y="111"/>
                    <a:pt x="0" y="249"/>
                    <a:pt x="0" y="400"/>
                  </a:cubicBezTo>
                  <a:lnTo>
                    <a:pt x="0" y="1200"/>
                  </a:lnTo>
                  <a:cubicBezTo>
                    <a:pt x="0" y="2481"/>
                    <a:pt x="1047" y="3542"/>
                    <a:pt x="2342" y="3542"/>
                  </a:cubicBezTo>
                  <a:lnTo>
                    <a:pt x="3637" y="3542"/>
                  </a:lnTo>
                  <a:cubicBezTo>
                    <a:pt x="3844" y="3542"/>
                    <a:pt x="4020" y="3566"/>
                    <a:pt x="4187" y="3566"/>
                  </a:cubicBezTo>
                  <a:cubicBezTo>
                    <a:pt x="4354" y="3566"/>
                    <a:pt x="4512" y="3542"/>
                    <a:pt x="4685" y="3445"/>
                  </a:cubicBezTo>
                  <a:cubicBezTo>
                    <a:pt x="5401" y="3046"/>
                    <a:pt x="5883" y="2288"/>
                    <a:pt x="5883" y="1406"/>
                  </a:cubicBezTo>
                  <a:lnTo>
                    <a:pt x="5883" y="290"/>
                  </a:lnTo>
                  <a:cubicBezTo>
                    <a:pt x="5883" y="125"/>
                    <a:pt x="5759" y="1"/>
                    <a:pt x="5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2"/>
            <p:cNvSpPr/>
            <p:nvPr/>
          </p:nvSpPr>
          <p:spPr>
            <a:xfrm>
              <a:off x="2417081" y="3114794"/>
              <a:ext cx="115707" cy="90979"/>
            </a:xfrm>
            <a:custGeom>
              <a:rect b="b" l="l" r="r" t="t"/>
              <a:pathLst>
                <a:path extrusionOk="0" h="3749" w="4768">
                  <a:moveTo>
                    <a:pt x="290" y="1"/>
                  </a:moveTo>
                  <a:cubicBezTo>
                    <a:pt x="138" y="1"/>
                    <a:pt x="1" y="125"/>
                    <a:pt x="1" y="290"/>
                  </a:cubicBezTo>
                  <a:lnTo>
                    <a:pt x="1" y="1406"/>
                  </a:lnTo>
                  <a:cubicBezTo>
                    <a:pt x="1" y="2688"/>
                    <a:pt x="1048" y="3748"/>
                    <a:pt x="2343" y="3748"/>
                  </a:cubicBezTo>
                  <a:lnTo>
                    <a:pt x="3624" y="3748"/>
                  </a:lnTo>
                  <a:cubicBezTo>
                    <a:pt x="4037" y="3748"/>
                    <a:pt x="4423" y="3638"/>
                    <a:pt x="4768" y="3445"/>
                  </a:cubicBezTo>
                  <a:lnTo>
                    <a:pt x="2921" y="3445"/>
                  </a:lnTo>
                  <a:cubicBezTo>
                    <a:pt x="1640" y="3445"/>
                    <a:pt x="593" y="2398"/>
                    <a:pt x="593" y="110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2"/>
            <p:cNvSpPr/>
            <p:nvPr/>
          </p:nvSpPr>
          <p:spPr>
            <a:xfrm>
              <a:off x="2297393" y="3017433"/>
              <a:ext cx="46497" cy="42128"/>
            </a:xfrm>
            <a:custGeom>
              <a:rect b="b" l="l" r="r" t="t"/>
              <a:pathLst>
                <a:path extrusionOk="0" h="1736" w="1916">
                  <a:moveTo>
                    <a:pt x="468" y="1"/>
                  </a:moveTo>
                  <a:cubicBezTo>
                    <a:pt x="281" y="1"/>
                    <a:pt x="127" y="21"/>
                    <a:pt x="55" y="31"/>
                  </a:cubicBezTo>
                  <a:cubicBezTo>
                    <a:pt x="41" y="45"/>
                    <a:pt x="14" y="59"/>
                    <a:pt x="14" y="86"/>
                  </a:cubicBezTo>
                  <a:cubicBezTo>
                    <a:pt x="0" y="279"/>
                    <a:pt x="0" y="1037"/>
                    <a:pt x="455" y="1436"/>
                  </a:cubicBezTo>
                  <a:cubicBezTo>
                    <a:pt x="738" y="1677"/>
                    <a:pt x="1139" y="1735"/>
                    <a:pt x="1447" y="1735"/>
                  </a:cubicBezTo>
                  <a:cubicBezTo>
                    <a:pt x="1634" y="1735"/>
                    <a:pt x="1787" y="1714"/>
                    <a:pt x="1860" y="1698"/>
                  </a:cubicBezTo>
                  <a:cubicBezTo>
                    <a:pt x="1888" y="1698"/>
                    <a:pt x="1915" y="1671"/>
                    <a:pt x="1915" y="1643"/>
                  </a:cubicBezTo>
                  <a:cubicBezTo>
                    <a:pt x="1915" y="1450"/>
                    <a:pt x="1915" y="706"/>
                    <a:pt x="1474" y="307"/>
                  </a:cubicBezTo>
                  <a:cubicBezTo>
                    <a:pt x="1190" y="57"/>
                    <a:pt x="781" y="1"/>
                    <a:pt x="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2"/>
            <p:cNvSpPr/>
            <p:nvPr/>
          </p:nvSpPr>
          <p:spPr>
            <a:xfrm>
              <a:off x="2297393" y="3087979"/>
              <a:ext cx="46497" cy="41959"/>
            </a:xfrm>
            <a:custGeom>
              <a:rect b="b" l="l" r="r" t="t"/>
              <a:pathLst>
                <a:path extrusionOk="0" h="1729" w="1916">
                  <a:moveTo>
                    <a:pt x="468" y="1"/>
                  </a:moveTo>
                  <a:cubicBezTo>
                    <a:pt x="281" y="1"/>
                    <a:pt x="127" y="21"/>
                    <a:pt x="55" y="31"/>
                  </a:cubicBezTo>
                  <a:cubicBezTo>
                    <a:pt x="41" y="31"/>
                    <a:pt x="14" y="59"/>
                    <a:pt x="14" y="86"/>
                  </a:cubicBezTo>
                  <a:cubicBezTo>
                    <a:pt x="0" y="279"/>
                    <a:pt x="0" y="1037"/>
                    <a:pt x="455" y="1423"/>
                  </a:cubicBezTo>
                  <a:cubicBezTo>
                    <a:pt x="739" y="1673"/>
                    <a:pt x="1142" y="1729"/>
                    <a:pt x="1452" y="1729"/>
                  </a:cubicBezTo>
                  <a:cubicBezTo>
                    <a:pt x="1637" y="1729"/>
                    <a:pt x="1788" y="1709"/>
                    <a:pt x="1860" y="1698"/>
                  </a:cubicBezTo>
                  <a:cubicBezTo>
                    <a:pt x="1888" y="1698"/>
                    <a:pt x="1915" y="1671"/>
                    <a:pt x="1915" y="1643"/>
                  </a:cubicBezTo>
                  <a:cubicBezTo>
                    <a:pt x="1915" y="1450"/>
                    <a:pt x="1915" y="693"/>
                    <a:pt x="1474" y="307"/>
                  </a:cubicBezTo>
                  <a:cubicBezTo>
                    <a:pt x="1190" y="57"/>
                    <a:pt x="781" y="1"/>
                    <a:pt x="468" y="1"/>
                  </a:cubicBezTo>
                  <a:close/>
                </a:path>
              </a:pathLst>
            </a:custGeom>
            <a:solidFill>
              <a:srgbClr val="FFE0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2"/>
            <p:cNvSpPr/>
            <p:nvPr/>
          </p:nvSpPr>
          <p:spPr>
            <a:xfrm>
              <a:off x="2297393" y="3020855"/>
              <a:ext cx="46497" cy="38707"/>
            </a:xfrm>
            <a:custGeom>
              <a:rect b="b" l="l" r="r" t="t"/>
              <a:pathLst>
                <a:path extrusionOk="0" h="1595" w="1916">
                  <a:moveTo>
                    <a:pt x="14" y="0"/>
                  </a:moveTo>
                  <a:lnTo>
                    <a:pt x="14" y="0"/>
                  </a:lnTo>
                  <a:cubicBezTo>
                    <a:pt x="0" y="262"/>
                    <a:pt x="41" y="923"/>
                    <a:pt x="455" y="1295"/>
                  </a:cubicBezTo>
                  <a:cubicBezTo>
                    <a:pt x="738" y="1536"/>
                    <a:pt x="1139" y="1594"/>
                    <a:pt x="1447" y="1594"/>
                  </a:cubicBezTo>
                  <a:cubicBezTo>
                    <a:pt x="1634" y="1594"/>
                    <a:pt x="1787" y="1573"/>
                    <a:pt x="1860" y="1557"/>
                  </a:cubicBezTo>
                  <a:cubicBezTo>
                    <a:pt x="1888" y="1557"/>
                    <a:pt x="1915" y="1530"/>
                    <a:pt x="1915" y="1502"/>
                  </a:cubicBezTo>
                  <a:cubicBezTo>
                    <a:pt x="1915" y="1406"/>
                    <a:pt x="1915" y="1144"/>
                    <a:pt x="1846" y="868"/>
                  </a:cubicBezTo>
                  <a:cubicBezTo>
                    <a:pt x="1846" y="882"/>
                    <a:pt x="1846" y="910"/>
                    <a:pt x="1846" y="923"/>
                  </a:cubicBezTo>
                  <a:cubicBezTo>
                    <a:pt x="1846" y="951"/>
                    <a:pt x="1833" y="965"/>
                    <a:pt x="1805" y="979"/>
                  </a:cubicBezTo>
                  <a:cubicBezTo>
                    <a:pt x="1733" y="989"/>
                    <a:pt x="1580" y="1009"/>
                    <a:pt x="1393" y="1009"/>
                  </a:cubicBezTo>
                  <a:cubicBezTo>
                    <a:pt x="1081" y="1009"/>
                    <a:pt x="676" y="953"/>
                    <a:pt x="400" y="703"/>
                  </a:cubicBezTo>
                  <a:cubicBezTo>
                    <a:pt x="179" y="510"/>
                    <a:pt x="69" y="248"/>
                    <a:pt x="14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2"/>
            <p:cNvSpPr/>
            <p:nvPr/>
          </p:nvSpPr>
          <p:spPr>
            <a:xfrm>
              <a:off x="2297393" y="3091401"/>
              <a:ext cx="46497" cy="38537"/>
            </a:xfrm>
            <a:custGeom>
              <a:rect b="b" l="l" r="r" t="t"/>
              <a:pathLst>
                <a:path extrusionOk="0" h="1588" w="1916">
                  <a:moveTo>
                    <a:pt x="14" y="0"/>
                  </a:moveTo>
                  <a:cubicBezTo>
                    <a:pt x="0" y="248"/>
                    <a:pt x="41" y="924"/>
                    <a:pt x="455" y="1282"/>
                  </a:cubicBezTo>
                  <a:cubicBezTo>
                    <a:pt x="739" y="1532"/>
                    <a:pt x="1142" y="1588"/>
                    <a:pt x="1452" y="1588"/>
                  </a:cubicBezTo>
                  <a:cubicBezTo>
                    <a:pt x="1637" y="1588"/>
                    <a:pt x="1788" y="1568"/>
                    <a:pt x="1860" y="1557"/>
                  </a:cubicBezTo>
                  <a:cubicBezTo>
                    <a:pt x="1888" y="1557"/>
                    <a:pt x="1915" y="1530"/>
                    <a:pt x="1915" y="1502"/>
                  </a:cubicBezTo>
                  <a:cubicBezTo>
                    <a:pt x="1915" y="1406"/>
                    <a:pt x="1915" y="1144"/>
                    <a:pt x="1846" y="855"/>
                  </a:cubicBezTo>
                  <a:cubicBezTo>
                    <a:pt x="1846" y="882"/>
                    <a:pt x="1846" y="896"/>
                    <a:pt x="1846" y="924"/>
                  </a:cubicBezTo>
                  <a:cubicBezTo>
                    <a:pt x="1846" y="951"/>
                    <a:pt x="1833" y="965"/>
                    <a:pt x="1805" y="979"/>
                  </a:cubicBezTo>
                  <a:cubicBezTo>
                    <a:pt x="1733" y="989"/>
                    <a:pt x="1580" y="1009"/>
                    <a:pt x="1393" y="1009"/>
                  </a:cubicBezTo>
                  <a:cubicBezTo>
                    <a:pt x="1081" y="1009"/>
                    <a:pt x="676" y="953"/>
                    <a:pt x="400" y="703"/>
                  </a:cubicBezTo>
                  <a:cubicBezTo>
                    <a:pt x="179" y="510"/>
                    <a:pt x="69" y="248"/>
                    <a:pt x="14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2"/>
            <p:cNvSpPr/>
            <p:nvPr/>
          </p:nvSpPr>
          <p:spPr>
            <a:xfrm>
              <a:off x="2343866" y="3017433"/>
              <a:ext cx="46836" cy="42128"/>
            </a:xfrm>
            <a:custGeom>
              <a:rect b="b" l="l" r="r" t="t"/>
              <a:pathLst>
                <a:path extrusionOk="0" h="1736" w="1930">
                  <a:moveTo>
                    <a:pt x="1452" y="1"/>
                  </a:moveTo>
                  <a:cubicBezTo>
                    <a:pt x="1143" y="1"/>
                    <a:pt x="739" y="57"/>
                    <a:pt x="455" y="307"/>
                  </a:cubicBezTo>
                  <a:cubicBezTo>
                    <a:pt x="0" y="706"/>
                    <a:pt x="0" y="1450"/>
                    <a:pt x="14" y="1643"/>
                  </a:cubicBezTo>
                  <a:cubicBezTo>
                    <a:pt x="14" y="1671"/>
                    <a:pt x="42" y="1698"/>
                    <a:pt x="55" y="1698"/>
                  </a:cubicBezTo>
                  <a:cubicBezTo>
                    <a:pt x="133" y="1714"/>
                    <a:pt x="290" y="1735"/>
                    <a:pt x="478" y="1735"/>
                  </a:cubicBezTo>
                  <a:cubicBezTo>
                    <a:pt x="790" y="1735"/>
                    <a:pt x="1191" y="1677"/>
                    <a:pt x="1474" y="1436"/>
                  </a:cubicBezTo>
                  <a:cubicBezTo>
                    <a:pt x="1929" y="1037"/>
                    <a:pt x="1915" y="279"/>
                    <a:pt x="1915" y="86"/>
                  </a:cubicBezTo>
                  <a:cubicBezTo>
                    <a:pt x="1915" y="59"/>
                    <a:pt x="1888" y="45"/>
                    <a:pt x="1860" y="31"/>
                  </a:cubicBezTo>
                  <a:cubicBezTo>
                    <a:pt x="1788" y="21"/>
                    <a:pt x="1637" y="1"/>
                    <a:pt x="1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2"/>
            <p:cNvSpPr/>
            <p:nvPr/>
          </p:nvSpPr>
          <p:spPr>
            <a:xfrm>
              <a:off x="2343866" y="3087979"/>
              <a:ext cx="46836" cy="41959"/>
            </a:xfrm>
            <a:custGeom>
              <a:rect b="b" l="l" r="r" t="t"/>
              <a:pathLst>
                <a:path extrusionOk="0" h="1729" w="1930">
                  <a:moveTo>
                    <a:pt x="1452" y="1"/>
                  </a:moveTo>
                  <a:cubicBezTo>
                    <a:pt x="1143" y="1"/>
                    <a:pt x="739" y="57"/>
                    <a:pt x="455" y="307"/>
                  </a:cubicBezTo>
                  <a:cubicBezTo>
                    <a:pt x="0" y="693"/>
                    <a:pt x="0" y="1450"/>
                    <a:pt x="14" y="1643"/>
                  </a:cubicBezTo>
                  <a:cubicBezTo>
                    <a:pt x="14" y="1671"/>
                    <a:pt x="42" y="1698"/>
                    <a:pt x="55" y="1698"/>
                  </a:cubicBezTo>
                  <a:cubicBezTo>
                    <a:pt x="133" y="1709"/>
                    <a:pt x="287" y="1729"/>
                    <a:pt x="474" y="1729"/>
                  </a:cubicBezTo>
                  <a:cubicBezTo>
                    <a:pt x="787" y="1729"/>
                    <a:pt x="1190" y="1673"/>
                    <a:pt x="1474" y="1423"/>
                  </a:cubicBezTo>
                  <a:cubicBezTo>
                    <a:pt x="1929" y="1037"/>
                    <a:pt x="1915" y="279"/>
                    <a:pt x="1915" y="86"/>
                  </a:cubicBezTo>
                  <a:cubicBezTo>
                    <a:pt x="1915" y="59"/>
                    <a:pt x="1888" y="31"/>
                    <a:pt x="1860" y="31"/>
                  </a:cubicBezTo>
                  <a:cubicBezTo>
                    <a:pt x="1788" y="21"/>
                    <a:pt x="1637" y="1"/>
                    <a:pt x="1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2"/>
            <p:cNvSpPr/>
            <p:nvPr/>
          </p:nvSpPr>
          <p:spPr>
            <a:xfrm>
              <a:off x="2343866" y="3020175"/>
              <a:ext cx="41473" cy="39386"/>
            </a:xfrm>
            <a:custGeom>
              <a:rect b="b" l="l" r="r" t="t"/>
              <a:pathLst>
                <a:path extrusionOk="0" h="1623" w="1709">
                  <a:moveTo>
                    <a:pt x="772" y="1"/>
                  </a:moveTo>
                  <a:lnTo>
                    <a:pt x="772" y="1"/>
                  </a:lnTo>
                  <a:cubicBezTo>
                    <a:pt x="662" y="42"/>
                    <a:pt x="551" y="111"/>
                    <a:pt x="455" y="194"/>
                  </a:cubicBezTo>
                  <a:cubicBezTo>
                    <a:pt x="0" y="593"/>
                    <a:pt x="0" y="1337"/>
                    <a:pt x="14" y="1530"/>
                  </a:cubicBezTo>
                  <a:cubicBezTo>
                    <a:pt x="14" y="1558"/>
                    <a:pt x="42" y="1585"/>
                    <a:pt x="69" y="1585"/>
                  </a:cubicBezTo>
                  <a:cubicBezTo>
                    <a:pt x="142" y="1601"/>
                    <a:pt x="295" y="1622"/>
                    <a:pt x="482" y="1622"/>
                  </a:cubicBezTo>
                  <a:cubicBezTo>
                    <a:pt x="790" y="1622"/>
                    <a:pt x="1191" y="1564"/>
                    <a:pt x="1474" y="1323"/>
                  </a:cubicBezTo>
                  <a:cubicBezTo>
                    <a:pt x="1571" y="1227"/>
                    <a:pt x="1654" y="1117"/>
                    <a:pt x="1709" y="1007"/>
                  </a:cubicBezTo>
                  <a:lnTo>
                    <a:pt x="1709" y="1007"/>
                  </a:lnTo>
                  <a:cubicBezTo>
                    <a:pt x="1488" y="1099"/>
                    <a:pt x="1245" y="1126"/>
                    <a:pt x="1041" y="1126"/>
                  </a:cubicBezTo>
                  <a:cubicBezTo>
                    <a:pt x="850" y="1126"/>
                    <a:pt x="693" y="1103"/>
                    <a:pt x="620" y="1089"/>
                  </a:cubicBezTo>
                  <a:cubicBezTo>
                    <a:pt x="593" y="1089"/>
                    <a:pt x="565" y="1062"/>
                    <a:pt x="565" y="1034"/>
                  </a:cubicBezTo>
                  <a:cubicBezTo>
                    <a:pt x="565" y="883"/>
                    <a:pt x="551" y="400"/>
                    <a:pt x="77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2"/>
            <p:cNvSpPr/>
            <p:nvPr/>
          </p:nvSpPr>
          <p:spPr>
            <a:xfrm>
              <a:off x="2343866" y="3090721"/>
              <a:ext cx="41473" cy="39216"/>
            </a:xfrm>
            <a:custGeom>
              <a:rect b="b" l="l" r="r" t="t"/>
              <a:pathLst>
                <a:path extrusionOk="0" h="1616" w="1709">
                  <a:moveTo>
                    <a:pt x="772" y="1"/>
                  </a:moveTo>
                  <a:lnTo>
                    <a:pt x="772" y="1"/>
                  </a:lnTo>
                  <a:cubicBezTo>
                    <a:pt x="662" y="42"/>
                    <a:pt x="551" y="111"/>
                    <a:pt x="455" y="194"/>
                  </a:cubicBezTo>
                  <a:cubicBezTo>
                    <a:pt x="0" y="580"/>
                    <a:pt x="0" y="1337"/>
                    <a:pt x="14" y="1530"/>
                  </a:cubicBezTo>
                  <a:cubicBezTo>
                    <a:pt x="14" y="1558"/>
                    <a:pt x="42" y="1585"/>
                    <a:pt x="69" y="1585"/>
                  </a:cubicBezTo>
                  <a:cubicBezTo>
                    <a:pt x="141" y="1596"/>
                    <a:pt x="293" y="1616"/>
                    <a:pt x="477" y="1616"/>
                  </a:cubicBezTo>
                  <a:cubicBezTo>
                    <a:pt x="787" y="1616"/>
                    <a:pt x="1190" y="1560"/>
                    <a:pt x="1474" y="1310"/>
                  </a:cubicBezTo>
                  <a:cubicBezTo>
                    <a:pt x="1571" y="1227"/>
                    <a:pt x="1654" y="1117"/>
                    <a:pt x="1709" y="1007"/>
                  </a:cubicBezTo>
                  <a:lnTo>
                    <a:pt x="1709" y="1007"/>
                  </a:lnTo>
                  <a:cubicBezTo>
                    <a:pt x="1479" y="1096"/>
                    <a:pt x="1226" y="1121"/>
                    <a:pt x="1017" y="1121"/>
                  </a:cubicBezTo>
                  <a:cubicBezTo>
                    <a:pt x="837" y="1121"/>
                    <a:pt x="690" y="1102"/>
                    <a:pt x="620" y="1089"/>
                  </a:cubicBezTo>
                  <a:cubicBezTo>
                    <a:pt x="593" y="1076"/>
                    <a:pt x="565" y="1062"/>
                    <a:pt x="565" y="1034"/>
                  </a:cubicBezTo>
                  <a:cubicBezTo>
                    <a:pt x="565" y="883"/>
                    <a:pt x="551" y="400"/>
                    <a:pt x="77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2"/>
            <p:cNvSpPr/>
            <p:nvPr/>
          </p:nvSpPr>
          <p:spPr>
            <a:xfrm>
              <a:off x="2339182" y="2984745"/>
              <a:ext cx="10386" cy="196955"/>
            </a:xfrm>
            <a:custGeom>
              <a:rect b="b" l="l" r="r" t="t"/>
              <a:pathLst>
                <a:path extrusionOk="0" h="8116" w="428">
                  <a:moveTo>
                    <a:pt x="221" y="0"/>
                  </a:moveTo>
                  <a:cubicBezTo>
                    <a:pt x="97" y="0"/>
                    <a:pt x="0" y="97"/>
                    <a:pt x="0" y="221"/>
                  </a:cubicBezTo>
                  <a:lnTo>
                    <a:pt x="0" y="7909"/>
                  </a:lnTo>
                  <a:cubicBezTo>
                    <a:pt x="0" y="8019"/>
                    <a:pt x="97" y="8115"/>
                    <a:pt x="221" y="8115"/>
                  </a:cubicBezTo>
                  <a:cubicBezTo>
                    <a:pt x="331" y="8115"/>
                    <a:pt x="427" y="8019"/>
                    <a:pt x="427" y="7909"/>
                  </a:cubicBezTo>
                  <a:lnTo>
                    <a:pt x="427" y="221"/>
                  </a:lnTo>
                  <a:cubicBezTo>
                    <a:pt x="427" y="97"/>
                    <a:pt x="331" y="0"/>
                    <a:pt x="221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2"/>
            <p:cNvSpPr/>
            <p:nvPr/>
          </p:nvSpPr>
          <p:spPr>
            <a:xfrm>
              <a:off x="2325811" y="2946038"/>
              <a:ext cx="37129" cy="60038"/>
            </a:xfrm>
            <a:custGeom>
              <a:rect b="b" l="l" r="r" t="t"/>
              <a:pathLst>
                <a:path extrusionOk="0" h="2474" w="1530">
                  <a:moveTo>
                    <a:pt x="786" y="1"/>
                  </a:moveTo>
                  <a:cubicBezTo>
                    <a:pt x="772" y="1"/>
                    <a:pt x="758" y="4"/>
                    <a:pt x="744" y="11"/>
                  </a:cubicBezTo>
                  <a:cubicBezTo>
                    <a:pt x="593" y="135"/>
                    <a:pt x="14" y="617"/>
                    <a:pt x="14" y="1223"/>
                  </a:cubicBezTo>
                  <a:lnTo>
                    <a:pt x="14" y="1210"/>
                  </a:lnTo>
                  <a:lnTo>
                    <a:pt x="14" y="1210"/>
                  </a:lnTo>
                  <a:cubicBezTo>
                    <a:pt x="0" y="1816"/>
                    <a:pt x="565" y="2339"/>
                    <a:pt x="717" y="2463"/>
                  </a:cubicBezTo>
                  <a:cubicBezTo>
                    <a:pt x="730" y="2470"/>
                    <a:pt x="744" y="2474"/>
                    <a:pt x="756" y="2474"/>
                  </a:cubicBezTo>
                  <a:cubicBezTo>
                    <a:pt x="768" y="2474"/>
                    <a:pt x="779" y="2470"/>
                    <a:pt x="786" y="2463"/>
                  </a:cubicBezTo>
                  <a:cubicBezTo>
                    <a:pt x="937" y="2353"/>
                    <a:pt x="1516" y="1857"/>
                    <a:pt x="1530" y="1265"/>
                  </a:cubicBezTo>
                  <a:cubicBezTo>
                    <a:pt x="1530" y="659"/>
                    <a:pt x="965" y="135"/>
                    <a:pt x="827" y="11"/>
                  </a:cubicBezTo>
                  <a:cubicBezTo>
                    <a:pt x="813" y="4"/>
                    <a:pt x="799" y="1"/>
                    <a:pt x="7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2"/>
            <p:cNvSpPr/>
            <p:nvPr/>
          </p:nvSpPr>
          <p:spPr>
            <a:xfrm>
              <a:off x="2325811" y="2947955"/>
              <a:ext cx="28102" cy="58388"/>
            </a:xfrm>
            <a:custGeom>
              <a:rect b="b" l="l" r="r" t="t"/>
              <a:pathLst>
                <a:path extrusionOk="0" h="2406" w="1158">
                  <a:moveTo>
                    <a:pt x="662" y="1"/>
                  </a:moveTo>
                  <a:cubicBezTo>
                    <a:pt x="455" y="180"/>
                    <a:pt x="14" y="621"/>
                    <a:pt x="14" y="1144"/>
                  </a:cubicBezTo>
                  <a:cubicBezTo>
                    <a:pt x="0" y="1737"/>
                    <a:pt x="565" y="2260"/>
                    <a:pt x="717" y="2384"/>
                  </a:cubicBezTo>
                  <a:cubicBezTo>
                    <a:pt x="724" y="2398"/>
                    <a:pt x="737" y="2405"/>
                    <a:pt x="751" y="2405"/>
                  </a:cubicBezTo>
                  <a:cubicBezTo>
                    <a:pt x="765" y="2405"/>
                    <a:pt x="779" y="2398"/>
                    <a:pt x="786" y="2384"/>
                  </a:cubicBezTo>
                  <a:cubicBezTo>
                    <a:pt x="854" y="2329"/>
                    <a:pt x="1006" y="2205"/>
                    <a:pt x="1158" y="2040"/>
                  </a:cubicBezTo>
                  <a:lnTo>
                    <a:pt x="1158" y="2040"/>
                  </a:lnTo>
                  <a:cubicBezTo>
                    <a:pt x="1130" y="2054"/>
                    <a:pt x="1102" y="2081"/>
                    <a:pt x="1075" y="2095"/>
                  </a:cubicBezTo>
                  <a:cubicBezTo>
                    <a:pt x="1068" y="2102"/>
                    <a:pt x="1058" y="2105"/>
                    <a:pt x="1046" y="2105"/>
                  </a:cubicBezTo>
                  <a:cubicBezTo>
                    <a:pt x="1034" y="2105"/>
                    <a:pt x="1020" y="2102"/>
                    <a:pt x="1006" y="2095"/>
                  </a:cubicBezTo>
                  <a:cubicBezTo>
                    <a:pt x="854" y="1971"/>
                    <a:pt x="290" y="1448"/>
                    <a:pt x="303" y="841"/>
                  </a:cubicBezTo>
                  <a:cubicBezTo>
                    <a:pt x="303" y="511"/>
                    <a:pt x="482" y="221"/>
                    <a:pt x="662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2"/>
            <p:cNvSpPr/>
            <p:nvPr/>
          </p:nvSpPr>
          <p:spPr>
            <a:xfrm>
              <a:off x="2209108" y="2916869"/>
              <a:ext cx="48171" cy="288905"/>
            </a:xfrm>
            <a:custGeom>
              <a:rect b="b" l="l" r="r" t="t"/>
              <a:pathLst>
                <a:path extrusionOk="0" h="11905" w="1985">
                  <a:moveTo>
                    <a:pt x="290" y="1"/>
                  </a:moveTo>
                  <a:cubicBezTo>
                    <a:pt x="125" y="1"/>
                    <a:pt x="1" y="138"/>
                    <a:pt x="1" y="290"/>
                  </a:cubicBezTo>
                  <a:lnTo>
                    <a:pt x="1" y="11601"/>
                  </a:lnTo>
                  <a:cubicBezTo>
                    <a:pt x="1" y="11767"/>
                    <a:pt x="125" y="11904"/>
                    <a:pt x="290" y="11904"/>
                  </a:cubicBezTo>
                  <a:lnTo>
                    <a:pt x="579" y="11904"/>
                  </a:lnTo>
                  <a:lnTo>
                    <a:pt x="1985" y="11891"/>
                  </a:lnTo>
                  <a:lnTo>
                    <a:pt x="1985" y="11450"/>
                  </a:lnTo>
                  <a:lnTo>
                    <a:pt x="731" y="11464"/>
                  </a:lnTo>
                  <a:cubicBezTo>
                    <a:pt x="648" y="11464"/>
                    <a:pt x="579" y="11395"/>
                    <a:pt x="579" y="11312"/>
                  </a:cubicBezTo>
                  <a:lnTo>
                    <a:pt x="579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2"/>
            <p:cNvSpPr/>
            <p:nvPr/>
          </p:nvSpPr>
          <p:spPr>
            <a:xfrm>
              <a:off x="2290016" y="2940263"/>
              <a:ext cx="107359" cy="241437"/>
            </a:xfrm>
            <a:custGeom>
              <a:rect b="b" l="l" r="r" t="t"/>
              <a:pathLst>
                <a:path extrusionOk="0" h="9949" w="4424">
                  <a:moveTo>
                    <a:pt x="2247" y="511"/>
                  </a:moveTo>
                  <a:cubicBezTo>
                    <a:pt x="2467" y="717"/>
                    <a:pt x="2784" y="1117"/>
                    <a:pt x="2784" y="1503"/>
                  </a:cubicBezTo>
                  <a:cubicBezTo>
                    <a:pt x="2770" y="1916"/>
                    <a:pt x="2426" y="2274"/>
                    <a:pt x="2233" y="2453"/>
                  </a:cubicBezTo>
                  <a:cubicBezTo>
                    <a:pt x="2040" y="2261"/>
                    <a:pt x="1696" y="1875"/>
                    <a:pt x="1696" y="1461"/>
                  </a:cubicBezTo>
                  <a:lnTo>
                    <a:pt x="1709" y="1461"/>
                  </a:lnTo>
                  <a:cubicBezTo>
                    <a:pt x="1709" y="1048"/>
                    <a:pt x="2054" y="690"/>
                    <a:pt x="2247" y="511"/>
                  </a:cubicBezTo>
                  <a:close/>
                  <a:moveTo>
                    <a:pt x="3648" y="3404"/>
                  </a:moveTo>
                  <a:cubicBezTo>
                    <a:pt x="3748" y="3404"/>
                    <a:pt x="3839" y="3410"/>
                    <a:pt x="3914" y="3418"/>
                  </a:cubicBezTo>
                  <a:cubicBezTo>
                    <a:pt x="3900" y="3680"/>
                    <a:pt x="3859" y="4176"/>
                    <a:pt x="3542" y="4451"/>
                  </a:cubicBezTo>
                  <a:cubicBezTo>
                    <a:pt x="3313" y="4649"/>
                    <a:pt x="2966" y="4697"/>
                    <a:pt x="2698" y="4697"/>
                  </a:cubicBezTo>
                  <a:cubicBezTo>
                    <a:pt x="2610" y="4697"/>
                    <a:pt x="2531" y="4692"/>
                    <a:pt x="2467" y="4685"/>
                  </a:cubicBezTo>
                  <a:lnTo>
                    <a:pt x="2467" y="4492"/>
                  </a:lnTo>
                  <a:cubicBezTo>
                    <a:pt x="2495" y="4217"/>
                    <a:pt x="2577" y="3859"/>
                    <a:pt x="2812" y="3652"/>
                  </a:cubicBezTo>
                  <a:cubicBezTo>
                    <a:pt x="3043" y="3451"/>
                    <a:pt x="3377" y="3404"/>
                    <a:pt x="3648" y="3404"/>
                  </a:cubicBezTo>
                  <a:close/>
                  <a:moveTo>
                    <a:pt x="3704" y="6305"/>
                  </a:moveTo>
                  <a:cubicBezTo>
                    <a:pt x="3782" y="6305"/>
                    <a:pt x="3854" y="6308"/>
                    <a:pt x="3914" y="6311"/>
                  </a:cubicBezTo>
                  <a:cubicBezTo>
                    <a:pt x="3900" y="6587"/>
                    <a:pt x="3859" y="7083"/>
                    <a:pt x="3542" y="7344"/>
                  </a:cubicBezTo>
                  <a:cubicBezTo>
                    <a:pt x="3305" y="7560"/>
                    <a:pt x="2942" y="7598"/>
                    <a:pt x="2669" y="7598"/>
                  </a:cubicBezTo>
                  <a:cubicBezTo>
                    <a:pt x="2593" y="7598"/>
                    <a:pt x="2524" y="7595"/>
                    <a:pt x="2467" y="7592"/>
                  </a:cubicBezTo>
                  <a:lnTo>
                    <a:pt x="2467" y="7400"/>
                  </a:lnTo>
                  <a:cubicBezTo>
                    <a:pt x="2495" y="7124"/>
                    <a:pt x="2577" y="6766"/>
                    <a:pt x="2812" y="6559"/>
                  </a:cubicBezTo>
                  <a:cubicBezTo>
                    <a:pt x="3059" y="6344"/>
                    <a:pt x="3425" y="6305"/>
                    <a:pt x="3704" y="6305"/>
                  </a:cubicBezTo>
                  <a:close/>
                  <a:moveTo>
                    <a:pt x="798" y="6311"/>
                  </a:moveTo>
                  <a:cubicBezTo>
                    <a:pt x="1067" y="6311"/>
                    <a:pt x="1406" y="6358"/>
                    <a:pt x="1627" y="6559"/>
                  </a:cubicBezTo>
                  <a:cubicBezTo>
                    <a:pt x="1944" y="6821"/>
                    <a:pt x="1999" y="7331"/>
                    <a:pt x="1999" y="7592"/>
                  </a:cubicBezTo>
                  <a:cubicBezTo>
                    <a:pt x="1933" y="7599"/>
                    <a:pt x="1853" y="7604"/>
                    <a:pt x="1765" y="7604"/>
                  </a:cubicBezTo>
                  <a:cubicBezTo>
                    <a:pt x="1489" y="7604"/>
                    <a:pt x="1137" y="7554"/>
                    <a:pt x="897" y="7344"/>
                  </a:cubicBezTo>
                  <a:cubicBezTo>
                    <a:pt x="593" y="7083"/>
                    <a:pt x="538" y="6587"/>
                    <a:pt x="538" y="6325"/>
                  </a:cubicBezTo>
                  <a:cubicBezTo>
                    <a:pt x="609" y="6317"/>
                    <a:pt x="699" y="6311"/>
                    <a:pt x="798" y="6311"/>
                  </a:cubicBezTo>
                  <a:close/>
                  <a:moveTo>
                    <a:pt x="2259" y="1"/>
                  </a:moveTo>
                  <a:cubicBezTo>
                    <a:pt x="2212" y="1"/>
                    <a:pt x="2164" y="15"/>
                    <a:pt x="2123" y="42"/>
                  </a:cubicBezTo>
                  <a:cubicBezTo>
                    <a:pt x="2095" y="70"/>
                    <a:pt x="1269" y="649"/>
                    <a:pt x="1255" y="1448"/>
                  </a:cubicBezTo>
                  <a:cubicBezTo>
                    <a:pt x="1255" y="2123"/>
                    <a:pt x="1820" y="2674"/>
                    <a:pt x="2013" y="2853"/>
                  </a:cubicBezTo>
                  <a:lnTo>
                    <a:pt x="2013" y="3418"/>
                  </a:lnTo>
                  <a:cubicBezTo>
                    <a:pt x="1985" y="3390"/>
                    <a:pt x="1957" y="3349"/>
                    <a:pt x="1916" y="3321"/>
                  </a:cubicBezTo>
                  <a:cubicBezTo>
                    <a:pt x="1574" y="3026"/>
                    <a:pt x="1108" y="2959"/>
                    <a:pt x="761" y="2959"/>
                  </a:cubicBezTo>
                  <a:cubicBezTo>
                    <a:pt x="493" y="2959"/>
                    <a:pt x="295" y="2999"/>
                    <a:pt x="277" y="3004"/>
                  </a:cubicBezTo>
                  <a:cubicBezTo>
                    <a:pt x="180" y="3018"/>
                    <a:pt x="111" y="3101"/>
                    <a:pt x="97" y="3197"/>
                  </a:cubicBezTo>
                  <a:cubicBezTo>
                    <a:pt x="97" y="3225"/>
                    <a:pt x="56" y="3721"/>
                    <a:pt x="221" y="4189"/>
                  </a:cubicBezTo>
                  <a:cubicBezTo>
                    <a:pt x="253" y="4275"/>
                    <a:pt x="335" y="4327"/>
                    <a:pt x="422" y="4327"/>
                  </a:cubicBezTo>
                  <a:cubicBezTo>
                    <a:pt x="447" y="4327"/>
                    <a:pt x="472" y="4323"/>
                    <a:pt x="497" y="4313"/>
                  </a:cubicBezTo>
                  <a:cubicBezTo>
                    <a:pt x="621" y="4272"/>
                    <a:pt x="676" y="4148"/>
                    <a:pt x="635" y="4038"/>
                  </a:cubicBezTo>
                  <a:cubicBezTo>
                    <a:pt x="552" y="3804"/>
                    <a:pt x="525" y="3569"/>
                    <a:pt x="525" y="3404"/>
                  </a:cubicBezTo>
                  <a:cubicBezTo>
                    <a:pt x="585" y="3401"/>
                    <a:pt x="656" y="3398"/>
                    <a:pt x="734" y="3398"/>
                  </a:cubicBezTo>
                  <a:cubicBezTo>
                    <a:pt x="1013" y="3398"/>
                    <a:pt x="1379" y="3437"/>
                    <a:pt x="1627" y="3652"/>
                  </a:cubicBezTo>
                  <a:cubicBezTo>
                    <a:pt x="1930" y="3914"/>
                    <a:pt x="1985" y="4424"/>
                    <a:pt x="1985" y="4685"/>
                  </a:cubicBezTo>
                  <a:cubicBezTo>
                    <a:pt x="1917" y="4691"/>
                    <a:pt x="1834" y="4696"/>
                    <a:pt x="1741" y="4696"/>
                  </a:cubicBezTo>
                  <a:cubicBezTo>
                    <a:pt x="1589" y="4696"/>
                    <a:pt x="1412" y="4682"/>
                    <a:pt x="1241" y="4630"/>
                  </a:cubicBezTo>
                  <a:cubicBezTo>
                    <a:pt x="1219" y="4622"/>
                    <a:pt x="1197" y="4618"/>
                    <a:pt x="1175" y="4618"/>
                  </a:cubicBezTo>
                  <a:cubicBezTo>
                    <a:pt x="1085" y="4618"/>
                    <a:pt x="999" y="4682"/>
                    <a:pt x="965" y="4782"/>
                  </a:cubicBezTo>
                  <a:cubicBezTo>
                    <a:pt x="938" y="4892"/>
                    <a:pt x="1007" y="5016"/>
                    <a:pt x="1117" y="5044"/>
                  </a:cubicBezTo>
                  <a:cubicBezTo>
                    <a:pt x="1337" y="5112"/>
                    <a:pt x="1558" y="5140"/>
                    <a:pt x="1751" y="5140"/>
                  </a:cubicBezTo>
                  <a:cubicBezTo>
                    <a:pt x="1847" y="5140"/>
                    <a:pt x="1944" y="5126"/>
                    <a:pt x="2013" y="5126"/>
                  </a:cubicBezTo>
                  <a:lnTo>
                    <a:pt x="2013" y="6325"/>
                  </a:lnTo>
                  <a:cubicBezTo>
                    <a:pt x="1985" y="6284"/>
                    <a:pt x="1944" y="6256"/>
                    <a:pt x="1916" y="6228"/>
                  </a:cubicBezTo>
                  <a:cubicBezTo>
                    <a:pt x="1574" y="5933"/>
                    <a:pt x="1108" y="5866"/>
                    <a:pt x="758" y="5866"/>
                  </a:cubicBezTo>
                  <a:cubicBezTo>
                    <a:pt x="488" y="5866"/>
                    <a:pt x="287" y="5906"/>
                    <a:pt x="263" y="5912"/>
                  </a:cubicBezTo>
                  <a:cubicBezTo>
                    <a:pt x="180" y="5925"/>
                    <a:pt x="97" y="6008"/>
                    <a:pt x="97" y="6104"/>
                  </a:cubicBezTo>
                  <a:cubicBezTo>
                    <a:pt x="97" y="6146"/>
                    <a:pt x="1" y="7152"/>
                    <a:pt x="607" y="7675"/>
                  </a:cubicBezTo>
                  <a:cubicBezTo>
                    <a:pt x="938" y="7964"/>
                    <a:pt x="1406" y="8033"/>
                    <a:pt x="1751" y="8033"/>
                  </a:cubicBezTo>
                  <a:cubicBezTo>
                    <a:pt x="1847" y="8033"/>
                    <a:pt x="1944" y="8033"/>
                    <a:pt x="2013" y="8020"/>
                  </a:cubicBezTo>
                  <a:lnTo>
                    <a:pt x="2026" y="8020"/>
                  </a:lnTo>
                  <a:lnTo>
                    <a:pt x="2026" y="9742"/>
                  </a:lnTo>
                  <a:cubicBezTo>
                    <a:pt x="2026" y="9852"/>
                    <a:pt x="2123" y="9948"/>
                    <a:pt x="2247" y="9948"/>
                  </a:cubicBezTo>
                  <a:cubicBezTo>
                    <a:pt x="2357" y="9948"/>
                    <a:pt x="2453" y="9852"/>
                    <a:pt x="2453" y="9742"/>
                  </a:cubicBezTo>
                  <a:lnTo>
                    <a:pt x="2453" y="8033"/>
                  </a:lnTo>
                  <a:lnTo>
                    <a:pt x="2688" y="8033"/>
                  </a:lnTo>
                  <a:cubicBezTo>
                    <a:pt x="3032" y="8033"/>
                    <a:pt x="3501" y="7964"/>
                    <a:pt x="3831" y="7675"/>
                  </a:cubicBezTo>
                  <a:cubicBezTo>
                    <a:pt x="4424" y="7152"/>
                    <a:pt x="4341" y="6146"/>
                    <a:pt x="4341" y="6104"/>
                  </a:cubicBezTo>
                  <a:cubicBezTo>
                    <a:pt x="4327" y="6008"/>
                    <a:pt x="4258" y="5925"/>
                    <a:pt x="4162" y="5912"/>
                  </a:cubicBezTo>
                  <a:cubicBezTo>
                    <a:pt x="4144" y="5906"/>
                    <a:pt x="3943" y="5866"/>
                    <a:pt x="3673" y="5866"/>
                  </a:cubicBezTo>
                  <a:cubicBezTo>
                    <a:pt x="3323" y="5866"/>
                    <a:pt x="2857" y="5933"/>
                    <a:pt x="2522" y="6228"/>
                  </a:cubicBezTo>
                  <a:cubicBezTo>
                    <a:pt x="2495" y="6242"/>
                    <a:pt x="2481" y="6270"/>
                    <a:pt x="2453" y="6284"/>
                  </a:cubicBezTo>
                  <a:lnTo>
                    <a:pt x="2453" y="5126"/>
                  </a:lnTo>
                  <a:lnTo>
                    <a:pt x="2688" y="5126"/>
                  </a:lnTo>
                  <a:cubicBezTo>
                    <a:pt x="3032" y="5126"/>
                    <a:pt x="3501" y="5071"/>
                    <a:pt x="3831" y="4768"/>
                  </a:cubicBezTo>
                  <a:cubicBezTo>
                    <a:pt x="4424" y="4244"/>
                    <a:pt x="4341" y="3239"/>
                    <a:pt x="4341" y="3197"/>
                  </a:cubicBezTo>
                  <a:cubicBezTo>
                    <a:pt x="4327" y="3101"/>
                    <a:pt x="4258" y="3018"/>
                    <a:pt x="4162" y="3004"/>
                  </a:cubicBezTo>
                  <a:cubicBezTo>
                    <a:pt x="4144" y="2999"/>
                    <a:pt x="3943" y="2959"/>
                    <a:pt x="3673" y="2959"/>
                  </a:cubicBezTo>
                  <a:cubicBezTo>
                    <a:pt x="3323" y="2959"/>
                    <a:pt x="2857" y="3026"/>
                    <a:pt x="2522" y="3321"/>
                  </a:cubicBezTo>
                  <a:cubicBezTo>
                    <a:pt x="2495" y="3335"/>
                    <a:pt x="2481" y="3363"/>
                    <a:pt x="2453" y="3376"/>
                  </a:cubicBezTo>
                  <a:lnTo>
                    <a:pt x="2453" y="2825"/>
                  </a:lnTo>
                  <a:cubicBezTo>
                    <a:pt x="2688" y="2633"/>
                    <a:pt x="3211" y="2137"/>
                    <a:pt x="3211" y="1503"/>
                  </a:cubicBezTo>
                  <a:cubicBezTo>
                    <a:pt x="3225" y="704"/>
                    <a:pt x="2426" y="70"/>
                    <a:pt x="2385" y="42"/>
                  </a:cubicBezTo>
                  <a:cubicBezTo>
                    <a:pt x="2350" y="15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2"/>
            <p:cNvSpPr/>
            <p:nvPr/>
          </p:nvSpPr>
          <p:spPr>
            <a:xfrm>
              <a:off x="2203769" y="2911530"/>
              <a:ext cx="363454" cy="299267"/>
            </a:xfrm>
            <a:custGeom>
              <a:rect b="b" l="l" r="r" t="t"/>
              <a:pathLst>
                <a:path extrusionOk="0" h="12332" w="14977">
                  <a:moveTo>
                    <a:pt x="1984" y="441"/>
                  </a:moveTo>
                  <a:lnTo>
                    <a:pt x="1984" y="1516"/>
                  </a:lnTo>
                  <a:lnTo>
                    <a:pt x="441" y="1516"/>
                  </a:lnTo>
                  <a:lnTo>
                    <a:pt x="441" y="510"/>
                  </a:lnTo>
                  <a:cubicBezTo>
                    <a:pt x="441" y="482"/>
                    <a:pt x="469" y="441"/>
                    <a:pt x="510" y="441"/>
                  </a:cubicBezTo>
                  <a:close/>
                  <a:moveTo>
                    <a:pt x="11877" y="6751"/>
                  </a:moveTo>
                  <a:cubicBezTo>
                    <a:pt x="12001" y="6751"/>
                    <a:pt x="12125" y="6779"/>
                    <a:pt x="12235" y="6848"/>
                  </a:cubicBezTo>
                  <a:cubicBezTo>
                    <a:pt x="12285" y="6868"/>
                    <a:pt x="12351" y="6881"/>
                    <a:pt x="12414" y="6881"/>
                  </a:cubicBezTo>
                  <a:cubicBezTo>
                    <a:pt x="12438" y="6881"/>
                    <a:pt x="12461" y="6879"/>
                    <a:pt x="12483" y="6875"/>
                  </a:cubicBezTo>
                  <a:lnTo>
                    <a:pt x="12593" y="6875"/>
                  </a:lnTo>
                  <a:cubicBezTo>
                    <a:pt x="12690" y="6875"/>
                    <a:pt x="12800" y="6903"/>
                    <a:pt x="12896" y="6958"/>
                  </a:cubicBezTo>
                  <a:cubicBezTo>
                    <a:pt x="12951" y="6995"/>
                    <a:pt x="13019" y="7013"/>
                    <a:pt x="13086" y="7013"/>
                  </a:cubicBezTo>
                  <a:cubicBezTo>
                    <a:pt x="13120" y="7013"/>
                    <a:pt x="13153" y="7008"/>
                    <a:pt x="13186" y="6999"/>
                  </a:cubicBezTo>
                  <a:cubicBezTo>
                    <a:pt x="13213" y="6985"/>
                    <a:pt x="13241" y="6985"/>
                    <a:pt x="13254" y="6985"/>
                  </a:cubicBezTo>
                  <a:cubicBezTo>
                    <a:pt x="13365" y="6985"/>
                    <a:pt x="13461" y="7054"/>
                    <a:pt x="13489" y="7164"/>
                  </a:cubicBezTo>
                  <a:cubicBezTo>
                    <a:pt x="13516" y="7288"/>
                    <a:pt x="13613" y="7385"/>
                    <a:pt x="13737" y="7412"/>
                  </a:cubicBezTo>
                  <a:cubicBezTo>
                    <a:pt x="13985" y="7495"/>
                    <a:pt x="14164" y="7729"/>
                    <a:pt x="14164" y="7991"/>
                  </a:cubicBezTo>
                  <a:lnTo>
                    <a:pt x="14164" y="8156"/>
                  </a:lnTo>
                  <a:lnTo>
                    <a:pt x="9397" y="8156"/>
                  </a:lnTo>
                  <a:cubicBezTo>
                    <a:pt x="9355" y="7771"/>
                    <a:pt x="9645" y="7440"/>
                    <a:pt x="10031" y="7440"/>
                  </a:cubicBezTo>
                  <a:lnTo>
                    <a:pt x="10099" y="7440"/>
                  </a:lnTo>
                  <a:cubicBezTo>
                    <a:pt x="10115" y="7442"/>
                    <a:pt x="10130" y="7443"/>
                    <a:pt x="10146" y="7443"/>
                  </a:cubicBezTo>
                  <a:cubicBezTo>
                    <a:pt x="10254" y="7443"/>
                    <a:pt x="10358" y="7400"/>
                    <a:pt x="10430" y="7316"/>
                  </a:cubicBezTo>
                  <a:cubicBezTo>
                    <a:pt x="10568" y="7137"/>
                    <a:pt x="10788" y="7040"/>
                    <a:pt x="11009" y="7040"/>
                  </a:cubicBezTo>
                  <a:lnTo>
                    <a:pt x="11078" y="7040"/>
                  </a:lnTo>
                  <a:cubicBezTo>
                    <a:pt x="11092" y="7042"/>
                    <a:pt x="11106" y="7043"/>
                    <a:pt x="11120" y="7043"/>
                  </a:cubicBezTo>
                  <a:cubicBezTo>
                    <a:pt x="11213" y="7043"/>
                    <a:pt x="11295" y="7004"/>
                    <a:pt x="11367" y="6944"/>
                  </a:cubicBezTo>
                  <a:cubicBezTo>
                    <a:pt x="11505" y="6820"/>
                    <a:pt x="11684" y="6751"/>
                    <a:pt x="11877" y="6751"/>
                  </a:cubicBezTo>
                  <a:close/>
                  <a:moveTo>
                    <a:pt x="510" y="0"/>
                  </a:moveTo>
                  <a:cubicBezTo>
                    <a:pt x="235" y="0"/>
                    <a:pt x="0" y="234"/>
                    <a:pt x="0" y="510"/>
                  </a:cubicBezTo>
                  <a:lnTo>
                    <a:pt x="0" y="2645"/>
                  </a:lnTo>
                  <a:cubicBezTo>
                    <a:pt x="0" y="2769"/>
                    <a:pt x="97" y="2866"/>
                    <a:pt x="221" y="2866"/>
                  </a:cubicBezTo>
                  <a:cubicBezTo>
                    <a:pt x="345" y="2866"/>
                    <a:pt x="441" y="2769"/>
                    <a:pt x="441" y="2645"/>
                  </a:cubicBezTo>
                  <a:lnTo>
                    <a:pt x="441" y="1957"/>
                  </a:lnTo>
                  <a:lnTo>
                    <a:pt x="1984" y="1957"/>
                  </a:lnTo>
                  <a:lnTo>
                    <a:pt x="1984" y="11890"/>
                  </a:lnTo>
                  <a:lnTo>
                    <a:pt x="510" y="11890"/>
                  </a:lnTo>
                  <a:cubicBezTo>
                    <a:pt x="469" y="11890"/>
                    <a:pt x="441" y="11863"/>
                    <a:pt x="441" y="11821"/>
                  </a:cubicBezTo>
                  <a:lnTo>
                    <a:pt x="441" y="3679"/>
                  </a:lnTo>
                  <a:cubicBezTo>
                    <a:pt x="441" y="3555"/>
                    <a:pt x="345" y="3458"/>
                    <a:pt x="221" y="3458"/>
                  </a:cubicBezTo>
                  <a:cubicBezTo>
                    <a:pt x="97" y="3458"/>
                    <a:pt x="0" y="3555"/>
                    <a:pt x="0" y="3679"/>
                  </a:cubicBezTo>
                  <a:lnTo>
                    <a:pt x="0" y="11821"/>
                  </a:lnTo>
                  <a:cubicBezTo>
                    <a:pt x="0" y="12111"/>
                    <a:pt x="235" y="12331"/>
                    <a:pt x="510" y="12331"/>
                  </a:cubicBezTo>
                  <a:lnTo>
                    <a:pt x="3362" y="12331"/>
                  </a:lnTo>
                  <a:cubicBezTo>
                    <a:pt x="3486" y="12331"/>
                    <a:pt x="3583" y="12235"/>
                    <a:pt x="3583" y="12111"/>
                  </a:cubicBezTo>
                  <a:cubicBezTo>
                    <a:pt x="3583" y="12000"/>
                    <a:pt x="3486" y="11904"/>
                    <a:pt x="3362" y="11904"/>
                  </a:cubicBezTo>
                  <a:lnTo>
                    <a:pt x="2425" y="11904"/>
                  </a:lnTo>
                  <a:lnTo>
                    <a:pt x="2425" y="441"/>
                  </a:lnTo>
                  <a:lnTo>
                    <a:pt x="8970" y="441"/>
                  </a:lnTo>
                  <a:cubicBezTo>
                    <a:pt x="9011" y="441"/>
                    <a:pt x="9052" y="469"/>
                    <a:pt x="9052" y="510"/>
                  </a:cubicBezTo>
                  <a:lnTo>
                    <a:pt x="9052" y="7647"/>
                  </a:lnTo>
                  <a:cubicBezTo>
                    <a:pt x="8970" y="7812"/>
                    <a:pt x="8956" y="7991"/>
                    <a:pt x="8956" y="8170"/>
                  </a:cubicBezTo>
                  <a:cubicBezTo>
                    <a:pt x="8735" y="8225"/>
                    <a:pt x="8570" y="8432"/>
                    <a:pt x="8570" y="8666"/>
                  </a:cubicBezTo>
                  <a:lnTo>
                    <a:pt x="8570" y="9782"/>
                  </a:lnTo>
                  <a:cubicBezTo>
                    <a:pt x="8570" y="10333"/>
                    <a:pt x="8749" y="10843"/>
                    <a:pt x="9052" y="11256"/>
                  </a:cubicBezTo>
                  <a:lnTo>
                    <a:pt x="9052" y="11821"/>
                  </a:lnTo>
                  <a:cubicBezTo>
                    <a:pt x="9052" y="11863"/>
                    <a:pt x="9011" y="11904"/>
                    <a:pt x="8970" y="11904"/>
                  </a:cubicBezTo>
                  <a:lnTo>
                    <a:pt x="4395" y="11904"/>
                  </a:lnTo>
                  <a:cubicBezTo>
                    <a:pt x="4271" y="11904"/>
                    <a:pt x="4175" y="12000"/>
                    <a:pt x="4175" y="12111"/>
                  </a:cubicBezTo>
                  <a:cubicBezTo>
                    <a:pt x="4175" y="12235"/>
                    <a:pt x="4271" y="12331"/>
                    <a:pt x="4395" y="12331"/>
                  </a:cubicBezTo>
                  <a:lnTo>
                    <a:pt x="8970" y="12331"/>
                  </a:lnTo>
                  <a:cubicBezTo>
                    <a:pt x="9259" y="12331"/>
                    <a:pt x="9479" y="12111"/>
                    <a:pt x="9479" y="11821"/>
                  </a:cubicBezTo>
                  <a:lnTo>
                    <a:pt x="9479" y="11725"/>
                  </a:lnTo>
                  <a:cubicBezTo>
                    <a:pt x="9934" y="12111"/>
                    <a:pt x="10513" y="12331"/>
                    <a:pt x="11133" y="12331"/>
                  </a:cubicBezTo>
                  <a:lnTo>
                    <a:pt x="12428" y="12331"/>
                  </a:lnTo>
                  <a:cubicBezTo>
                    <a:pt x="13420" y="12331"/>
                    <a:pt x="14343" y="11752"/>
                    <a:pt x="14756" y="10843"/>
                  </a:cubicBezTo>
                  <a:cubicBezTo>
                    <a:pt x="14798" y="10733"/>
                    <a:pt x="14756" y="10595"/>
                    <a:pt x="14646" y="10540"/>
                  </a:cubicBezTo>
                  <a:cubicBezTo>
                    <a:pt x="14618" y="10529"/>
                    <a:pt x="14588" y="10524"/>
                    <a:pt x="14558" y="10524"/>
                  </a:cubicBezTo>
                  <a:cubicBezTo>
                    <a:pt x="14472" y="10524"/>
                    <a:pt x="14387" y="10568"/>
                    <a:pt x="14357" y="10650"/>
                  </a:cubicBezTo>
                  <a:cubicBezTo>
                    <a:pt x="14012" y="11408"/>
                    <a:pt x="13254" y="11890"/>
                    <a:pt x="12428" y="11890"/>
                  </a:cubicBezTo>
                  <a:lnTo>
                    <a:pt x="11133" y="11890"/>
                  </a:lnTo>
                  <a:cubicBezTo>
                    <a:pt x="9962" y="11890"/>
                    <a:pt x="9011" y="10940"/>
                    <a:pt x="9011" y="9768"/>
                  </a:cubicBezTo>
                  <a:lnTo>
                    <a:pt x="9011" y="8666"/>
                  </a:lnTo>
                  <a:cubicBezTo>
                    <a:pt x="9011" y="8625"/>
                    <a:pt x="9052" y="8584"/>
                    <a:pt x="9080" y="8584"/>
                  </a:cubicBezTo>
                  <a:lnTo>
                    <a:pt x="14467" y="8584"/>
                  </a:lnTo>
                  <a:cubicBezTo>
                    <a:pt x="14508" y="8584"/>
                    <a:pt x="14550" y="8625"/>
                    <a:pt x="14550" y="8666"/>
                  </a:cubicBezTo>
                  <a:lnTo>
                    <a:pt x="14550" y="9768"/>
                  </a:lnTo>
                  <a:cubicBezTo>
                    <a:pt x="14550" y="9892"/>
                    <a:pt x="14646" y="9989"/>
                    <a:pt x="14756" y="9989"/>
                  </a:cubicBezTo>
                  <a:cubicBezTo>
                    <a:pt x="14880" y="9989"/>
                    <a:pt x="14977" y="9892"/>
                    <a:pt x="14977" y="9768"/>
                  </a:cubicBezTo>
                  <a:lnTo>
                    <a:pt x="14977" y="8666"/>
                  </a:lnTo>
                  <a:cubicBezTo>
                    <a:pt x="14977" y="8418"/>
                    <a:pt x="14825" y="8225"/>
                    <a:pt x="14605" y="8170"/>
                  </a:cubicBezTo>
                  <a:lnTo>
                    <a:pt x="14605" y="7991"/>
                  </a:lnTo>
                  <a:cubicBezTo>
                    <a:pt x="14605" y="7536"/>
                    <a:pt x="14315" y="7151"/>
                    <a:pt x="13902" y="7013"/>
                  </a:cubicBezTo>
                  <a:cubicBezTo>
                    <a:pt x="13806" y="6737"/>
                    <a:pt x="13544" y="6544"/>
                    <a:pt x="13254" y="6544"/>
                  </a:cubicBezTo>
                  <a:cubicBezTo>
                    <a:pt x="13199" y="6544"/>
                    <a:pt x="13158" y="6558"/>
                    <a:pt x="13103" y="6572"/>
                  </a:cubicBezTo>
                  <a:cubicBezTo>
                    <a:pt x="12951" y="6476"/>
                    <a:pt x="12772" y="6434"/>
                    <a:pt x="12593" y="6434"/>
                  </a:cubicBezTo>
                  <a:cubicBezTo>
                    <a:pt x="12538" y="6434"/>
                    <a:pt x="12483" y="6434"/>
                    <a:pt x="12428" y="6448"/>
                  </a:cubicBezTo>
                  <a:cubicBezTo>
                    <a:pt x="12249" y="6352"/>
                    <a:pt x="12070" y="6310"/>
                    <a:pt x="11877" y="6310"/>
                  </a:cubicBezTo>
                  <a:cubicBezTo>
                    <a:pt x="11587" y="6310"/>
                    <a:pt x="11312" y="6407"/>
                    <a:pt x="11091" y="6600"/>
                  </a:cubicBezTo>
                  <a:lnTo>
                    <a:pt x="11009" y="6600"/>
                  </a:lnTo>
                  <a:cubicBezTo>
                    <a:pt x="10664" y="6600"/>
                    <a:pt x="10347" y="6751"/>
                    <a:pt x="10113" y="6999"/>
                  </a:cubicBezTo>
                  <a:lnTo>
                    <a:pt x="10031" y="6999"/>
                  </a:lnTo>
                  <a:cubicBezTo>
                    <a:pt x="9838" y="6999"/>
                    <a:pt x="9645" y="7054"/>
                    <a:pt x="9479" y="7151"/>
                  </a:cubicBezTo>
                  <a:lnTo>
                    <a:pt x="9479" y="510"/>
                  </a:lnTo>
                  <a:cubicBezTo>
                    <a:pt x="9479" y="234"/>
                    <a:pt x="9259" y="0"/>
                    <a:pt x="8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62"/>
          <p:cNvGrpSpPr/>
          <p:nvPr/>
        </p:nvGrpSpPr>
        <p:grpSpPr>
          <a:xfrm>
            <a:off x="5675549" y="1491091"/>
            <a:ext cx="427240" cy="427240"/>
            <a:chOff x="2948709" y="2879424"/>
            <a:chExt cx="363794" cy="363794"/>
          </a:xfrm>
        </p:grpSpPr>
        <p:sp>
          <p:nvSpPr>
            <p:cNvPr id="1435" name="Google Shape;1435;p62"/>
            <p:cNvSpPr/>
            <p:nvPr/>
          </p:nvSpPr>
          <p:spPr>
            <a:xfrm>
              <a:off x="2954048" y="2884763"/>
              <a:ext cx="353092" cy="353116"/>
            </a:xfrm>
            <a:custGeom>
              <a:rect b="b" l="l" r="r" t="t"/>
              <a:pathLst>
                <a:path extrusionOk="0" h="14551" w="14550">
                  <a:moveTo>
                    <a:pt x="7275" y="1"/>
                  </a:moveTo>
                  <a:cubicBezTo>
                    <a:pt x="3252" y="1"/>
                    <a:pt x="1" y="3252"/>
                    <a:pt x="1" y="7275"/>
                  </a:cubicBezTo>
                  <a:cubicBezTo>
                    <a:pt x="1" y="11299"/>
                    <a:pt x="3252" y="14550"/>
                    <a:pt x="7275" y="14550"/>
                  </a:cubicBezTo>
                  <a:cubicBezTo>
                    <a:pt x="11284" y="14550"/>
                    <a:pt x="14550" y="11285"/>
                    <a:pt x="14550" y="7275"/>
                  </a:cubicBezTo>
                  <a:cubicBezTo>
                    <a:pt x="14550" y="3252"/>
                    <a:pt x="11284" y="1"/>
                    <a:pt x="72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2"/>
            <p:cNvSpPr/>
            <p:nvPr/>
          </p:nvSpPr>
          <p:spPr>
            <a:xfrm>
              <a:off x="2954048" y="2939607"/>
              <a:ext cx="314313" cy="298272"/>
            </a:xfrm>
            <a:custGeom>
              <a:rect b="b" l="l" r="r" t="t"/>
              <a:pathLst>
                <a:path extrusionOk="0" h="12291" w="12952">
                  <a:moveTo>
                    <a:pt x="2012" y="0"/>
                  </a:moveTo>
                  <a:cubicBezTo>
                    <a:pt x="758" y="1296"/>
                    <a:pt x="1" y="3073"/>
                    <a:pt x="1" y="5015"/>
                  </a:cubicBezTo>
                  <a:cubicBezTo>
                    <a:pt x="1" y="9025"/>
                    <a:pt x="3252" y="12290"/>
                    <a:pt x="7275" y="12290"/>
                  </a:cubicBezTo>
                  <a:cubicBezTo>
                    <a:pt x="9562" y="12290"/>
                    <a:pt x="11615" y="11229"/>
                    <a:pt x="12952" y="9562"/>
                  </a:cubicBezTo>
                  <a:lnTo>
                    <a:pt x="12952" y="9562"/>
                  </a:lnTo>
                  <a:cubicBezTo>
                    <a:pt x="11615" y="10954"/>
                    <a:pt x="9755" y="11822"/>
                    <a:pt x="7689" y="11822"/>
                  </a:cubicBezTo>
                  <a:cubicBezTo>
                    <a:pt x="3665" y="11822"/>
                    <a:pt x="414" y="8556"/>
                    <a:pt x="414" y="4547"/>
                  </a:cubicBezTo>
                  <a:cubicBezTo>
                    <a:pt x="414" y="2825"/>
                    <a:pt x="1006" y="1240"/>
                    <a:pt x="2012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2"/>
            <p:cNvSpPr/>
            <p:nvPr/>
          </p:nvSpPr>
          <p:spPr>
            <a:xfrm>
              <a:off x="2982465" y="2913180"/>
              <a:ext cx="296258" cy="296258"/>
            </a:xfrm>
            <a:custGeom>
              <a:rect b="b" l="l" r="r" t="t"/>
              <a:pathLst>
                <a:path extrusionOk="0" h="12208" w="12208">
                  <a:moveTo>
                    <a:pt x="6104" y="1"/>
                  </a:moveTo>
                  <a:cubicBezTo>
                    <a:pt x="2729" y="1"/>
                    <a:pt x="1" y="2729"/>
                    <a:pt x="1" y="6104"/>
                  </a:cubicBezTo>
                  <a:cubicBezTo>
                    <a:pt x="1" y="9480"/>
                    <a:pt x="2729" y="12208"/>
                    <a:pt x="6104" y="12208"/>
                  </a:cubicBezTo>
                  <a:cubicBezTo>
                    <a:pt x="9480" y="12208"/>
                    <a:pt x="12208" y="9480"/>
                    <a:pt x="12208" y="6104"/>
                  </a:cubicBezTo>
                  <a:cubicBezTo>
                    <a:pt x="12208" y="2729"/>
                    <a:pt x="9480" y="1"/>
                    <a:pt x="61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2"/>
            <p:cNvSpPr/>
            <p:nvPr/>
          </p:nvSpPr>
          <p:spPr>
            <a:xfrm>
              <a:off x="2982465" y="2959337"/>
              <a:ext cx="264491" cy="250101"/>
            </a:xfrm>
            <a:custGeom>
              <a:rect b="b" l="l" r="r" t="t"/>
              <a:pathLst>
                <a:path extrusionOk="0" h="10306" w="10899">
                  <a:moveTo>
                    <a:pt x="1682" y="0"/>
                  </a:moveTo>
                  <a:lnTo>
                    <a:pt x="1682" y="0"/>
                  </a:lnTo>
                  <a:cubicBezTo>
                    <a:pt x="648" y="1089"/>
                    <a:pt x="1" y="2577"/>
                    <a:pt x="1" y="4202"/>
                  </a:cubicBezTo>
                  <a:cubicBezTo>
                    <a:pt x="1" y="7564"/>
                    <a:pt x="2742" y="10306"/>
                    <a:pt x="6104" y="10306"/>
                  </a:cubicBezTo>
                  <a:cubicBezTo>
                    <a:pt x="8047" y="10306"/>
                    <a:pt x="9783" y="9383"/>
                    <a:pt x="10899" y="7964"/>
                  </a:cubicBezTo>
                  <a:lnTo>
                    <a:pt x="10899" y="7964"/>
                  </a:lnTo>
                  <a:cubicBezTo>
                    <a:pt x="9783" y="9135"/>
                    <a:pt x="8212" y="9865"/>
                    <a:pt x="6476" y="9865"/>
                  </a:cubicBezTo>
                  <a:cubicBezTo>
                    <a:pt x="3114" y="9865"/>
                    <a:pt x="386" y="7123"/>
                    <a:pt x="386" y="3762"/>
                  </a:cubicBezTo>
                  <a:cubicBezTo>
                    <a:pt x="386" y="2342"/>
                    <a:pt x="869" y="1034"/>
                    <a:pt x="1682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2"/>
            <p:cNvSpPr/>
            <p:nvPr/>
          </p:nvSpPr>
          <p:spPr>
            <a:xfrm>
              <a:off x="3087131" y="3157966"/>
              <a:ext cx="46812" cy="28975"/>
            </a:xfrm>
            <a:custGeom>
              <a:rect b="b" l="l" r="r" t="t"/>
              <a:pathLst>
                <a:path extrusionOk="0" h="1194" w="1929">
                  <a:moveTo>
                    <a:pt x="936" y="1"/>
                  </a:moveTo>
                  <a:cubicBezTo>
                    <a:pt x="531" y="1"/>
                    <a:pt x="151" y="300"/>
                    <a:pt x="28" y="399"/>
                  </a:cubicBezTo>
                  <a:cubicBezTo>
                    <a:pt x="14" y="413"/>
                    <a:pt x="0" y="440"/>
                    <a:pt x="14" y="468"/>
                  </a:cubicBezTo>
                  <a:cubicBezTo>
                    <a:pt x="97" y="619"/>
                    <a:pt x="400" y="1101"/>
                    <a:pt x="854" y="1184"/>
                  </a:cubicBezTo>
                  <a:cubicBezTo>
                    <a:pt x="895" y="1190"/>
                    <a:pt x="936" y="1193"/>
                    <a:pt x="977" y="1193"/>
                  </a:cubicBezTo>
                  <a:cubicBezTo>
                    <a:pt x="1390" y="1193"/>
                    <a:pt x="1789" y="899"/>
                    <a:pt x="1901" y="798"/>
                  </a:cubicBezTo>
                  <a:cubicBezTo>
                    <a:pt x="1929" y="771"/>
                    <a:pt x="1929" y="743"/>
                    <a:pt x="1915" y="716"/>
                  </a:cubicBezTo>
                  <a:cubicBezTo>
                    <a:pt x="1833" y="578"/>
                    <a:pt x="1529" y="82"/>
                    <a:pt x="1075" y="13"/>
                  </a:cubicBezTo>
                  <a:cubicBezTo>
                    <a:pt x="1028" y="5"/>
                    <a:pt x="982" y="1"/>
                    <a:pt x="936" y="1"/>
                  </a:cubicBezTo>
                  <a:close/>
                </a:path>
              </a:pathLst>
            </a:custGeom>
            <a:solidFill>
              <a:srgbClr val="B7E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2"/>
            <p:cNvSpPr/>
            <p:nvPr/>
          </p:nvSpPr>
          <p:spPr>
            <a:xfrm>
              <a:off x="3002534" y="3050898"/>
              <a:ext cx="119056" cy="95808"/>
            </a:xfrm>
            <a:custGeom>
              <a:rect b="b" l="l" r="r" t="t"/>
              <a:pathLst>
                <a:path extrusionOk="0" h="3948" w="4906">
                  <a:moveTo>
                    <a:pt x="1847" y="1"/>
                  </a:moveTo>
                  <a:cubicBezTo>
                    <a:pt x="1274" y="1"/>
                    <a:pt x="771" y="168"/>
                    <a:pt x="524" y="526"/>
                  </a:cubicBezTo>
                  <a:cubicBezTo>
                    <a:pt x="0" y="1284"/>
                    <a:pt x="689" y="2799"/>
                    <a:pt x="1750" y="3529"/>
                  </a:cubicBezTo>
                  <a:cubicBezTo>
                    <a:pt x="2167" y="3822"/>
                    <a:pt x="2581" y="3948"/>
                    <a:pt x="2962" y="3948"/>
                  </a:cubicBezTo>
                  <a:cubicBezTo>
                    <a:pt x="3552" y="3948"/>
                    <a:pt x="4064" y="3645"/>
                    <a:pt x="4382" y="3185"/>
                  </a:cubicBezTo>
                  <a:cubicBezTo>
                    <a:pt x="4905" y="2427"/>
                    <a:pt x="4836" y="1339"/>
                    <a:pt x="3775" y="595"/>
                  </a:cubicBezTo>
                  <a:cubicBezTo>
                    <a:pt x="3216" y="210"/>
                    <a:pt x="2487" y="1"/>
                    <a:pt x="1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2"/>
            <p:cNvSpPr/>
            <p:nvPr/>
          </p:nvSpPr>
          <p:spPr>
            <a:xfrm>
              <a:off x="3002534" y="3056625"/>
              <a:ext cx="105005" cy="90008"/>
            </a:xfrm>
            <a:custGeom>
              <a:rect b="b" l="l" r="r" t="t"/>
              <a:pathLst>
                <a:path extrusionOk="0" h="3709" w="4327">
                  <a:moveTo>
                    <a:pt x="841" y="1"/>
                  </a:moveTo>
                  <a:cubicBezTo>
                    <a:pt x="717" y="69"/>
                    <a:pt x="607" y="166"/>
                    <a:pt x="524" y="290"/>
                  </a:cubicBezTo>
                  <a:cubicBezTo>
                    <a:pt x="0" y="1048"/>
                    <a:pt x="689" y="2563"/>
                    <a:pt x="1750" y="3293"/>
                  </a:cubicBezTo>
                  <a:cubicBezTo>
                    <a:pt x="2168" y="3583"/>
                    <a:pt x="2581" y="3708"/>
                    <a:pt x="2961" y="3708"/>
                  </a:cubicBezTo>
                  <a:cubicBezTo>
                    <a:pt x="3520" y="3708"/>
                    <a:pt x="4006" y="3436"/>
                    <a:pt x="4327" y="3018"/>
                  </a:cubicBezTo>
                  <a:lnTo>
                    <a:pt x="4327" y="3018"/>
                  </a:lnTo>
                  <a:cubicBezTo>
                    <a:pt x="4042" y="3233"/>
                    <a:pt x="3691" y="3361"/>
                    <a:pt x="3308" y="3361"/>
                  </a:cubicBezTo>
                  <a:cubicBezTo>
                    <a:pt x="2929" y="3361"/>
                    <a:pt x="2519" y="3236"/>
                    <a:pt x="2108" y="2949"/>
                  </a:cubicBezTo>
                  <a:cubicBezTo>
                    <a:pt x="1075" y="2233"/>
                    <a:pt x="386" y="772"/>
                    <a:pt x="841" y="1"/>
                  </a:cubicBezTo>
                  <a:close/>
                </a:path>
              </a:pathLst>
            </a:custGeom>
            <a:solidFill>
              <a:srgbClr val="FFF3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2"/>
            <p:cNvSpPr/>
            <p:nvPr/>
          </p:nvSpPr>
          <p:spPr>
            <a:xfrm>
              <a:off x="3046992" y="3078684"/>
              <a:ext cx="43487" cy="43487"/>
            </a:xfrm>
            <a:custGeom>
              <a:rect b="b" l="l" r="r" t="t"/>
              <a:pathLst>
                <a:path extrusionOk="0" h="1792" w="1792">
                  <a:moveTo>
                    <a:pt x="896" y="1"/>
                  </a:moveTo>
                  <a:cubicBezTo>
                    <a:pt x="400" y="1"/>
                    <a:pt x="1" y="400"/>
                    <a:pt x="1" y="896"/>
                  </a:cubicBezTo>
                  <a:cubicBezTo>
                    <a:pt x="1" y="1392"/>
                    <a:pt x="400" y="1792"/>
                    <a:pt x="896" y="1792"/>
                  </a:cubicBezTo>
                  <a:cubicBezTo>
                    <a:pt x="1392" y="1792"/>
                    <a:pt x="1792" y="1392"/>
                    <a:pt x="1792" y="896"/>
                  </a:cubicBezTo>
                  <a:cubicBezTo>
                    <a:pt x="1792" y="400"/>
                    <a:pt x="1392" y="1"/>
                    <a:pt x="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2"/>
            <p:cNvSpPr/>
            <p:nvPr/>
          </p:nvSpPr>
          <p:spPr>
            <a:xfrm>
              <a:off x="3043983" y="3079704"/>
              <a:ext cx="45502" cy="42420"/>
            </a:xfrm>
            <a:custGeom>
              <a:rect b="b" l="l" r="r" t="t"/>
              <a:pathLst>
                <a:path extrusionOk="0" h="1748" w="1875">
                  <a:moveTo>
                    <a:pt x="759" y="0"/>
                  </a:moveTo>
                  <a:lnTo>
                    <a:pt x="759" y="0"/>
                  </a:lnTo>
                  <a:cubicBezTo>
                    <a:pt x="566" y="55"/>
                    <a:pt x="400" y="179"/>
                    <a:pt x="290" y="345"/>
                  </a:cubicBezTo>
                  <a:cubicBezTo>
                    <a:pt x="1" y="758"/>
                    <a:pt x="111" y="1309"/>
                    <a:pt x="511" y="1585"/>
                  </a:cubicBezTo>
                  <a:cubicBezTo>
                    <a:pt x="669" y="1695"/>
                    <a:pt x="847" y="1747"/>
                    <a:pt x="1022" y="1747"/>
                  </a:cubicBezTo>
                  <a:cubicBezTo>
                    <a:pt x="1305" y="1747"/>
                    <a:pt x="1580" y="1611"/>
                    <a:pt x="1751" y="1364"/>
                  </a:cubicBezTo>
                  <a:cubicBezTo>
                    <a:pt x="1806" y="1282"/>
                    <a:pt x="1847" y="1199"/>
                    <a:pt x="1875" y="1116"/>
                  </a:cubicBezTo>
                  <a:lnTo>
                    <a:pt x="1875" y="1116"/>
                  </a:lnTo>
                  <a:cubicBezTo>
                    <a:pt x="1786" y="1146"/>
                    <a:pt x="1691" y="1161"/>
                    <a:pt x="1596" y="1161"/>
                  </a:cubicBezTo>
                  <a:cubicBezTo>
                    <a:pt x="1426" y="1161"/>
                    <a:pt x="1253" y="1112"/>
                    <a:pt x="1103" y="1006"/>
                  </a:cubicBezTo>
                  <a:cubicBezTo>
                    <a:pt x="772" y="772"/>
                    <a:pt x="648" y="372"/>
                    <a:pt x="759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2"/>
            <p:cNvSpPr/>
            <p:nvPr/>
          </p:nvSpPr>
          <p:spPr>
            <a:xfrm>
              <a:off x="3050681" y="2961254"/>
              <a:ext cx="36134" cy="41692"/>
            </a:xfrm>
            <a:custGeom>
              <a:rect b="b" l="l" r="r" t="t"/>
              <a:pathLst>
                <a:path extrusionOk="0" h="1718" w="1489">
                  <a:moveTo>
                    <a:pt x="301" y="0"/>
                  </a:moveTo>
                  <a:cubicBezTo>
                    <a:pt x="280" y="0"/>
                    <a:pt x="259" y="20"/>
                    <a:pt x="248" y="32"/>
                  </a:cubicBezTo>
                  <a:cubicBezTo>
                    <a:pt x="193" y="197"/>
                    <a:pt x="0" y="734"/>
                    <a:pt x="221" y="1134"/>
                  </a:cubicBezTo>
                  <a:cubicBezTo>
                    <a:pt x="441" y="1547"/>
                    <a:pt x="1006" y="1685"/>
                    <a:pt x="1171" y="1712"/>
                  </a:cubicBezTo>
                  <a:cubicBezTo>
                    <a:pt x="1179" y="1716"/>
                    <a:pt x="1186" y="1718"/>
                    <a:pt x="1193" y="1718"/>
                  </a:cubicBezTo>
                  <a:cubicBezTo>
                    <a:pt x="1213" y="1718"/>
                    <a:pt x="1230" y="1705"/>
                    <a:pt x="1240" y="1685"/>
                  </a:cubicBezTo>
                  <a:cubicBezTo>
                    <a:pt x="1295" y="1533"/>
                    <a:pt x="1488" y="982"/>
                    <a:pt x="1268" y="583"/>
                  </a:cubicBezTo>
                  <a:cubicBezTo>
                    <a:pt x="1047" y="183"/>
                    <a:pt x="483" y="32"/>
                    <a:pt x="317" y="4"/>
                  </a:cubicBezTo>
                  <a:cubicBezTo>
                    <a:pt x="312" y="1"/>
                    <a:pt x="307" y="0"/>
                    <a:pt x="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2"/>
            <p:cNvSpPr/>
            <p:nvPr/>
          </p:nvSpPr>
          <p:spPr>
            <a:xfrm>
              <a:off x="3050681" y="2961254"/>
              <a:ext cx="32446" cy="41692"/>
            </a:xfrm>
            <a:custGeom>
              <a:rect b="b" l="l" r="r" t="t"/>
              <a:pathLst>
                <a:path extrusionOk="0" h="1718" w="1337">
                  <a:moveTo>
                    <a:pt x="301" y="0"/>
                  </a:moveTo>
                  <a:cubicBezTo>
                    <a:pt x="280" y="0"/>
                    <a:pt x="259" y="20"/>
                    <a:pt x="248" y="32"/>
                  </a:cubicBezTo>
                  <a:cubicBezTo>
                    <a:pt x="193" y="197"/>
                    <a:pt x="0" y="734"/>
                    <a:pt x="221" y="1134"/>
                  </a:cubicBezTo>
                  <a:cubicBezTo>
                    <a:pt x="441" y="1547"/>
                    <a:pt x="1006" y="1685"/>
                    <a:pt x="1171" y="1712"/>
                  </a:cubicBezTo>
                  <a:cubicBezTo>
                    <a:pt x="1179" y="1716"/>
                    <a:pt x="1186" y="1718"/>
                    <a:pt x="1193" y="1718"/>
                  </a:cubicBezTo>
                  <a:cubicBezTo>
                    <a:pt x="1213" y="1718"/>
                    <a:pt x="1230" y="1705"/>
                    <a:pt x="1240" y="1685"/>
                  </a:cubicBezTo>
                  <a:cubicBezTo>
                    <a:pt x="1268" y="1616"/>
                    <a:pt x="1309" y="1506"/>
                    <a:pt x="1337" y="1354"/>
                  </a:cubicBezTo>
                  <a:cubicBezTo>
                    <a:pt x="1103" y="1272"/>
                    <a:pt x="731" y="1120"/>
                    <a:pt x="565" y="817"/>
                  </a:cubicBezTo>
                  <a:cubicBezTo>
                    <a:pt x="427" y="569"/>
                    <a:pt x="455" y="280"/>
                    <a:pt x="496" y="45"/>
                  </a:cubicBezTo>
                  <a:cubicBezTo>
                    <a:pt x="427" y="32"/>
                    <a:pt x="359" y="18"/>
                    <a:pt x="317" y="4"/>
                  </a:cubicBezTo>
                  <a:cubicBezTo>
                    <a:pt x="312" y="1"/>
                    <a:pt x="307" y="0"/>
                    <a:pt x="301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2"/>
            <p:cNvSpPr/>
            <p:nvPr/>
          </p:nvSpPr>
          <p:spPr>
            <a:xfrm>
              <a:off x="3225213" y="3043133"/>
              <a:ext cx="36474" cy="35697"/>
            </a:xfrm>
            <a:custGeom>
              <a:rect b="b" l="l" r="r" t="t"/>
              <a:pathLst>
                <a:path extrusionOk="0" h="1471" w="1503">
                  <a:moveTo>
                    <a:pt x="1226" y="0"/>
                  </a:moveTo>
                  <a:cubicBezTo>
                    <a:pt x="987" y="0"/>
                    <a:pt x="572" y="45"/>
                    <a:pt x="317" y="322"/>
                  </a:cubicBezTo>
                  <a:cubicBezTo>
                    <a:pt x="0" y="667"/>
                    <a:pt x="55" y="1245"/>
                    <a:pt x="83" y="1411"/>
                  </a:cubicBezTo>
                  <a:cubicBezTo>
                    <a:pt x="83" y="1438"/>
                    <a:pt x="110" y="1466"/>
                    <a:pt x="138" y="1466"/>
                  </a:cubicBezTo>
                  <a:cubicBezTo>
                    <a:pt x="166" y="1468"/>
                    <a:pt x="206" y="1470"/>
                    <a:pt x="253" y="1470"/>
                  </a:cubicBezTo>
                  <a:cubicBezTo>
                    <a:pt x="488" y="1470"/>
                    <a:pt x="922" y="1424"/>
                    <a:pt x="1185" y="1149"/>
                  </a:cubicBezTo>
                  <a:cubicBezTo>
                    <a:pt x="1502" y="805"/>
                    <a:pt x="1447" y="226"/>
                    <a:pt x="1419" y="47"/>
                  </a:cubicBezTo>
                  <a:cubicBezTo>
                    <a:pt x="1419" y="19"/>
                    <a:pt x="1392" y="5"/>
                    <a:pt x="1364" y="5"/>
                  </a:cubicBezTo>
                  <a:cubicBezTo>
                    <a:pt x="1332" y="3"/>
                    <a:pt x="1284" y="0"/>
                    <a:pt x="1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2"/>
            <p:cNvSpPr/>
            <p:nvPr/>
          </p:nvSpPr>
          <p:spPr>
            <a:xfrm>
              <a:off x="3225213" y="3046603"/>
              <a:ext cx="32785" cy="32227"/>
            </a:xfrm>
            <a:custGeom>
              <a:rect b="b" l="l" r="r" t="t"/>
              <a:pathLst>
                <a:path extrusionOk="0" h="1328" w="1351">
                  <a:moveTo>
                    <a:pt x="1337" y="744"/>
                  </a:moveTo>
                  <a:cubicBezTo>
                    <a:pt x="1336" y="747"/>
                    <a:pt x="1335" y="749"/>
                    <a:pt x="1335" y="752"/>
                  </a:cubicBezTo>
                  <a:lnTo>
                    <a:pt x="1335" y="752"/>
                  </a:lnTo>
                  <a:cubicBezTo>
                    <a:pt x="1340" y="749"/>
                    <a:pt x="1345" y="747"/>
                    <a:pt x="1350" y="744"/>
                  </a:cubicBezTo>
                  <a:close/>
                  <a:moveTo>
                    <a:pt x="565" y="0"/>
                  </a:moveTo>
                  <a:lnTo>
                    <a:pt x="565" y="0"/>
                  </a:lnTo>
                  <a:cubicBezTo>
                    <a:pt x="482" y="42"/>
                    <a:pt x="386" y="97"/>
                    <a:pt x="317" y="179"/>
                  </a:cubicBezTo>
                  <a:cubicBezTo>
                    <a:pt x="0" y="524"/>
                    <a:pt x="55" y="1102"/>
                    <a:pt x="83" y="1268"/>
                  </a:cubicBezTo>
                  <a:cubicBezTo>
                    <a:pt x="83" y="1295"/>
                    <a:pt x="110" y="1323"/>
                    <a:pt x="138" y="1323"/>
                  </a:cubicBezTo>
                  <a:cubicBezTo>
                    <a:pt x="166" y="1325"/>
                    <a:pt x="206" y="1327"/>
                    <a:pt x="253" y="1327"/>
                  </a:cubicBezTo>
                  <a:cubicBezTo>
                    <a:pt x="488" y="1327"/>
                    <a:pt x="922" y="1281"/>
                    <a:pt x="1185" y="1006"/>
                  </a:cubicBezTo>
                  <a:cubicBezTo>
                    <a:pt x="1252" y="926"/>
                    <a:pt x="1306" y="845"/>
                    <a:pt x="1335" y="752"/>
                  </a:cubicBezTo>
                  <a:lnTo>
                    <a:pt x="1335" y="752"/>
                  </a:lnTo>
                  <a:cubicBezTo>
                    <a:pt x="1095" y="862"/>
                    <a:pt x="835" y="888"/>
                    <a:pt x="666" y="888"/>
                  </a:cubicBezTo>
                  <a:cubicBezTo>
                    <a:pt x="613" y="888"/>
                    <a:pt x="570" y="885"/>
                    <a:pt x="538" y="882"/>
                  </a:cubicBezTo>
                  <a:cubicBezTo>
                    <a:pt x="510" y="882"/>
                    <a:pt x="496" y="854"/>
                    <a:pt x="482" y="827"/>
                  </a:cubicBezTo>
                  <a:cubicBezTo>
                    <a:pt x="469" y="703"/>
                    <a:pt x="441" y="317"/>
                    <a:pt x="565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2"/>
            <p:cNvSpPr/>
            <p:nvPr/>
          </p:nvSpPr>
          <p:spPr>
            <a:xfrm>
              <a:off x="3087131" y="3160612"/>
              <a:ext cx="46812" cy="26403"/>
            </a:xfrm>
            <a:custGeom>
              <a:rect b="b" l="l" r="r" t="t"/>
              <a:pathLst>
                <a:path extrusionOk="0" h="1088" w="1929">
                  <a:moveTo>
                    <a:pt x="482" y="0"/>
                  </a:moveTo>
                  <a:cubicBezTo>
                    <a:pt x="276" y="97"/>
                    <a:pt x="110" y="235"/>
                    <a:pt x="28" y="290"/>
                  </a:cubicBezTo>
                  <a:cubicBezTo>
                    <a:pt x="14" y="304"/>
                    <a:pt x="0" y="345"/>
                    <a:pt x="14" y="359"/>
                  </a:cubicBezTo>
                  <a:cubicBezTo>
                    <a:pt x="97" y="510"/>
                    <a:pt x="400" y="992"/>
                    <a:pt x="854" y="1075"/>
                  </a:cubicBezTo>
                  <a:cubicBezTo>
                    <a:pt x="901" y="1084"/>
                    <a:pt x="947" y="1087"/>
                    <a:pt x="993" y="1087"/>
                  </a:cubicBezTo>
                  <a:cubicBezTo>
                    <a:pt x="1401" y="1087"/>
                    <a:pt x="1790" y="788"/>
                    <a:pt x="1901" y="689"/>
                  </a:cubicBezTo>
                  <a:cubicBezTo>
                    <a:pt x="1929" y="676"/>
                    <a:pt x="1929" y="648"/>
                    <a:pt x="1929" y="620"/>
                  </a:cubicBezTo>
                  <a:lnTo>
                    <a:pt x="1929" y="620"/>
                  </a:lnTo>
                  <a:cubicBezTo>
                    <a:pt x="1792" y="684"/>
                    <a:pt x="1630" y="731"/>
                    <a:pt x="1469" y="731"/>
                  </a:cubicBezTo>
                  <a:cubicBezTo>
                    <a:pt x="1420" y="731"/>
                    <a:pt x="1371" y="727"/>
                    <a:pt x="1323" y="717"/>
                  </a:cubicBezTo>
                  <a:cubicBezTo>
                    <a:pt x="868" y="648"/>
                    <a:pt x="565" y="152"/>
                    <a:pt x="482" y="14"/>
                  </a:cubicBezTo>
                  <a:cubicBezTo>
                    <a:pt x="482" y="14"/>
                    <a:pt x="482" y="0"/>
                    <a:pt x="482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2"/>
            <p:cNvSpPr/>
            <p:nvPr/>
          </p:nvSpPr>
          <p:spPr>
            <a:xfrm>
              <a:off x="3198470" y="3100428"/>
              <a:ext cx="35455" cy="35455"/>
            </a:xfrm>
            <a:custGeom>
              <a:rect b="b" l="l" r="r" t="t"/>
              <a:pathLst>
                <a:path extrusionOk="0" h="1461" w="1461">
                  <a:moveTo>
                    <a:pt x="730" y="0"/>
                  </a:moveTo>
                  <a:cubicBezTo>
                    <a:pt x="331" y="0"/>
                    <a:pt x="0" y="331"/>
                    <a:pt x="0" y="731"/>
                  </a:cubicBezTo>
                  <a:cubicBezTo>
                    <a:pt x="0" y="1130"/>
                    <a:pt x="331" y="1461"/>
                    <a:pt x="730" y="1461"/>
                  </a:cubicBezTo>
                  <a:cubicBezTo>
                    <a:pt x="1144" y="1461"/>
                    <a:pt x="1460" y="1130"/>
                    <a:pt x="1460" y="731"/>
                  </a:cubicBezTo>
                  <a:cubicBezTo>
                    <a:pt x="1460" y="331"/>
                    <a:pt x="1144" y="0"/>
                    <a:pt x="730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2"/>
            <p:cNvSpPr/>
            <p:nvPr/>
          </p:nvSpPr>
          <p:spPr>
            <a:xfrm>
              <a:off x="3144305" y="3088731"/>
              <a:ext cx="28442" cy="28442"/>
            </a:xfrm>
            <a:custGeom>
              <a:rect b="b" l="l" r="r" t="t"/>
              <a:pathLst>
                <a:path extrusionOk="0" h="1172" w="1172">
                  <a:moveTo>
                    <a:pt x="593" y="0"/>
                  </a:moveTo>
                  <a:cubicBezTo>
                    <a:pt x="262" y="0"/>
                    <a:pt x="0" y="262"/>
                    <a:pt x="0" y="593"/>
                  </a:cubicBezTo>
                  <a:cubicBezTo>
                    <a:pt x="0" y="910"/>
                    <a:pt x="262" y="1171"/>
                    <a:pt x="593" y="1171"/>
                  </a:cubicBezTo>
                  <a:cubicBezTo>
                    <a:pt x="909" y="1171"/>
                    <a:pt x="1171" y="910"/>
                    <a:pt x="1171" y="593"/>
                  </a:cubicBezTo>
                  <a:cubicBezTo>
                    <a:pt x="1171" y="262"/>
                    <a:pt x="909" y="0"/>
                    <a:pt x="593" y="0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2"/>
            <p:cNvSpPr/>
            <p:nvPr/>
          </p:nvSpPr>
          <p:spPr>
            <a:xfrm>
              <a:off x="3015906" y="3001126"/>
              <a:ext cx="28442" cy="28442"/>
            </a:xfrm>
            <a:custGeom>
              <a:rect b="b" l="l" r="r" t="t"/>
              <a:pathLst>
                <a:path extrusionOk="0" h="1172" w="1172">
                  <a:moveTo>
                    <a:pt x="579" y="1"/>
                  </a:moveTo>
                  <a:cubicBezTo>
                    <a:pt x="262" y="1"/>
                    <a:pt x="0" y="262"/>
                    <a:pt x="0" y="593"/>
                  </a:cubicBezTo>
                  <a:cubicBezTo>
                    <a:pt x="0" y="910"/>
                    <a:pt x="262" y="1172"/>
                    <a:pt x="579" y="1172"/>
                  </a:cubicBezTo>
                  <a:cubicBezTo>
                    <a:pt x="910" y="1172"/>
                    <a:pt x="1172" y="910"/>
                    <a:pt x="1172" y="593"/>
                  </a:cubicBezTo>
                  <a:cubicBezTo>
                    <a:pt x="1172" y="262"/>
                    <a:pt x="910" y="1"/>
                    <a:pt x="579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2"/>
            <p:cNvSpPr/>
            <p:nvPr/>
          </p:nvSpPr>
          <p:spPr>
            <a:xfrm>
              <a:off x="3150978" y="3137873"/>
              <a:ext cx="40478" cy="40478"/>
            </a:xfrm>
            <a:custGeom>
              <a:rect b="b" l="l" r="r" t="t"/>
              <a:pathLst>
                <a:path extrusionOk="0" h="1668" w="1668">
                  <a:moveTo>
                    <a:pt x="827" y="1"/>
                  </a:moveTo>
                  <a:cubicBezTo>
                    <a:pt x="373" y="1"/>
                    <a:pt x="1" y="373"/>
                    <a:pt x="1" y="841"/>
                  </a:cubicBezTo>
                  <a:cubicBezTo>
                    <a:pt x="1" y="1296"/>
                    <a:pt x="373" y="1668"/>
                    <a:pt x="827" y="1668"/>
                  </a:cubicBezTo>
                  <a:cubicBezTo>
                    <a:pt x="1296" y="1668"/>
                    <a:pt x="1668" y="1296"/>
                    <a:pt x="1668" y="841"/>
                  </a:cubicBezTo>
                  <a:cubicBezTo>
                    <a:pt x="1668" y="373"/>
                    <a:pt x="1296" y="1"/>
                    <a:pt x="827" y="1"/>
                  </a:cubicBezTo>
                  <a:close/>
                </a:path>
              </a:pathLst>
            </a:custGeom>
            <a:solidFill>
              <a:srgbClr val="FFDE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2"/>
            <p:cNvSpPr/>
            <p:nvPr/>
          </p:nvSpPr>
          <p:spPr>
            <a:xfrm>
              <a:off x="3196456" y="3102442"/>
              <a:ext cx="37469" cy="33610"/>
            </a:xfrm>
            <a:custGeom>
              <a:rect b="b" l="l" r="r" t="t"/>
              <a:pathLst>
                <a:path extrusionOk="0" h="1385" w="1544">
                  <a:moveTo>
                    <a:pt x="483" y="0"/>
                  </a:moveTo>
                  <a:cubicBezTo>
                    <a:pt x="317" y="83"/>
                    <a:pt x="179" y="234"/>
                    <a:pt x="124" y="427"/>
                  </a:cubicBezTo>
                  <a:cubicBezTo>
                    <a:pt x="0" y="813"/>
                    <a:pt x="207" y="1226"/>
                    <a:pt x="593" y="1350"/>
                  </a:cubicBezTo>
                  <a:cubicBezTo>
                    <a:pt x="666" y="1374"/>
                    <a:pt x="740" y="1385"/>
                    <a:pt x="813" y="1385"/>
                  </a:cubicBezTo>
                  <a:cubicBezTo>
                    <a:pt x="1125" y="1385"/>
                    <a:pt x="1415" y="1181"/>
                    <a:pt x="1516" y="868"/>
                  </a:cubicBezTo>
                  <a:cubicBezTo>
                    <a:pt x="1530" y="841"/>
                    <a:pt x="1530" y="799"/>
                    <a:pt x="1543" y="772"/>
                  </a:cubicBezTo>
                  <a:lnTo>
                    <a:pt x="1543" y="772"/>
                  </a:lnTo>
                  <a:cubicBezTo>
                    <a:pt x="1443" y="822"/>
                    <a:pt x="1326" y="852"/>
                    <a:pt x="1207" y="852"/>
                  </a:cubicBezTo>
                  <a:cubicBezTo>
                    <a:pt x="1131" y="852"/>
                    <a:pt x="1054" y="840"/>
                    <a:pt x="979" y="813"/>
                  </a:cubicBezTo>
                  <a:cubicBezTo>
                    <a:pt x="620" y="703"/>
                    <a:pt x="414" y="358"/>
                    <a:pt x="483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2"/>
            <p:cNvSpPr/>
            <p:nvPr/>
          </p:nvSpPr>
          <p:spPr>
            <a:xfrm>
              <a:off x="3142630" y="3089726"/>
              <a:ext cx="30116" cy="27738"/>
            </a:xfrm>
            <a:custGeom>
              <a:rect b="b" l="l" r="r" t="t"/>
              <a:pathLst>
                <a:path extrusionOk="0" h="1143" w="1241">
                  <a:moveTo>
                    <a:pt x="455" y="1"/>
                  </a:moveTo>
                  <a:cubicBezTo>
                    <a:pt x="290" y="69"/>
                    <a:pt x="166" y="193"/>
                    <a:pt x="97" y="373"/>
                  </a:cubicBezTo>
                  <a:cubicBezTo>
                    <a:pt x="0" y="689"/>
                    <a:pt x="179" y="1020"/>
                    <a:pt x="482" y="1117"/>
                  </a:cubicBezTo>
                  <a:cubicBezTo>
                    <a:pt x="538" y="1134"/>
                    <a:pt x="595" y="1143"/>
                    <a:pt x="651" y="1143"/>
                  </a:cubicBezTo>
                  <a:cubicBezTo>
                    <a:pt x="899" y="1143"/>
                    <a:pt x="1134" y="978"/>
                    <a:pt x="1213" y="731"/>
                  </a:cubicBezTo>
                  <a:cubicBezTo>
                    <a:pt x="1240" y="676"/>
                    <a:pt x="1240" y="621"/>
                    <a:pt x="1240" y="579"/>
                  </a:cubicBezTo>
                  <a:lnTo>
                    <a:pt x="1240" y="579"/>
                  </a:lnTo>
                  <a:cubicBezTo>
                    <a:pt x="1185" y="600"/>
                    <a:pt x="1123" y="610"/>
                    <a:pt x="1059" y="610"/>
                  </a:cubicBezTo>
                  <a:cubicBezTo>
                    <a:pt x="996" y="610"/>
                    <a:pt x="930" y="600"/>
                    <a:pt x="868" y="579"/>
                  </a:cubicBezTo>
                  <a:cubicBezTo>
                    <a:pt x="606" y="510"/>
                    <a:pt x="441" y="262"/>
                    <a:pt x="455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2"/>
            <p:cNvSpPr/>
            <p:nvPr/>
          </p:nvSpPr>
          <p:spPr>
            <a:xfrm>
              <a:off x="3015906" y="3002120"/>
              <a:ext cx="28442" cy="27447"/>
            </a:xfrm>
            <a:custGeom>
              <a:rect b="b" l="l" r="r" t="t"/>
              <a:pathLst>
                <a:path extrusionOk="0" h="1131" w="1172">
                  <a:moveTo>
                    <a:pt x="386" y="1"/>
                  </a:moveTo>
                  <a:cubicBezTo>
                    <a:pt x="152" y="84"/>
                    <a:pt x="0" y="304"/>
                    <a:pt x="0" y="552"/>
                  </a:cubicBezTo>
                  <a:cubicBezTo>
                    <a:pt x="0" y="869"/>
                    <a:pt x="262" y="1131"/>
                    <a:pt x="579" y="1131"/>
                  </a:cubicBezTo>
                  <a:cubicBezTo>
                    <a:pt x="896" y="1131"/>
                    <a:pt x="1158" y="883"/>
                    <a:pt x="1172" y="566"/>
                  </a:cubicBezTo>
                  <a:lnTo>
                    <a:pt x="1172" y="566"/>
                  </a:lnTo>
                  <a:cubicBezTo>
                    <a:pt x="1103" y="593"/>
                    <a:pt x="1034" y="607"/>
                    <a:pt x="965" y="607"/>
                  </a:cubicBezTo>
                  <a:cubicBezTo>
                    <a:pt x="648" y="607"/>
                    <a:pt x="386" y="345"/>
                    <a:pt x="386" y="15"/>
                  </a:cubicBezTo>
                  <a:lnTo>
                    <a:pt x="386" y="1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2"/>
            <p:cNvSpPr/>
            <p:nvPr/>
          </p:nvSpPr>
          <p:spPr>
            <a:xfrm>
              <a:off x="3148309" y="3140882"/>
              <a:ext cx="42492" cy="37420"/>
            </a:xfrm>
            <a:custGeom>
              <a:rect b="b" l="l" r="r" t="t"/>
              <a:pathLst>
                <a:path extrusionOk="0" h="1542" w="1751">
                  <a:moveTo>
                    <a:pt x="510" y="1"/>
                  </a:moveTo>
                  <a:lnTo>
                    <a:pt x="510" y="1"/>
                  </a:lnTo>
                  <a:cubicBezTo>
                    <a:pt x="345" y="97"/>
                    <a:pt x="207" y="262"/>
                    <a:pt x="152" y="455"/>
                  </a:cubicBezTo>
                  <a:cubicBezTo>
                    <a:pt x="0" y="896"/>
                    <a:pt x="248" y="1365"/>
                    <a:pt x="689" y="1502"/>
                  </a:cubicBezTo>
                  <a:cubicBezTo>
                    <a:pt x="775" y="1529"/>
                    <a:pt x="861" y="1542"/>
                    <a:pt x="946" y="1542"/>
                  </a:cubicBezTo>
                  <a:cubicBezTo>
                    <a:pt x="1299" y="1542"/>
                    <a:pt x="1625" y="1321"/>
                    <a:pt x="1736" y="965"/>
                  </a:cubicBezTo>
                  <a:cubicBezTo>
                    <a:pt x="1736" y="937"/>
                    <a:pt x="1750" y="924"/>
                    <a:pt x="1750" y="896"/>
                  </a:cubicBezTo>
                  <a:lnTo>
                    <a:pt x="1750" y="896"/>
                  </a:lnTo>
                  <a:cubicBezTo>
                    <a:pt x="1626" y="976"/>
                    <a:pt x="1478" y="1022"/>
                    <a:pt x="1326" y="1022"/>
                  </a:cubicBezTo>
                  <a:cubicBezTo>
                    <a:pt x="1243" y="1022"/>
                    <a:pt x="1158" y="1008"/>
                    <a:pt x="1075" y="979"/>
                  </a:cubicBezTo>
                  <a:cubicBezTo>
                    <a:pt x="648" y="841"/>
                    <a:pt x="414" y="414"/>
                    <a:pt x="510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2"/>
            <p:cNvSpPr/>
            <p:nvPr/>
          </p:nvSpPr>
          <p:spPr>
            <a:xfrm>
              <a:off x="3101837" y="2946621"/>
              <a:ext cx="122066" cy="121726"/>
            </a:xfrm>
            <a:custGeom>
              <a:rect b="b" l="l" r="r" t="t"/>
              <a:pathLst>
                <a:path extrusionOk="0" h="5016" w="5030">
                  <a:moveTo>
                    <a:pt x="2508" y="1"/>
                  </a:moveTo>
                  <a:cubicBezTo>
                    <a:pt x="1116" y="1"/>
                    <a:pt x="0" y="1117"/>
                    <a:pt x="0" y="2508"/>
                  </a:cubicBezTo>
                  <a:cubicBezTo>
                    <a:pt x="0" y="3900"/>
                    <a:pt x="1116" y="5016"/>
                    <a:pt x="2508" y="5016"/>
                  </a:cubicBezTo>
                  <a:cubicBezTo>
                    <a:pt x="3899" y="5016"/>
                    <a:pt x="5029" y="3900"/>
                    <a:pt x="5029" y="2508"/>
                  </a:cubicBezTo>
                  <a:cubicBezTo>
                    <a:pt x="5029" y="1117"/>
                    <a:pt x="3899" y="1"/>
                    <a:pt x="2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2"/>
            <p:cNvSpPr/>
            <p:nvPr/>
          </p:nvSpPr>
          <p:spPr>
            <a:xfrm>
              <a:off x="3101837" y="2970354"/>
              <a:ext cx="113693" cy="97992"/>
            </a:xfrm>
            <a:custGeom>
              <a:rect b="b" l="l" r="r" t="t"/>
              <a:pathLst>
                <a:path extrusionOk="0" h="4038" w="4685">
                  <a:moveTo>
                    <a:pt x="510" y="1"/>
                  </a:moveTo>
                  <a:lnTo>
                    <a:pt x="510" y="1"/>
                  </a:lnTo>
                  <a:cubicBezTo>
                    <a:pt x="193" y="428"/>
                    <a:pt x="0" y="952"/>
                    <a:pt x="0" y="1530"/>
                  </a:cubicBezTo>
                  <a:cubicBezTo>
                    <a:pt x="0" y="2922"/>
                    <a:pt x="1130" y="4038"/>
                    <a:pt x="2508" y="4038"/>
                  </a:cubicBezTo>
                  <a:cubicBezTo>
                    <a:pt x="3445" y="4038"/>
                    <a:pt x="4258" y="3542"/>
                    <a:pt x="4685" y="2784"/>
                  </a:cubicBezTo>
                  <a:lnTo>
                    <a:pt x="4685" y="2784"/>
                  </a:lnTo>
                  <a:cubicBezTo>
                    <a:pt x="4230" y="3390"/>
                    <a:pt x="3500" y="3776"/>
                    <a:pt x="2687" y="3776"/>
                  </a:cubicBezTo>
                  <a:cubicBezTo>
                    <a:pt x="1295" y="3776"/>
                    <a:pt x="179" y="2646"/>
                    <a:pt x="179" y="1269"/>
                  </a:cubicBezTo>
                  <a:cubicBezTo>
                    <a:pt x="179" y="800"/>
                    <a:pt x="303" y="373"/>
                    <a:pt x="510" y="1"/>
                  </a:cubicBezTo>
                  <a:close/>
                </a:path>
              </a:pathLst>
            </a:custGeom>
            <a:solidFill>
              <a:srgbClr val="DC4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2"/>
            <p:cNvSpPr/>
            <p:nvPr/>
          </p:nvSpPr>
          <p:spPr>
            <a:xfrm>
              <a:off x="3155322" y="3016802"/>
              <a:ext cx="45502" cy="37833"/>
            </a:xfrm>
            <a:custGeom>
              <a:rect b="b" l="l" r="r" t="t"/>
              <a:pathLst>
                <a:path extrusionOk="0" h="1559" w="1875">
                  <a:moveTo>
                    <a:pt x="677" y="0"/>
                  </a:moveTo>
                  <a:cubicBezTo>
                    <a:pt x="520" y="0"/>
                    <a:pt x="374" y="93"/>
                    <a:pt x="318" y="250"/>
                  </a:cubicBezTo>
                  <a:lnTo>
                    <a:pt x="42" y="1063"/>
                  </a:lnTo>
                  <a:cubicBezTo>
                    <a:pt x="1" y="1187"/>
                    <a:pt x="28" y="1311"/>
                    <a:pt x="97" y="1407"/>
                  </a:cubicBezTo>
                  <a:cubicBezTo>
                    <a:pt x="166" y="1504"/>
                    <a:pt x="276" y="1559"/>
                    <a:pt x="387" y="1559"/>
                  </a:cubicBezTo>
                  <a:lnTo>
                    <a:pt x="387" y="1545"/>
                  </a:lnTo>
                  <a:lnTo>
                    <a:pt x="414" y="1545"/>
                  </a:lnTo>
                  <a:cubicBezTo>
                    <a:pt x="924" y="1518"/>
                    <a:pt x="1420" y="1283"/>
                    <a:pt x="1764" y="884"/>
                  </a:cubicBezTo>
                  <a:cubicBezTo>
                    <a:pt x="1847" y="801"/>
                    <a:pt x="1874" y="663"/>
                    <a:pt x="1847" y="553"/>
                  </a:cubicBezTo>
                  <a:cubicBezTo>
                    <a:pt x="1819" y="429"/>
                    <a:pt x="1723" y="346"/>
                    <a:pt x="1613" y="305"/>
                  </a:cubicBezTo>
                  <a:lnTo>
                    <a:pt x="786" y="16"/>
                  </a:lnTo>
                  <a:cubicBezTo>
                    <a:pt x="750" y="5"/>
                    <a:pt x="713" y="0"/>
                    <a:pt x="677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2"/>
            <p:cNvSpPr/>
            <p:nvPr/>
          </p:nvSpPr>
          <p:spPr>
            <a:xfrm>
              <a:off x="3115548" y="3000664"/>
              <a:ext cx="38464" cy="44628"/>
            </a:xfrm>
            <a:custGeom>
              <a:rect b="b" l="l" r="r" t="t"/>
              <a:pathLst>
                <a:path extrusionOk="0" h="1839" w="1585">
                  <a:moveTo>
                    <a:pt x="384" y="0"/>
                  </a:moveTo>
                  <a:cubicBezTo>
                    <a:pt x="302" y="0"/>
                    <a:pt x="217" y="28"/>
                    <a:pt x="152" y="75"/>
                  </a:cubicBezTo>
                  <a:cubicBezTo>
                    <a:pt x="55" y="157"/>
                    <a:pt x="0" y="268"/>
                    <a:pt x="14" y="391"/>
                  </a:cubicBezTo>
                  <a:cubicBezTo>
                    <a:pt x="42" y="915"/>
                    <a:pt x="290" y="1411"/>
                    <a:pt x="689" y="1755"/>
                  </a:cubicBezTo>
                  <a:cubicBezTo>
                    <a:pt x="758" y="1811"/>
                    <a:pt x="841" y="1838"/>
                    <a:pt x="923" y="1838"/>
                  </a:cubicBezTo>
                  <a:cubicBezTo>
                    <a:pt x="965" y="1838"/>
                    <a:pt x="992" y="1838"/>
                    <a:pt x="1020" y="1824"/>
                  </a:cubicBezTo>
                  <a:cubicBezTo>
                    <a:pt x="1144" y="1797"/>
                    <a:pt x="1226" y="1714"/>
                    <a:pt x="1268" y="1590"/>
                  </a:cubicBezTo>
                  <a:lnTo>
                    <a:pt x="1557" y="777"/>
                  </a:lnTo>
                  <a:cubicBezTo>
                    <a:pt x="1585" y="681"/>
                    <a:pt x="1585" y="584"/>
                    <a:pt x="1530" y="488"/>
                  </a:cubicBezTo>
                  <a:cubicBezTo>
                    <a:pt x="1488" y="405"/>
                    <a:pt x="1419" y="336"/>
                    <a:pt x="1323" y="309"/>
                  </a:cubicBezTo>
                  <a:lnTo>
                    <a:pt x="496" y="20"/>
                  </a:lnTo>
                  <a:cubicBezTo>
                    <a:pt x="461" y="6"/>
                    <a:pt x="423" y="0"/>
                    <a:pt x="384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2"/>
            <p:cNvSpPr/>
            <p:nvPr/>
          </p:nvSpPr>
          <p:spPr>
            <a:xfrm>
              <a:off x="3124236" y="2960332"/>
              <a:ext cx="46157" cy="38149"/>
            </a:xfrm>
            <a:custGeom>
              <a:rect b="b" l="l" r="r" t="t"/>
              <a:pathLst>
                <a:path extrusionOk="0" h="1572" w="1902">
                  <a:moveTo>
                    <a:pt x="1488" y="1"/>
                  </a:moveTo>
                  <a:cubicBezTo>
                    <a:pt x="965" y="28"/>
                    <a:pt x="455" y="276"/>
                    <a:pt x="111" y="690"/>
                  </a:cubicBezTo>
                  <a:cubicBezTo>
                    <a:pt x="28" y="772"/>
                    <a:pt x="0" y="896"/>
                    <a:pt x="42" y="1020"/>
                  </a:cubicBezTo>
                  <a:cubicBezTo>
                    <a:pt x="69" y="1130"/>
                    <a:pt x="152" y="1227"/>
                    <a:pt x="276" y="1268"/>
                  </a:cubicBezTo>
                  <a:lnTo>
                    <a:pt x="1103" y="1558"/>
                  </a:lnTo>
                  <a:cubicBezTo>
                    <a:pt x="1144" y="1571"/>
                    <a:pt x="1185" y="1571"/>
                    <a:pt x="1227" y="1571"/>
                  </a:cubicBezTo>
                  <a:cubicBezTo>
                    <a:pt x="1378" y="1571"/>
                    <a:pt x="1516" y="1475"/>
                    <a:pt x="1571" y="1323"/>
                  </a:cubicBezTo>
                  <a:lnTo>
                    <a:pt x="1860" y="497"/>
                  </a:lnTo>
                  <a:cubicBezTo>
                    <a:pt x="1902" y="373"/>
                    <a:pt x="1874" y="249"/>
                    <a:pt x="1805" y="152"/>
                  </a:cubicBezTo>
                  <a:cubicBezTo>
                    <a:pt x="1723" y="56"/>
                    <a:pt x="1612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2"/>
            <p:cNvSpPr/>
            <p:nvPr/>
          </p:nvSpPr>
          <p:spPr>
            <a:xfrm>
              <a:off x="3170708" y="2969772"/>
              <a:ext cx="39143" cy="44749"/>
            </a:xfrm>
            <a:custGeom>
              <a:rect b="b" l="l" r="r" t="t"/>
              <a:pathLst>
                <a:path extrusionOk="0" h="1844" w="1613">
                  <a:moveTo>
                    <a:pt x="702" y="1"/>
                  </a:moveTo>
                  <a:cubicBezTo>
                    <a:pt x="671" y="1"/>
                    <a:pt x="639" y="4"/>
                    <a:pt x="607" y="11"/>
                  </a:cubicBezTo>
                  <a:cubicBezTo>
                    <a:pt x="496" y="39"/>
                    <a:pt x="400" y="135"/>
                    <a:pt x="359" y="245"/>
                  </a:cubicBezTo>
                  <a:lnTo>
                    <a:pt x="69" y="1072"/>
                  </a:lnTo>
                  <a:cubicBezTo>
                    <a:pt x="0" y="1265"/>
                    <a:pt x="111" y="1485"/>
                    <a:pt x="304" y="1541"/>
                  </a:cubicBezTo>
                  <a:lnTo>
                    <a:pt x="1130" y="1830"/>
                  </a:lnTo>
                  <a:cubicBezTo>
                    <a:pt x="1158" y="1844"/>
                    <a:pt x="1199" y="1844"/>
                    <a:pt x="1240" y="1844"/>
                  </a:cubicBezTo>
                  <a:cubicBezTo>
                    <a:pt x="1323" y="1844"/>
                    <a:pt x="1406" y="1816"/>
                    <a:pt x="1461" y="1775"/>
                  </a:cubicBezTo>
                  <a:cubicBezTo>
                    <a:pt x="1557" y="1692"/>
                    <a:pt x="1612" y="1582"/>
                    <a:pt x="1612" y="1458"/>
                  </a:cubicBezTo>
                  <a:cubicBezTo>
                    <a:pt x="1585" y="934"/>
                    <a:pt x="1337" y="438"/>
                    <a:pt x="937" y="80"/>
                  </a:cubicBezTo>
                  <a:cubicBezTo>
                    <a:pt x="876" y="29"/>
                    <a:pt x="792" y="1"/>
                    <a:pt x="702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2"/>
            <p:cNvSpPr/>
            <p:nvPr/>
          </p:nvSpPr>
          <p:spPr>
            <a:xfrm>
              <a:off x="2948709" y="2879424"/>
              <a:ext cx="363794" cy="363794"/>
            </a:xfrm>
            <a:custGeom>
              <a:rect b="b" l="l" r="r" t="t"/>
              <a:pathLst>
                <a:path extrusionOk="0" h="14991" w="14991">
                  <a:moveTo>
                    <a:pt x="7495" y="0"/>
                  </a:moveTo>
                  <a:cubicBezTo>
                    <a:pt x="5745" y="0"/>
                    <a:pt x="4037" y="620"/>
                    <a:pt x="2701" y="1736"/>
                  </a:cubicBezTo>
                  <a:cubicBezTo>
                    <a:pt x="2604" y="1819"/>
                    <a:pt x="2590" y="1957"/>
                    <a:pt x="2673" y="2053"/>
                  </a:cubicBezTo>
                  <a:cubicBezTo>
                    <a:pt x="2712" y="2100"/>
                    <a:pt x="2773" y="2125"/>
                    <a:pt x="2837" y="2125"/>
                  </a:cubicBezTo>
                  <a:cubicBezTo>
                    <a:pt x="2885" y="2125"/>
                    <a:pt x="2934" y="2111"/>
                    <a:pt x="2976" y="2081"/>
                  </a:cubicBezTo>
                  <a:cubicBezTo>
                    <a:pt x="4244" y="1020"/>
                    <a:pt x="5842" y="441"/>
                    <a:pt x="7495" y="441"/>
                  </a:cubicBezTo>
                  <a:cubicBezTo>
                    <a:pt x="11380" y="441"/>
                    <a:pt x="14549" y="3610"/>
                    <a:pt x="14549" y="7495"/>
                  </a:cubicBezTo>
                  <a:cubicBezTo>
                    <a:pt x="14549" y="11381"/>
                    <a:pt x="11380" y="14550"/>
                    <a:pt x="7495" y="14550"/>
                  </a:cubicBezTo>
                  <a:cubicBezTo>
                    <a:pt x="3610" y="14550"/>
                    <a:pt x="441" y="11381"/>
                    <a:pt x="441" y="7495"/>
                  </a:cubicBezTo>
                  <a:cubicBezTo>
                    <a:pt x="441" y="5746"/>
                    <a:pt x="1089" y="4065"/>
                    <a:pt x="2260" y="2770"/>
                  </a:cubicBezTo>
                  <a:cubicBezTo>
                    <a:pt x="2342" y="2673"/>
                    <a:pt x="2329" y="2536"/>
                    <a:pt x="2246" y="2453"/>
                  </a:cubicBezTo>
                  <a:cubicBezTo>
                    <a:pt x="2202" y="2415"/>
                    <a:pt x="2149" y="2397"/>
                    <a:pt x="2096" y="2397"/>
                  </a:cubicBezTo>
                  <a:cubicBezTo>
                    <a:pt x="2035" y="2397"/>
                    <a:pt x="1974" y="2422"/>
                    <a:pt x="1929" y="2467"/>
                  </a:cubicBezTo>
                  <a:cubicBezTo>
                    <a:pt x="689" y="3844"/>
                    <a:pt x="0" y="5635"/>
                    <a:pt x="0" y="7495"/>
                  </a:cubicBezTo>
                  <a:cubicBezTo>
                    <a:pt x="0" y="9493"/>
                    <a:pt x="785" y="11381"/>
                    <a:pt x="2191" y="12786"/>
                  </a:cubicBezTo>
                  <a:cubicBezTo>
                    <a:pt x="3610" y="14205"/>
                    <a:pt x="5497" y="14991"/>
                    <a:pt x="7495" y="14991"/>
                  </a:cubicBezTo>
                  <a:cubicBezTo>
                    <a:pt x="9493" y="14991"/>
                    <a:pt x="11380" y="14205"/>
                    <a:pt x="12786" y="12786"/>
                  </a:cubicBezTo>
                  <a:cubicBezTo>
                    <a:pt x="14205" y="11381"/>
                    <a:pt x="14990" y="9493"/>
                    <a:pt x="14990" y="7495"/>
                  </a:cubicBezTo>
                  <a:cubicBezTo>
                    <a:pt x="14990" y="5498"/>
                    <a:pt x="14205" y="3610"/>
                    <a:pt x="12786" y="2191"/>
                  </a:cubicBezTo>
                  <a:cubicBezTo>
                    <a:pt x="11380" y="786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2"/>
            <p:cNvSpPr/>
            <p:nvPr/>
          </p:nvSpPr>
          <p:spPr>
            <a:xfrm>
              <a:off x="2977126" y="2907841"/>
              <a:ext cx="306960" cy="306960"/>
            </a:xfrm>
            <a:custGeom>
              <a:rect b="b" l="l" r="r" t="t"/>
              <a:pathLst>
                <a:path extrusionOk="0" h="12649" w="12649">
                  <a:moveTo>
                    <a:pt x="6324" y="1"/>
                  </a:moveTo>
                  <a:cubicBezTo>
                    <a:pt x="2838" y="1"/>
                    <a:pt x="0" y="2839"/>
                    <a:pt x="0" y="6324"/>
                  </a:cubicBezTo>
                  <a:cubicBezTo>
                    <a:pt x="0" y="9810"/>
                    <a:pt x="2838" y="12648"/>
                    <a:pt x="6324" y="12648"/>
                  </a:cubicBezTo>
                  <a:cubicBezTo>
                    <a:pt x="7413" y="12648"/>
                    <a:pt x="8501" y="12359"/>
                    <a:pt x="9452" y="11822"/>
                  </a:cubicBezTo>
                  <a:cubicBezTo>
                    <a:pt x="10361" y="11284"/>
                    <a:pt x="11146" y="10540"/>
                    <a:pt x="11697" y="9631"/>
                  </a:cubicBezTo>
                  <a:cubicBezTo>
                    <a:pt x="11766" y="9535"/>
                    <a:pt x="11739" y="9397"/>
                    <a:pt x="11629" y="9328"/>
                  </a:cubicBezTo>
                  <a:cubicBezTo>
                    <a:pt x="11596" y="9310"/>
                    <a:pt x="11560" y="9300"/>
                    <a:pt x="11522" y="9300"/>
                  </a:cubicBezTo>
                  <a:cubicBezTo>
                    <a:pt x="11448" y="9300"/>
                    <a:pt x="11371" y="9337"/>
                    <a:pt x="11325" y="9411"/>
                  </a:cubicBezTo>
                  <a:cubicBezTo>
                    <a:pt x="10251" y="11160"/>
                    <a:pt x="8377" y="12208"/>
                    <a:pt x="6324" y="12208"/>
                  </a:cubicBezTo>
                  <a:cubicBezTo>
                    <a:pt x="3073" y="12208"/>
                    <a:pt x="441" y="9562"/>
                    <a:pt x="441" y="6324"/>
                  </a:cubicBezTo>
                  <a:cubicBezTo>
                    <a:pt x="441" y="3087"/>
                    <a:pt x="3073" y="441"/>
                    <a:pt x="6324" y="441"/>
                  </a:cubicBezTo>
                  <a:cubicBezTo>
                    <a:pt x="9562" y="441"/>
                    <a:pt x="12207" y="3087"/>
                    <a:pt x="12207" y="6324"/>
                  </a:cubicBezTo>
                  <a:cubicBezTo>
                    <a:pt x="12207" y="7082"/>
                    <a:pt x="12056" y="7826"/>
                    <a:pt x="11780" y="8515"/>
                  </a:cubicBezTo>
                  <a:cubicBezTo>
                    <a:pt x="11725" y="8639"/>
                    <a:pt x="11780" y="8763"/>
                    <a:pt x="11904" y="8804"/>
                  </a:cubicBezTo>
                  <a:cubicBezTo>
                    <a:pt x="11929" y="8814"/>
                    <a:pt x="11954" y="8818"/>
                    <a:pt x="11980" y="8818"/>
                  </a:cubicBezTo>
                  <a:cubicBezTo>
                    <a:pt x="12067" y="8818"/>
                    <a:pt x="12151" y="8766"/>
                    <a:pt x="12193" y="8680"/>
                  </a:cubicBezTo>
                  <a:cubicBezTo>
                    <a:pt x="12497" y="7936"/>
                    <a:pt x="12648" y="7137"/>
                    <a:pt x="12648" y="6324"/>
                  </a:cubicBezTo>
                  <a:cubicBezTo>
                    <a:pt x="12648" y="2839"/>
                    <a:pt x="9810" y="1"/>
                    <a:pt x="6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2"/>
            <p:cNvSpPr/>
            <p:nvPr/>
          </p:nvSpPr>
          <p:spPr>
            <a:xfrm>
              <a:off x="2995497" y="3045414"/>
              <a:ext cx="131093" cy="106534"/>
            </a:xfrm>
            <a:custGeom>
              <a:rect b="b" l="l" r="r" t="t"/>
              <a:pathLst>
                <a:path extrusionOk="0" h="4390" w="5402">
                  <a:moveTo>
                    <a:pt x="2118" y="0"/>
                  </a:moveTo>
                  <a:cubicBezTo>
                    <a:pt x="1494" y="0"/>
                    <a:pt x="932" y="187"/>
                    <a:pt x="635" y="614"/>
                  </a:cubicBezTo>
                  <a:cubicBezTo>
                    <a:pt x="1" y="1537"/>
                    <a:pt x="814" y="3191"/>
                    <a:pt x="1916" y="3935"/>
                  </a:cubicBezTo>
                  <a:cubicBezTo>
                    <a:pt x="2343" y="4238"/>
                    <a:pt x="2812" y="4389"/>
                    <a:pt x="3253" y="4389"/>
                  </a:cubicBezTo>
                  <a:cubicBezTo>
                    <a:pt x="3693" y="4389"/>
                    <a:pt x="4107" y="4238"/>
                    <a:pt x="4465" y="3948"/>
                  </a:cubicBezTo>
                  <a:cubicBezTo>
                    <a:pt x="4561" y="3866"/>
                    <a:pt x="4575" y="3728"/>
                    <a:pt x="4493" y="3645"/>
                  </a:cubicBezTo>
                  <a:cubicBezTo>
                    <a:pt x="4454" y="3591"/>
                    <a:pt x="4394" y="3563"/>
                    <a:pt x="4332" y="3563"/>
                  </a:cubicBezTo>
                  <a:cubicBezTo>
                    <a:pt x="4283" y="3563"/>
                    <a:pt x="4232" y="3581"/>
                    <a:pt x="4189" y="3618"/>
                  </a:cubicBezTo>
                  <a:cubicBezTo>
                    <a:pt x="3913" y="3840"/>
                    <a:pt x="3591" y="3954"/>
                    <a:pt x="3251" y="3954"/>
                  </a:cubicBezTo>
                  <a:cubicBezTo>
                    <a:pt x="2896" y="3954"/>
                    <a:pt x="2523" y="3830"/>
                    <a:pt x="2164" y="3576"/>
                  </a:cubicBezTo>
                  <a:cubicBezTo>
                    <a:pt x="1172" y="2887"/>
                    <a:pt x="566" y="1496"/>
                    <a:pt x="993" y="876"/>
                  </a:cubicBezTo>
                  <a:cubicBezTo>
                    <a:pt x="1197" y="582"/>
                    <a:pt x="1633" y="439"/>
                    <a:pt x="2140" y="439"/>
                  </a:cubicBezTo>
                  <a:cubicBezTo>
                    <a:pt x="2727" y="439"/>
                    <a:pt x="3409" y="630"/>
                    <a:pt x="3941" y="1000"/>
                  </a:cubicBezTo>
                  <a:cubicBezTo>
                    <a:pt x="4630" y="1482"/>
                    <a:pt x="4920" y="2171"/>
                    <a:pt x="4699" y="2846"/>
                  </a:cubicBezTo>
                  <a:cubicBezTo>
                    <a:pt x="4658" y="2956"/>
                    <a:pt x="4727" y="3080"/>
                    <a:pt x="4851" y="3122"/>
                  </a:cubicBezTo>
                  <a:cubicBezTo>
                    <a:pt x="4872" y="3130"/>
                    <a:pt x="4895" y="3134"/>
                    <a:pt x="4917" y="3134"/>
                  </a:cubicBezTo>
                  <a:cubicBezTo>
                    <a:pt x="5007" y="3134"/>
                    <a:pt x="5093" y="3070"/>
                    <a:pt x="5126" y="2970"/>
                  </a:cubicBezTo>
                  <a:cubicBezTo>
                    <a:pt x="5402" y="2102"/>
                    <a:pt x="5044" y="1234"/>
                    <a:pt x="4189" y="642"/>
                  </a:cubicBezTo>
                  <a:cubicBezTo>
                    <a:pt x="3612" y="240"/>
                    <a:pt x="2825" y="0"/>
                    <a:pt x="2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2"/>
            <p:cNvSpPr/>
            <p:nvPr/>
          </p:nvSpPr>
          <p:spPr>
            <a:xfrm>
              <a:off x="3038304" y="3073394"/>
              <a:ext cx="58193" cy="54141"/>
            </a:xfrm>
            <a:custGeom>
              <a:rect b="b" l="l" r="r" t="t"/>
              <a:pathLst>
                <a:path extrusionOk="0" h="2231" w="2398">
                  <a:moveTo>
                    <a:pt x="1256" y="439"/>
                  </a:moveTo>
                  <a:cubicBezTo>
                    <a:pt x="1389" y="439"/>
                    <a:pt x="1524" y="479"/>
                    <a:pt x="1640" y="563"/>
                  </a:cubicBezTo>
                  <a:cubicBezTo>
                    <a:pt x="1792" y="660"/>
                    <a:pt x="1888" y="811"/>
                    <a:pt x="1916" y="990"/>
                  </a:cubicBezTo>
                  <a:cubicBezTo>
                    <a:pt x="1957" y="1170"/>
                    <a:pt x="1916" y="1349"/>
                    <a:pt x="1805" y="1486"/>
                  </a:cubicBezTo>
                  <a:lnTo>
                    <a:pt x="1805" y="1500"/>
                  </a:lnTo>
                  <a:cubicBezTo>
                    <a:pt x="1679" y="1686"/>
                    <a:pt x="1474" y="1784"/>
                    <a:pt x="1261" y="1784"/>
                  </a:cubicBezTo>
                  <a:cubicBezTo>
                    <a:pt x="1128" y="1784"/>
                    <a:pt x="991" y="1745"/>
                    <a:pt x="869" y="1666"/>
                  </a:cubicBezTo>
                  <a:cubicBezTo>
                    <a:pt x="565" y="1459"/>
                    <a:pt x="497" y="1032"/>
                    <a:pt x="703" y="729"/>
                  </a:cubicBezTo>
                  <a:cubicBezTo>
                    <a:pt x="831" y="542"/>
                    <a:pt x="1042" y="439"/>
                    <a:pt x="1256" y="439"/>
                  </a:cubicBezTo>
                  <a:close/>
                  <a:moveTo>
                    <a:pt x="1247" y="0"/>
                  </a:moveTo>
                  <a:cubicBezTo>
                    <a:pt x="897" y="0"/>
                    <a:pt x="556" y="168"/>
                    <a:pt x="345" y="481"/>
                  </a:cubicBezTo>
                  <a:cubicBezTo>
                    <a:pt x="1" y="990"/>
                    <a:pt x="125" y="1679"/>
                    <a:pt x="621" y="2024"/>
                  </a:cubicBezTo>
                  <a:cubicBezTo>
                    <a:pt x="813" y="2162"/>
                    <a:pt x="1034" y="2230"/>
                    <a:pt x="1254" y="2230"/>
                  </a:cubicBezTo>
                  <a:cubicBezTo>
                    <a:pt x="1613" y="2230"/>
                    <a:pt x="1957" y="2051"/>
                    <a:pt x="2177" y="1748"/>
                  </a:cubicBezTo>
                  <a:cubicBezTo>
                    <a:pt x="2343" y="1500"/>
                    <a:pt x="2398" y="1211"/>
                    <a:pt x="2357" y="908"/>
                  </a:cubicBezTo>
                  <a:cubicBezTo>
                    <a:pt x="2301" y="618"/>
                    <a:pt x="2136" y="370"/>
                    <a:pt x="1888" y="191"/>
                  </a:cubicBezTo>
                  <a:lnTo>
                    <a:pt x="1888" y="205"/>
                  </a:lnTo>
                  <a:cubicBezTo>
                    <a:pt x="1691" y="67"/>
                    <a:pt x="1467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2"/>
            <p:cNvSpPr/>
            <p:nvPr/>
          </p:nvSpPr>
          <p:spPr>
            <a:xfrm>
              <a:off x="3043643" y="2955600"/>
              <a:ext cx="50185" cy="52952"/>
            </a:xfrm>
            <a:custGeom>
              <a:rect b="b" l="l" r="r" t="t"/>
              <a:pathLst>
                <a:path extrusionOk="0" h="2182" w="2068">
                  <a:moveTo>
                    <a:pt x="702" y="488"/>
                  </a:moveTo>
                  <a:cubicBezTo>
                    <a:pt x="910" y="545"/>
                    <a:pt x="1230" y="669"/>
                    <a:pt x="1365" y="926"/>
                  </a:cubicBezTo>
                  <a:cubicBezTo>
                    <a:pt x="1503" y="1160"/>
                    <a:pt x="1434" y="1491"/>
                    <a:pt x="1365" y="1697"/>
                  </a:cubicBezTo>
                  <a:cubicBezTo>
                    <a:pt x="1145" y="1642"/>
                    <a:pt x="828" y="1505"/>
                    <a:pt x="704" y="1270"/>
                  </a:cubicBezTo>
                  <a:cubicBezTo>
                    <a:pt x="567" y="1037"/>
                    <a:pt x="634" y="695"/>
                    <a:pt x="702" y="488"/>
                  </a:cubicBezTo>
                  <a:close/>
                  <a:moveTo>
                    <a:pt x="564" y="1"/>
                  </a:moveTo>
                  <a:cubicBezTo>
                    <a:pt x="478" y="1"/>
                    <a:pt x="396" y="53"/>
                    <a:pt x="359" y="127"/>
                  </a:cubicBezTo>
                  <a:cubicBezTo>
                    <a:pt x="345" y="154"/>
                    <a:pt x="1" y="898"/>
                    <a:pt x="318" y="1477"/>
                  </a:cubicBezTo>
                  <a:cubicBezTo>
                    <a:pt x="621" y="2042"/>
                    <a:pt x="1434" y="2166"/>
                    <a:pt x="1475" y="2180"/>
                  </a:cubicBezTo>
                  <a:cubicBezTo>
                    <a:pt x="1485" y="2181"/>
                    <a:pt x="1495" y="2182"/>
                    <a:pt x="1505" y="2182"/>
                  </a:cubicBezTo>
                  <a:cubicBezTo>
                    <a:pt x="1591" y="2182"/>
                    <a:pt x="1672" y="2130"/>
                    <a:pt x="1709" y="2056"/>
                  </a:cubicBezTo>
                  <a:cubicBezTo>
                    <a:pt x="1723" y="2014"/>
                    <a:pt x="2068" y="1284"/>
                    <a:pt x="1751" y="705"/>
                  </a:cubicBezTo>
                  <a:cubicBezTo>
                    <a:pt x="1448" y="141"/>
                    <a:pt x="635" y="17"/>
                    <a:pt x="593" y="3"/>
                  </a:cubicBezTo>
                  <a:cubicBezTo>
                    <a:pt x="583" y="1"/>
                    <a:pt x="57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2"/>
            <p:cNvSpPr/>
            <p:nvPr/>
          </p:nvSpPr>
          <p:spPr>
            <a:xfrm>
              <a:off x="3218175" y="3037721"/>
              <a:ext cx="50185" cy="46351"/>
            </a:xfrm>
            <a:custGeom>
              <a:rect b="b" l="l" r="r" t="t"/>
              <a:pathLst>
                <a:path extrusionOk="0" h="1910" w="2068">
                  <a:moveTo>
                    <a:pt x="1503" y="449"/>
                  </a:moveTo>
                  <a:cubicBezTo>
                    <a:pt x="1516" y="669"/>
                    <a:pt x="1489" y="1014"/>
                    <a:pt x="1310" y="1220"/>
                  </a:cubicBezTo>
                  <a:cubicBezTo>
                    <a:pt x="1131" y="1413"/>
                    <a:pt x="800" y="1468"/>
                    <a:pt x="566" y="1468"/>
                  </a:cubicBezTo>
                  <a:cubicBezTo>
                    <a:pt x="552" y="1248"/>
                    <a:pt x="580" y="890"/>
                    <a:pt x="772" y="697"/>
                  </a:cubicBezTo>
                  <a:cubicBezTo>
                    <a:pt x="952" y="504"/>
                    <a:pt x="1282" y="449"/>
                    <a:pt x="1503" y="449"/>
                  </a:cubicBezTo>
                  <a:close/>
                  <a:moveTo>
                    <a:pt x="1539" y="0"/>
                  </a:moveTo>
                  <a:cubicBezTo>
                    <a:pt x="1261" y="0"/>
                    <a:pt x="757" y="49"/>
                    <a:pt x="442" y="394"/>
                  </a:cubicBezTo>
                  <a:cubicBezTo>
                    <a:pt x="1" y="876"/>
                    <a:pt x="152" y="1689"/>
                    <a:pt x="152" y="1716"/>
                  </a:cubicBezTo>
                  <a:cubicBezTo>
                    <a:pt x="221" y="1909"/>
                    <a:pt x="318" y="1909"/>
                    <a:pt x="538" y="1909"/>
                  </a:cubicBezTo>
                  <a:cubicBezTo>
                    <a:pt x="814" y="1909"/>
                    <a:pt x="1310" y="1854"/>
                    <a:pt x="1640" y="1510"/>
                  </a:cubicBezTo>
                  <a:cubicBezTo>
                    <a:pt x="2068" y="1041"/>
                    <a:pt x="1930" y="228"/>
                    <a:pt x="1916" y="187"/>
                  </a:cubicBezTo>
                  <a:cubicBezTo>
                    <a:pt x="1902" y="91"/>
                    <a:pt x="1833" y="22"/>
                    <a:pt x="1737" y="8"/>
                  </a:cubicBezTo>
                  <a:cubicBezTo>
                    <a:pt x="1725" y="8"/>
                    <a:pt x="1650" y="0"/>
                    <a:pt x="1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2"/>
            <p:cNvSpPr/>
            <p:nvPr/>
          </p:nvSpPr>
          <p:spPr>
            <a:xfrm>
              <a:off x="3081112" y="3152579"/>
              <a:ext cx="58849" cy="39896"/>
            </a:xfrm>
            <a:custGeom>
              <a:rect b="b" l="l" r="r" t="t"/>
              <a:pathLst>
                <a:path extrusionOk="0" h="1644" w="2425">
                  <a:moveTo>
                    <a:pt x="1206" y="435"/>
                  </a:moveTo>
                  <a:cubicBezTo>
                    <a:pt x="1236" y="435"/>
                    <a:pt x="1266" y="437"/>
                    <a:pt x="1295" y="442"/>
                  </a:cubicBezTo>
                  <a:cubicBezTo>
                    <a:pt x="1557" y="497"/>
                    <a:pt x="1777" y="745"/>
                    <a:pt x="1901" y="938"/>
                  </a:cubicBezTo>
                  <a:cubicBezTo>
                    <a:pt x="1729" y="1048"/>
                    <a:pt x="1469" y="1192"/>
                    <a:pt x="1229" y="1192"/>
                  </a:cubicBezTo>
                  <a:cubicBezTo>
                    <a:pt x="1200" y="1192"/>
                    <a:pt x="1172" y="1190"/>
                    <a:pt x="1144" y="1186"/>
                  </a:cubicBezTo>
                  <a:cubicBezTo>
                    <a:pt x="882" y="1144"/>
                    <a:pt x="648" y="896"/>
                    <a:pt x="524" y="703"/>
                  </a:cubicBezTo>
                  <a:cubicBezTo>
                    <a:pt x="696" y="580"/>
                    <a:pt x="956" y="435"/>
                    <a:pt x="1206" y="435"/>
                  </a:cubicBezTo>
                  <a:close/>
                  <a:moveTo>
                    <a:pt x="1196" y="0"/>
                  </a:moveTo>
                  <a:cubicBezTo>
                    <a:pt x="627" y="0"/>
                    <a:pt x="122" y="472"/>
                    <a:pt x="97" y="497"/>
                  </a:cubicBezTo>
                  <a:cubicBezTo>
                    <a:pt x="28" y="552"/>
                    <a:pt x="0" y="662"/>
                    <a:pt x="41" y="745"/>
                  </a:cubicBezTo>
                  <a:cubicBezTo>
                    <a:pt x="69" y="772"/>
                    <a:pt x="427" y="1503"/>
                    <a:pt x="1061" y="1627"/>
                  </a:cubicBezTo>
                  <a:cubicBezTo>
                    <a:pt x="1110" y="1639"/>
                    <a:pt x="1162" y="1644"/>
                    <a:pt x="1215" y="1644"/>
                  </a:cubicBezTo>
                  <a:cubicBezTo>
                    <a:pt x="1713" y="1644"/>
                    <a:pt x="2342" y="1169"/>
                    <a:pt x="2342" y="1144"/>
                  </a:cubicBezTo>
                  <a:cubicBezTo>
                    <a:pt x="2411" y="1075"/>
                    <a:pt x="2425" y="979"/>
                    <a:pt x="2384" y="883"/>
                  </a:cubicBezTo>
                  <a:cubicBezTo>
                    <a:pt x="2370" y="855"/>
                    <a:pt x="1998" y="125"/>
                    <a:pt x="1364" y="15"/>
                  </a:cubicBezTo>
                  <a:cubicBezTo>
                    <a:pt x="1308" y="5"/>
                    <a:pt x="1252" y="0"/>
                    <a:pt x="1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2"/>
            <p:cNvSpPr/>
            <p:nvPr/>
          </p:nvSpPr>
          <p:spPr>
            <a:xfrm>
              <a:off x="3190437" y="3095065"/>
              <a:ext cx="51835" cy="46181"/>
            </a:xfrm>
            <a:custGeom>
              <a:rect b="b" l="l" r="r" t="t"/>
              <a:pathLst>
                <a:path extrusionOk="0" h="1903" w="2136">
                  <a:moveTo>
                    <a:pt x="1059" y="446"/>
                  </a:moveTo>
                  <a:cubicBezTo>
                    <a:pt x="1110" y="446"/>
                    <a:pt x="1162" y="453"/>
                    <a:pt x="1213" y="469"/>
                  </a:cubicBezTo>
                  <a:cubicBezTo>
                    <a:pt x="1488" y="552"/>
                    <a:pt x="1640" y="841"/>
                    <a:pt x="1557" y="1103"/>
                  </a:cubicBezTo>
                  <a:cubicBezTo>
                    <a:pt x="1490" y="1328"/>
                    <a:pt x="1285" y="1470"/>
                    <a:pt x="1062" y="1470"/>
                  </a:cubicBezTo>
                  <a:cubicBezTo>
                    <a:pt x="1012" y="1470"/>
                    <a:pt x="961" y="1463"/>
                    <a:pt x="910" y="1448"/>
                  </a:cubicBezTo>
                  <a:cubicBezTo>
                    <a:pt x="648" y="1351"/>
                    <a:pt x="496" y="1062"/>
                    <a:pt x="579" y="800"/>
                  </a:cubicBezTo>
                  <a:cubicBezTo>
                    <a:pt x="646" y="578"/>
                    <a:pt x="846" y="446"/>
                    <a:pt x="1059" y="446"/>
                  </a:cubicBezTo>
                  <a:close/>
                  <a:moveTo>
                    <a:pt x="1073" y="1"/>
                  </a:moveTo>
                  <a:cubicBezTo>
                    <a:pt x="668" y="1"/>
                    <a:pt x="287" y="258"/>
                    <a:pt x="152" y="662"/>
                  </a:cubicBezTo>
                  <a:cubicBezTo>
                    <a:pt x="0" y="1172"/>
                    <a:pt x="276" y="1696"/>
                    <a:pt x="786" y="1861"/>
                  </a:cubicBezTo>
                  <a:cubicBezTo>
                    <a:pt x="875" y="1889"/>
                    <a:pt x="967" y="1903"/>
                    <a:pt x="1059" y="1903"/>
                  </a:cubicBezTo>
                  <a:cubicBezTo>
                    <a:pt x="1459" y="1903"/>
                    <a:pt x="1847" y="1645"/>
                    <a:pt x="1971" y="1241"/>
                  </a:cubicBezTo>
                  <a:cubicBezTo>
                    <a:pt x="2136" y="745"/>
                    <a:pt x="1847" y="208"/>
                    <a:pt x="1351" y="42"/>
                  </a:cubicBezTo>
                  <a:cubicBezTo>
                    <a:pt x="1258" y="14"/>
                    <a:pt x="1165" y="1"/>
                    <a:pt x="1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2"/>
            <p:cNvSpPr/>
            <p:nvPr/>
          </p:nvSpPr>
          <p:spPr>
            <a:xfrm>
              <a:off x="3136928" y="3083441"/>
              <a:ext cx="43827" cy="39338"/>
            </a:xfrm>
            <a:custGeom>
              <a:rect b="b" l="l" r="r" t="t"/>
              <a:pathLst>
                <a:path extrusionOk="0" h="1621" w="1806">
                  <a:moveTo>
                    <a:pt x="894" y="446"/>
                  </a:moveTo>
                  <a:cubicBezTo>
                    <a:pt x="932" y="446"/>
                    <a:pt x="970" y="452"/>
                    <a:pt x="1007" y="466"/>
                  </a:cubicBezTo>
                  <a:cubicBezTo>
                    <a:pt x="1200" y="521"/>
                    <a:pt x="1310" y="728"/>
                    <a:pt x="1241" y="921"/>
                  </a:cubicBezTo>
                  <a:cubicBezTo>
                    <a:pt x="1197" y="1075"/>
                    <a:pt x="1048" y="1176"/>
                    <a:pt x="899" y="1176"/>
                  </a:cubicBezTo>
                  <a:cubicBezTo>
                    <a:pt x="861" y="1176"/>
                    <a:pt x="823" y="1169"/>
                    <a:pt x="786" y="1155"/>
                  </a:cubicBezTo>
                  <a:cubicBezTo>
                    <a:pt x="593" y="1100"/>
                    <a:pt x="483" y="893"/>
                    <a:pt x="552" y="700"/>
                  </a:cubicBezTo>
                  <a:cubicBezTo>
                    <a:pt x="596" y="547"/>
                    <a:pt x="745" y="446"/>
                    <a:pt x="894" y="446"/>
                  </a:cubicBezTo>
                  <a:close/>
                  <a:moveTo>
                    <a:pt x="906" y="1"/>
                  </a:moveTo>
                  <a:cubicBezTo>
                    <a:pt x="562" y="1"/>
                    <a:pt x="226" y="227"/>
                    <a:pt x="125" y="563"/>
                  </a:cubicBezTo>
                  <a:cubicBezTo>
                    <a:pt x="1" y="990"/>
                    <a:pt x="235" y="1444"/>
                    <a:pt x="649" y="1582"/>
                  </a:cubicBezTo>
                  <a:cubicBezTo>
                    <a:pt x="727" y="1608"/>
                    <a:pt x="807" y="1620"/>
                    <a:pt x="887" y="1620"/>
                  </a:cubicBezTo>
                  <a:cubicBezTo>
                    <a:pt x="1231" y="1620"/>
                    <a:pt x="1567" y="1394"/>
                    <a:pt x="1668" y="1059"/>
                  </a:cubicBezTo>
                  <a:cubicBezTo>
                    <a:pt x="1806" y="645"/>
                    <a:pt x="1558" y="163"/>
                    <a:pt x="1145" y="39"/>
                  </a:cubicBezTo>
                  <a:cubicBezTo>
                    <a:pt x="1066" y="13"/>
                    <a:pt x="98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2"/>
            <p:cNvSpPr/>
            <p:nvPr/>
          </p:nvSpPr>
          <p:spPr>
            <a:xfrm>
              <a:off x="3010542" y="2995787"/>
              <a:ext cx="39143" cy="39143"/>
            </a:xfrm>
            <a:custGeom>
              <a:rect b="b" l="l" r="r" t="t"/>
              <a:pathLst>
                <a:path extrusionOk="0" h="1613" w="1613">
                  <a:moveTo>
                    <a:pt x="800" y="441"/>
                  </a:moveTo>
                  <a:cubicBezTo>
                    <a:pt x="1007" y="441"/>
                    <a:pt x="1172" y="606"/>
                    <a:pt x="1172" y="813"/>
                  </a:cubicBezTo>
                  <a:cubicBezTo>
                    <a:pt x="1172" y="1006"/>
                    <a:pt x="1007" y="1171"/>
                    <a:pt x="800" y="1171"/>
                  </a:cubicBezTo>
                  <a:cubicBezTo>
                    <a:pt x="607" y="1171"/>
                    <a:pt x="442" y="1006"/>
                    <a:pt x="442" y="813"/>
                  </a:cubicBezTo>
                  <a:cubicBezTo>
                    <a:pt x="442" y="606"/>
                    <a:pt x="607" y="441"/>
                    <a:pt x="800" y="441"/>
                  </a:cubicBezTo>
                  <a:close/>
                  <a:moveTo>
                    <a:pt x="800" y="0"/>
                  </a:moveTo>
                  <a:cubicBezTo>
                    <a:pt x="359" y="0"/>
                    <a:pt x="1" y="372"/>
                    <a:pt x="1" y="813"/>
                  </a:cubicBezTo>
                  <a:cubicBezTo>
                    <a:pt x="1" y="1254"/>
                    <a:pt x="359" y="1612"/>
                    <a:pt x="800" y="1612"/>
                  </a:cubicBezTo>
                  <a:cubicBezTo>
                    <a:pt x="1241" y="1612"/>
                    <a:pt x="1613" y="1254"/>
                    <a:pt x="1613" y="813"/>
                  </a:cubicBezTo>
                  <a:cubicBezTo>
                    <a:pt x="1613" y="372"/>
                    <a:pt x="1241" y="0"/>
                    <a:pt x="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2"/>
            <p:cNvSpPr/>
            <p:nvPr/>
          </p:nvSpPr>
          <p:spPr>
            <a:xfrm>
              <a:off x="3142630" y="3132607"/>
              <a:ext cx="57198" cy="51180"/>
            </a:xfrm>
            <a:custGeom>
              <a:rect b="b" l="l" r="r" t="t"/>
              <a:pathLst>
                <a:path extrusionOk="0" h="2109" w="2357">
                  <a:moveTo>
                    <a:pt x="1188" y="439"/>
                  </a:moveTo>
                  <a:cubicBezTo>
                    <a:pt x="1247" y="439"/>
                    <a:pt x="1306" y="448"/>
                    <a:pt x="1364" y="466"/>
                  </a:cubicBezTo>
                  <a:cubicBezTo>
                    <a:pt x="1681" y="562"/>
                    <a:pt x="1860" y="920"/>
                    <a:pt x="1764" y="1237"/>
                  </a:cubicBezTo>
                  <a:cubicBezTo>
                    <a:pt x="1676" y="1502"/>
                    <a:pt x="1437" y="1669"/>
                    <a:pt x="1184" y="1669"/>
                  </a:cubicBezTo>
                  <a:cubicBezTo>
                    <a:pt x="1120" y="1669"/>
                    <a:pt x="1056" y="1659"/>
                    <a:pt x="992" y="1637"/>
                  </a:cubicBezTo>
                  <a:cubicBezTo>
                    <a:pt x="662" y="1540"/>
                    <a:pt x="482" y="1196"/>
                    <a:pt x="593" y="865"/>
                  </a:cubicBezTo>
                  <a:cubicBezTo>
                    <a:pt x="671" y="606"/>
                    <a:pt x="925" y="439"/>
                    <a:pt x="1188" y="439"/>
                  </a:cubicBezTo>
                  <a:close/>
                  <a:moveTo>
                    <a:pt x="1165" y="1"/>
                  </a:moveTo>
                  <a:cubicBezTo>
                    <a:pt x="722" y="1"/>
                    <a:pt x="310" y="286"/>
                    <a:pt x="166" y="741"/>
                  </a:cubicBezTo>
                  <a:cubicBezTo>
                    <a:pt x="0" y="1292"/>
                    <a:pt x="303" y="1885"/>
                    <a:pt x="854" y="2064"/>
                  </a:cubicBezTo>
                  <a:cubicBezTo>
                    <a:pt x="954" y="2094"/>
                    <a:pt x="1055" y="2109"/>
                    <a:pt x="1156" y="2109"/>
                  </a:cubicBezTo>
                  <a:cubicBezTo>
                    <a:pt x="1601" y="2109"/>
                    <a:pt x="2031" y="1824"/>
                    <a:pt x="2177" y="1375"/>
                  </a:cubicBezTo>
                  <a:cubicBezTo>
                    <a:pt x="2356" y="810"/>
                    <a:pt x="2039" y="218"/>
                    <a:pt x="1488" y="52"/>
                  </a:cubicBezTo>
                  <a:cubicBezTo>
                    <a:pt x="1381" y="17"/>
                    <a:pt x="1272" y="1"/>
                    <a:pt x="1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2"/>
            <p:cNvSpPr/>
            <p:nvPr/>
          </p:nvSpPr>
          <p:spPr>
            <a:xfrm>
              <a:off x="3096474" y="2941282"/>
              <a:ext cx="132767" cy="132428"/>
            </a:xfrm>
            <a:custGeom>
              <a:rect b="b" l="l" r="r" t="t"/>
              <a:pathLst>
                <a:path extrusionOk="0" h="5457" w="5471">
                  <a:moveTo>
                    <a:pt x="2729" y="0"/>
                  </a:moveTo>
                  <a:cubicBezTo>
                    <a:pt x="2495" y="0"/>
                    <a:pt x="2260" y="28"/>
                    <a:pt x="2040" y="83"/>
                  </a:cubicBezTo>
                  <a:cubicBezTo>
                    <a:pt x="1930" y="111"/>
                    <a:pt x="1847" y="235"/>
                    <a:pt x="1888" y="345"/>
                  </a:cubicBezTo>
                  <a:cubicBezTo>
                    <a:pt x="1912" y="450"/>
                    <a:pt x="2005" y="516"/>
                    <a:pt x="2101" y="516"/>
                  </a:cubicBezTo>
                  <a:cubicBezTo>
                    <a:pt x="2117" y="516"/>
                    <a:pt x="2134" y="514"/>
                    <a:pt x="2150" y="510"/>
                  </a:cubicBezTo>
                  <a:cubicBezTo>
                    <a:pt x="2343" y="455"/>
                    <a:pt x="2536" y="427"/>
                    <a:pt x="2729" y="427"/>
                  </a:cubicBezTo>
                  <a:cubicBezTo>
                    <a:pt x="3996" y="427"/>
                    <a:pt x="5030" y="1461"/>
                    <a:pt x="5030" y="2728"/>
                  </a:cubicBezTo>
                  <a:cubicBezTo>
                    <a:pt x="5030" y="3996"/>
                    <a:pt x="3996" y="5015"/>
                    <a:pt x="2729" y="5015"/>
                  </a:cubicBezTo>
                  <a:cubicBezTo>
                    <a:pt x="1461" y="5015"/>
                    <a:pt x="442" y="3996"/>
                    <a:pt x="442" y="2728"/>
                  </a:cubicBezTo>
                  <a:cubicBezTo>
                    <a:pt x="442" y="2012"/>
                    <a:pt x="759" y="1364"/>
                    <a:pt x="1310" y="923"/>
                  </a:cubicBezTo>
                  <a:cubicBezTo>
                    <a:pt x="1406" y="855"/>
                    <a:pt x="1434" y="703"/>
                    <a:pt x="1351" y="620"/>
                  </a:cubicBezTo>
                  <a:cubicBezTo>
                    <a:pt x="1310" y="563"/>
                    <a:pt x="1245" y="530"/>
                    <a:pt x="1178" y="530"/>
                  </a:cubicBezTo>
                  <a:cubicBezTo>
                    <a:pt x="1133" y="530"/>
                    <a:pt x="1087" y="545"/>
                    <a:pt x="1048" y="579"/>
                  </a:cubicBezTo>
                  <a:cubicBezTo>
                    <a:pt x="387" y="1103"/>
                    <a:pt x="1" y="1888"/>
                    <a:pt x="1" y="2728"/>
                  </a:cubicBezTo>
                  <a:cubicBezTo>
                    <a:pt x="1" y="4230"/>
                    <a:pt x="1227" y="5456"/>
                    <a:pt x="2729" y="5456"/>
                  </a:cubicBezTo>
                  <a:cubicBezTo>
                    <a:pt x="4244" y="5456"/>
                    <a:pt x="5471" y="4230"/>
                    <a:pt x="5471" y="2728"/>
                  </a:cubicBezTo>
                  <a:cubicBezTo>
                    <a:pt x="5471" y="1227"/>
                    <a:pt x="4244" y="0"/>
                    <a:pt x="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5" name="Google Shape;1475;p62"/>
          <p:cNvSpPr txBox="1"/>
          <p:nvPr/>
        </p:nvSpPr>
        <p:spPr>
          <a:xfrm>
            <a:off x="3979276" y="2029265"/>
            <a:ext cx="130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latin typeface="Times New Roman"/>
              </a:rPr>
              <a:t>Rang Mộc</a:t>
            </a:r>
            <a:endParaRPr b="1" i="1" sz="2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2" name="Google Shape;1282;p60"/>
          <p:cNvSpPr txBox="1"/>
          <p:nvPr/>
        </p:nvSpPr>
        <p:spPr>
          <a:xfrm flipH="1">
            <a:off x="1277772" y="1438176"/>
            <a:ext cx="2143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83" name="Google Shape;1283;p60"/>
          <p:cNvSpPr txBox="1"/>
          <p:nvPr/>
        </p:nvSpPr>
        <p:spPr>
          <a:xfrm flipH="1">
            <a:off x="1277797" y="2751205"/>
            <a:ext cx="21432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84" name="Google Shape;1284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Arial"/>
              </a:rPr>
              <a:t>Vì sao chúng tôi làm direct-trade với nông dân Đắk Lắk</a:t>
            </a:r>
            <a:endParaRPr/>
          </a:p>
        </p:txBody>
      </p:sp>
      <p:sp>
        <p:nvSpPr>
          <p:cNvPr id="1285" name="Google Shape;1285;p60"/>
          <p:cNvSpPr txBox="1"/>
          <p:nvPr/>
        </p:nvSpPr>
        <p:spPr>
          <a:xfrm flipH="1">
            <a:off x="1277784" y="180644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Roboto"/>
              </a:rPr>
              <a:t>Đắk Lắk: hợp tác trực tiếp với 12 hộ nông dân tại Cư M'gar, trả giá cao hơn thị trường 20-30%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60"/>
          <p:cNvSpPr txBox="1"/>
          <p:nvPr/>
        </p:nvSpPr>
        <p:spPr>
          <a:xfrm flipH="1">
            <a:off x="1277799" y="311933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Roboto"/>
              </a:rPr>
              <a:t>Không qua trung gian: loại bỏ 3 lớp thương lái, rút ngắn thời gian từ nông trại đến xưởng rang còn 48 giờ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87" name="Google Shape;1287;p60"/>
          <p:cNvGrpSpPr/>
          <p:nvPr/>
        </p:nvGrpSpPr>
        <p:grpSpPr>
          <a:xfrm>
            <a:off x="3408005" y="1345493"/>
            <a:ext cx="4919741" cy="2620545"/>
            <a:chOff x="233350" y="949250"/>
            <a:chExt cx="7137300" cy="3802300"/>
          </a:xfrm>
        </p:grpSpPr>
        <p:sp>
          <p:nvSpPr>
            <p:cNvPr id="1288" name="Google Shape;1288;p60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0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0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0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0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0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0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0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0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0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0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0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0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0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0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0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0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0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0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0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0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0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0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0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0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0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0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0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0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0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0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0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0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0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0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0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0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0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0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0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0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0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0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0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0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0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0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0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0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0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0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9" name="Google Shape;1339;p60"/>
          <p:cNvGrpSpPr/>
          <p:nvPr/>
        </p:nvGrpSpPr>
        <p:grpSpPr>
          <a:xfrm>
            <a:off x="885038" y="1514384"/>
            <a:ext cx="315800" cy="315800"/>
            <a:chOff x="8565775" y="671075"/>
            <a:chExt cx="441000" cy="441000"/>
          </a:xfrm>
        </p:grpSpPr>
        <p:sp>
          <p:nvSpPr>
            <p:cNvPr id="1340" name="Google Shape;1340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FFC736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60"/>
          <p:cNvGrpSpPr/>
          <p:nvPr/>
        </p:nvGrpSpPr>
        <p:grpSpPr>
          <a:xfrm>
            <a:off x="885038" y="2827409"/>
            <a:ext cx="315800" cy="315800"/>
            <a:chOff x="8565775" y="671075"/>
            <a:chExt cx="441000" cy="441000"/>
          </a:xfrm>
        </p:grpSpPr>
        <p:sp>
          <p:nvSpPr>
            <p:cNvPr id="1343" name="Google Shape;1343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D56B63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5" name="Google Shape;1345;p60"/>
          <p:cNvGrpSpPr/>
          <p:nvPr/>
        </p:nvGrpSpPr>
        <p:grpSpPr>
          <a:xfrm>
            <a:off x="5320879" y="1903867"/>
            <a:ext cx="315800" cy="315800"/>
            <a:chOff x="8565775" y="671075"/>
            <a:chExt cx="441000" cy="441000"/>
          </a:xfrm>
        </p:grpSpPr>
        <p:sp>
          <p:nvSpPr>
            <p:cNvPr id="1346" name="Google Shape;1346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FFC736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60"/>
          <p:cNvGrpSpPr/>
          <p:nvPr/>
        </p:nvGrpSpPr>
        <p:grpSpPr>
          <a:xfrm>
            <a:off x="5130354" y="2312342"/>
            <a:ext cx="315800" cy="315800"/>
            <a:chOff x="8565775" y="671075"/>
            <a:chExt cx="441000" cy="441000"/>
          </a:xfrm>
        </p:grpSpPr>
        <p:sp>
          <p:nvSpPr>
            <p:cNvPr id="1349" name="Google Shape;1349;p6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solidFill>
              <a:srgbClr val="D56B63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27" name="Google Shape;1227;p56"/>
          <p:cNvSpPr txBox="1"/>
          <p:nvPr>
            <p:ph idx="1" type="subTitle"/>
          </p:nvPr>
        </p:nvSpPr>
        <p:spPr>
          <a:xfrm>
            <a:off x="938500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8.500 tỷ VNĐ — quy mô ước tính của thị trường cà phê đặc sản Việt Nam năm 2026</a:t>
            </a:r>
            <a:endParaRPr/>
          </a:p>
        </p:txBody>
      </p:sp>
      <p:sp>
        <p:nvSpPr>
          <p:cNvPr id="1228" name="Google Shape;1228;p56"/>
          <p:cNvSpPr txBox="1"/>
          <p:nvPr>
            <p:ph idx="2" type="subTitle"/>
          </p:nvPr>
        </p:nvSpPr>
        <p:spPr>
          <a:xfrm>
            <a:off x="938500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29" name="Google Shape;1229;p56"/>
          <p:cNvSpPr txBox="1"/>
          <p:nvPr>
            <p:ph idx="4" type="subTitle"/>
          </p:nvPr>
        </p:nvSpPr>
        <p:spPr>
          <a:xfrm>
            <a:off x="3470713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18%/năm — tốc độ tăng trưởng kép ước tính của phân khúc cà phê rang xay cao cấp, 2024-2028</a:t>
            </a:r>
            <a:endParaRPr/>
          </a:p>
        </p:txBody>
      </p:sp>
      <p:sp>
        <p:nvSpPr>
          <p:cNvPr id="1230" name="Google Shape;1230;p56"/>
          <p:cNvSpPr txBox="1"/>
          <p:nvPr>
            <p:ph idx="5" type="subTitle"/>
          </p:nvPr>
        </p:nvSpPr>
        <p:spPr>
          <a:xfrm>
            <a:off x="3470713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1" name="Google Shape;1231;p56"/>
          <p:cNvSpPr txBox="1"/>
          <p:nvPr>
            <p:ph idx="7" type="subTitle"/>
          </p:nvPr>
        </p:nvSpPr>
        <p:spPr>
          <a:xfrm>
            <a:off x="6002925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Arial"/>
              </a:rPr>
              <a:t>Dưới 5% — tỷ trọng cà phê đặc sản trong tổng sản lượng cà phê Việt Nam hiện nay, dư địa còn rất lớn</a:t>
            </a:r>
            <a:endParaRPr/>
          </a:p>
        </p:txBody>
      </p:sp>
      <p:sp>
        <p:nvSpPr>
          <p:cNvPr id="1232" name="Google Shape;1232;p56"/>
          <p:cNvSpPr txBox="1"/>
          <p:nvPr>
            <p:ph idx="8" type="subTitle"/>
          </p:nvPr>
        </p:nvSpPr>
        <p:spPr>
          <a:xfrm>
            <a:off x="6002925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3" name="Google Shape;1233;p5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Arial"/>
              </a:rPr>
              <a:t>Thị trường cà phê đặc sản Việt Nam đang tăng trưởng</a:t>
            </a:r>
            <a:endParaRPr/>
          </a:p>
        </p:txBody>
      </p:sp>
      <p:sp>
        <p:nvSpPr>
          <p:cNvPr id="1234" name="Google Shape;1234;p56"/>
          <p:cNvSpPr txBox="1"/>
          <p:nvPr>
            <p:ph idx="3" type="title"/>
          </p:nvPr>
        </p:nvSpPr>
        <p:spPr>
          <a:xfrm>
            <a:off x="3858763" y="1309014"/>
            <a:ext cx="13977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5" name="Google Shape;1235;p56"/>
          <p:cNvSpPr txBox="1"/>
          <p:nvPr>
            <p:ph idx="6" type="title"/>
          </p:nvPr>
        </p:nvSpPr>
        <p:spPr>
          <a:xfrm>
            <a:off x="6390675" y="1309014"/>
            <a:ext cx="13977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6" name="Google Shape;1236;p56"/>
          <p:cNvSpPr txBox="1"/>
          <p:nvPr>
            <p:ph type="title"/>
          </p:nvPr>
        </p:nvSpPr>
        <p:spPr>
          <a:xfrm>
            <a:off x="1325650" y="1309014"/>
            <a:ext cx="13989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237" name="Google Shape;1237;p56"/>
          <p:cNvSpPr/>
          <p:nvPr/>
        </p:nvSpPr>
        <p:spPr>
          <a:xfrm>
            <a:off x="938500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6"/>
          <p:cNvSpPr/>
          <p:nvPr/>
        </p:nvSpPr>
        <p:spPr>
          <a:xfrm>
            <a:off x="935104" y="2002956"/>
            <a:ext cx="612000" cy="440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6"/>
          <p:cNvSpPr/>
          <p:nvPr/>
        </p:nvSpPr>
        <p:spPr>
          <a:xfrm>
            <a:off x="3470713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6"/>
          <p:cNvSpPr/>
          <p:nvPr/>
        </p:nvSpPr>
        <p:spPr>
          <a:xfrm>
            <a:off x="3470909" y="2002956"/>
            <a:ext cx="1076700" cy="4404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6"/>
          <p:cNvSpPr/>
          <p:nvPr/>
        </p:nvSpPr>
        <p:spPr>
          <a:xfrm>
            <a:off x="6002925" y="2002956"/>
            <a:ext cx="2173200" cy="440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6"/>
          <p:cNvSpPr/>
          <p:nvPr/>
        </p:nvSpPr>
        <p:spPr>
          <a:xfrm>
            <a:off x="6002350" y="2002950"/>
            <a:ext cx="1546800" cy="4404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8" name="Google Shape;638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Arial"/>
              </a:rPr>
              <a:t>Mô hình kinh doanh</a:t>
            </a:r>
            <a:endParaRPr/>
          </a:p>
        </p:txBody>
      </p:sp>
      <p:sp>
        <p:nvSpPr>
          <p:cNvPr id="639" name="Google Shape;639;p45"/>
          <p:cNvSpPr txBox="1"/>
          <p:nvPr>
            <p:ph idx="1" type="subTitle"/>
          </p:nvPr>
        </p:nvSpPr>
        <p:spPr>
          <a:xfrm>
            <a:off x="4943950" y="2481544"/>
            <a:ext cx="2654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latin typeface="Arial"/>
              </a:rPr>
              <a:t>Wholesale — Bán sỉ cho quán cà phê</a:t>
            </a:r>
            <a:endParaRPr/>
          </a:p>
          <a:p>
            <a:r>
              <a:rPr sz="1400">
                <a:latin typeface="Arial"/>
              </a:rPr>
              <a:t>Wholesale — Bán sỉ cho quán cà phê độc lập</a:t>
            </a:r>
          </a:p>
          <a:p>
            <a:r>
              <a:rPr sz="1400">
                <a:latin typeface="Arial"/>
              </a:rPr>
              <a:t>Hợp đồng cung cấp định kỳ tại TP.HCM và Hà Nội</a:t>
            </a:r>
          </a:p>
          <a:p>
            <a:r>
              <a:rPr sz="1400">
                <a:latin typeface="Arial"/>
              </a:rPr>
              <a:t>Đơn hàng ổn định, biên lợi nhuận gộp khoảng 40%, mở rộng quy mô nhanh hơn</a:t>
            </a:r>
          </a:p>
        </p:txBody>
      </p:sp>
      <p:sp>
        <p:nvSpPr>
          <p:cNvPr id="640" name="Google Shape;640;p45"/>
          <p:cNvSpPr txBox="1"/>
          <p:nvPr>
            <p:ph idx="2" type="subTitle"/>
          </p:nvPr>
        </p:nvSpPr>
        <p:spPr>
          <a:xfrm>
            <a:off x="1545350" y="2481544"/>
            <a:ext cx="2654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latin typeface="Arial"/>
              </a:rPr>
              <a:t>D2C — Bán trực tiếp</a:t>
            </a:r>
            <a:endParaRPr/>
          </a:p>
          <a:p>
            <a:r>
              <a:rPr sz="1400">
                <a:latin typeface="Arial"/>
              </a:rPr>
              <a:t>D2C — Bán trực tiếp qua website riêng</a:t>
            </a:r>
          </a:p>
          <a:p>
            <a:r>
              <a:rPr sz="1400">
                <a:latin typeface="Arial"/>
              </a:rPr>
              <a:t>Giao hàng tận nơi trong 48 giờ sau khi rang</a:t>
            </a:r>
          </a:p>
          <a:p>
            <a:r>
              <a:rPr sz="1400">
                <a:latin typeface="Arial"/>
              </a:rPr>
              <a:t>Biên lợi nhuận gộp khoảng 65%, xây dựng quan hệ trực tiếp với người uống cà phê</a:t>
            </a:r>
          </a:p>
        </p:txBody>
      </p:sp>
      <p:sp>
        <p:nvSpPr>
          <p:cNvPr id="641" name="Google Shape;641;p45"/>
          <p:cNvSpPr txBox="1"/>
          <p:nvPr>
            <p:ph idx="3" type="subTitle"/>
          </p:nvPr>
        </p:nvSpPr>
        <p:spPr>
          <a:xfrm>
            <a:off x="1545350" y="2051201"/>
            <a:ext cx="2654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642" name="Google Shape;642;p45"/>
          <p:cNvSpPr txBox="1"/>
          <p:nvPr>
            <p:ph idx="4" type="subTitle"/>
          </p:nvPr>
        </p:nvSpPr>
        <p:spPr>
          <a:xfrm>
            <a:off x="4943950" y="2051201"/>
            <a:ext cx="2654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grpSp>
        <p:nvGrpSpPr>
          <p:cNvPr id="643" name="Google Shape;643;p45"/>
          <p:cNvGrpSpPr/>
          <p:nvPr/>
        </p:nvGrpSpPr>
        <p:grpSpPr>
          <a:xfrm>
            <a:off x="6021480" y="1524934"/>
            <a:ext cx="499641" cy="500108"/>
            <a:chOff x="1462179" y="844254"/>
            <a:chExt cx="363454" cy="363794"/>
          </a:xfrm>
        </p:grpSpPr>
        <p:sp>
          <p:nvSpPr>
            <p:cNvPr id="644" name="Google Shape;644;p45"/>
            <p:cNvSpPr/>
            <p:nvPr/>
          </p:nvSpPr>
          <p:spPr>
            <a:xfrm>
              <a:off x="1467518" y="849593"/>
              <a:ext cx="353116" cy="353092"/>
            </a:xfrm>
            <a:custGeom>
              <a:rect b="b" l="l" r="r" t="t"/>
              <a:pathLst>
                <a:path extrusionOk="0" h="14550" w="14551">
                  <a:moveTo>
                    <a:pt x="7275" y="0"/>
                  </a:moveTo>
                  <a:cubicBezTo>
                    <a:pt x="3252" y="0"/>
                    <a:pt x="1" y="3252"/>
                    <a:pt x="1" y="7275"/>
                  </a:cubicBezTo>
                  <a:cubicBezTo>
                    <a:pt x="1" y="11284"/>
                    <a:pt x="3252" y="14550"/>
                    <a:pt x="7275" y="14550"/>
                  </a:cubicBezTo>
                  <a:cubicBezTo>
                    <a:pt x="11285" y="14550"/>
                    <a:pt x="14536" y="11284"/>
                    <a:pt x="14536" y="7275"/>
                  </a:cubicBezTo>
                  <a:lnTo>
                    <a:pt x="14550" y="7275"/>
                  </a:lnTo>
                  <a:cubicBezTo>
                    <a:pt x="14550" y="3252"/>
                    <a:pt x="11285" y="0"/>
                    <a:pt x="7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1467518" y="899754"/>
              <a:ext cx="310309" cy="302931"/>
            </a:xfrm>
            <a:custGeom>
              <a:rect b="b" l="l" r="r" t="t"/>
              <a:pathLst>
                <a:path extrusionOk="0" h="12483" w="12787">
                  <a:moveTo>
                    <a:pt x="2191" y="0"/>
                  </a:moveTo>
                  <a:lnTo>
                    <a:pt x="2191" y="0"/>
                  </a:lnTo>
                  <a:cubicBezTo>
                    <a:pt x="841" y="1323"/>
                    <a:pt x="1" y="3169"/>
                    <a:pt x="1" y="5208"/>
                  </a:cubicBezTo>
                  <a:cubicBezTo>
                    <a:pt x="1" y="9217"/>
                    <a:pt x="3252" y="12483"/>
                    <a:pt x="7275" y="12483"/>
                  </a:cubicBezTo>
                  <a:cubicBezTo>
                    <a:pt x="9480" y="12483"/>
                    <a:pt x="11450" y="11491"/>
                    <a:pt x="12786" y="9948"/>
                  </a:cubicBezTo>
                  <a:lnTo>
                    <a:pt x="12786" y="9948"/>
                  </a:lnTo>
                  <a:cubicBezTo>
                    <a:pt x="11478" y="11229"/>
                    <a:pt x="9687" y="12014"/>
                    <a:pt x="7703" y="12014"/>
                  </a:cubicBezTo>
                  <a:cubicBezTo>
                    <a:pt x="3693" y="12014"/>
                    <a:pt x="442" y="8749"/>
                    <a:pt x="442" y="4740"/>
                  </a:cubicBezTo>
                  <a:cubicBezTo>
                    <a:pt x="442" y="2935"/>
                    <a:pt x="1103" y="1281"/>
                    <a:pt x="2191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5"/>
            <p:cNvSpPr/>
            <p:nvPr/>
          </p:nvSpPr>
          <p:spPr>
            <a:xfrm>
              <a:off x="1516004" y="898080"/>
              <a:ext cx="255804" cy="255804"/>
            </a:xfrm>
            <a:custGeom>
              <a:rect b="b" l="l" r="r" t="t"/>
              <a:pathLst>
                <a:path extrusionOk="0" h="10541" w="10541">
                  <a:moveTo>
                    <a:pt x="5277" y="0"/>
                  </a:moveTo>
                  <a:cubicBezTo>
                    <a:pt x="2357" y="0"/>
                    <a:pt x="1" y="2356"/>
                    <a:pt x="1" y="5277"/>
                  </a:cubicBezTo>
                  <a:cubicBezTo>
                    <a:pt x="1" y="8184"/>
                    <a:pt x="2357" y="10540"/>
                    <a:pt x="5277" y="10540"/>
                  </a:cubicBezTo>
                  <a:cubicBezTo>
                    <a:pt x="8185" y="10540"/>
                    <a:pt x="10540" y="8184"/>
                    <a:pt x="10540" y="5277"/>
                  </a:cubicBezTo>
                  <a:cubicBezTo>
                    <a:pt x="10540" y="2370"/>
                    <a:pt x="8185" y="0"/>
                    <a:pt x="52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1516004" y="944892"/>
              <a:ext cx="241098" cy="208992"/>
            </a:xfrm>
            <a:custGeom>
              <a:rect b="b" l="l" r="r" t="t"/>
              <a:pathLst>
                <a:path extrusionOk="0" h="8612" w="9935">
                  <a:moveTo>
                    <a:pt x="1199" y="0"/>
                  </a:moveTo>
                  <a:lnTo>
                    <a:pt x="1199" y="0"/>
                  </a:lnTo>
                  <a:cubicBezTo>
                    <a:pt x="455" y="909"/>
                    <a:pt x="1" y="2080"/>
                    <a:pt x="1" y="3348"/>
                  </a:cubicBezTo>
                  <a:cubicBezTo>
                    <a:pt x="1" y="6255"/>
                    <a:pt x="2370" y="8611"/>
                    <a:pt x="5277" y="8611"/>
                  </a:cubicBezTo>
                  <a:cubicBezTo>
                    <a:pt x="7289" y="8611"/>
                    <a:pt x="9039" y="7481"/>
                    <a:pt x="9934" y="5800"/>
                  </a:cubicBezTo>
                  <a:lnTo>
                    <a:pt x="9934" y="5800"/>
                  </a:lnTo>
                  <a:cubicBezTo>
                    <a:pt x="8956" y="6985"/>
                    <a:pt x="7496" y="7729"/>
                    <a:pt x="5856" y="7729"/>
                  </a:cubicBezTo>
                  <a:cubicBezTo>
                    <a:pt x="2949" y="7729"/>
                    <a:pt x="593" y="5373"/>
                    <a:pt x="593" y="2466"/>
                  </a:cubicBezTo>
                  <a:cubicBezTo>
                    <a:pt x="593" y="1584"/>
                    <a:pt x="813" y="744"/>
                    <a:pt x="1199" y="0"/>
                  </a:cubicBezTo>
                  <a:close/>
                </a:path>
              </a:pathLst>
            </a:custGeom>
            <a:solidFill>
              <a:srgbClr val="B2E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1643724" y="920624"/>
              <a:ext cx="78942" cy="67755"/>
            </a:xfrm>
            <a:custGeom>
              <a:rect b="b" l="l" r="r" t="t"/>
              <a:pathLst>
                <a:path extrusionOk="0" h="2792" w="3253">
                  <a:moveTo>
                    <a:pt x="764" y="0"/>
                  </a:moveTo>
                  <a:cubicBezTo>
                    <a:pt x="479" y="0"/>
                    <a:pt x="197" y="116"/>
                    <a:pt x="1" y="339"/>
                  </a:cubicBezTo>
                  <a:cubicBezTo>
                    <a:pt x="331" y="532"/>
                    <a:pt x="910" y="1565"/>
                    <a:pt x="910" y="1565"/>
                  </a:cubicBezTo>
                  <a:cubicBezTo>
                    <a:pt x="910" y="1565"/>
                    <a:pt x="1916" y="2157"/>
                    <a:pt x="2233" y="2791"/>
                  </a:cubicBezTo>
                  <a:lnTo>
                    <a:pt x="2811" y="2433"/>
                  </a:lnTo>
                  <a:cubicBezTo>
                    <a:pt x="2894" y="2378"/>
                    <a:pt x="2963" y="2323"/>
                    <a:pt x="3018" y="2254"/>
                  </a:cubicBezTo>
                  <a:cubicBezTo>
                    <a:pt x="3073" y="2185"/>
                    <a:pt x="3114" y="2102"/>
                    <a:pt x="3142" y="2020"/>
                  </a:cubicBezTo>
                  <a:lnTo>
                    <a:pt x="3128" y="2020"/>
                  </a:lnTo>
                  <a:cubicBezTo>
                    <a:pt x="3252" y="1634"/>
                    <a:pt x="3087" y="1221"/>
                    <a:pt x="2742" y="1014"/>
                  </a:cubicBezTo>
                  <a:lnTo>
                    <a:pt x="1268" y="132"/>
                  </a:lnTo>
                  <a:cubicBezTo>
                    <a:pt x="1112" y="43"/>
                    <a:pt x="937" y="0"/>
                    <a:pt x="764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5"/>
            <p:cNvSpPr/>
            <p:nvPr/>
          </p:nvSpPr>
          <p:spPr>
            <a:xfrm>
              <a:off x="1643724" y="922153"/>
              <a:ext cx="63217" cy="66226"/>
            </a:xfrm>
            <a:custGeom>
              <a:rect b="b" l="l" r="r" t="t"/>
              <a:pathLst>
                <a:path extrusionOk="0" h="2729" w="2605">
                  <a:moveTo>
                    <a:pt x="386" y="0"/>
                  </a:moveTo>
                  <a:cubicBezTo>
                    <a:pt x="249" y="55"/>
                    <a:pt x="111" y="152"/>
                    <a:pt x="1" y="276"/>
                  </a:cubicBezTo>
                  <a:lnTo>
                    <a:pt x="1006" y="1557"/>
                  </a:lnTo>
                  <a:cubicBezTo>
                    <a:pt x="1006" y="1557"/>
                    <a:pt x="1916" y="2094"/>
                    <a:pt x="2233" y="2728"/>
                  </a:cubicBezTo>
                  <a:lnTo>
                    <a:pt x="2605" y="2494"/>
                  </a:lnTo>
                  <a:cubicBezTo>
                    <a:pt x="2274" y="1833"/>
                    <a:pt x="1847" y="1199"/>
                    <a:pt x="1268" y="675"/>
                  </a:cubicBezTo>
                  <a:cubicBezTo>
                    <a:pt x="993" y="427"/>
                    <a:pt x="703" y="207"/>
                    <a:pt x="386" y="0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5"/>
            <p:cNvSpPr/>
            <p:nvPr/>
          </p:nvSpPr>
          <p:spPr>
            <a:xfrm>
              <a:off x="1546775" y="919459"/>
              <a:ext cx="240078" cy="219038"/>
            </a:xfrm>
            <a:custGeom>
              <a:rect b="b" l="l" r="r" t="t"/>
              <a:pathLst>
                <a:path extrusionOk="0" h="9026" w="9893">
                  <a:moveTo>
                    <a:pt x="3279" y="1"/>
                  </a:moveTo>
                  <a:lnTo>
                    <a:pt x="0" y="56"/>
                  </a:lnTo>
                  <a:lnTo>
                    <a:pt x="0" y="3611"/>
                  </a:lnTo>
                  <a:cubicBezTo>
                    <a:pt x="317" y="4162"/>
                    <a:pt x="772" y="4506"/>
                    <a:pt x="1323" y="5002"/>
                  </a:cubicBezTo>
                  <a:cubicBezTo>
                    <a:pt x="2439" y="5994"/>
                    <a:pt x="4009" y="6380"/>
                    <a:pt x="5249" y="6532"/>
                  </a:cubicBezTo>
                  <a:cubicBezTo>
                    <a:pt x="5828" y="6600"/>
                    <a:pt x="6572" y="6959"/>
                    <a:pt x="7013" y="7344"/>
                  </a:cubicBezTo>
                  <a:cubicBezTo>
                    <a:pt x="6834" y="7964"/>
                    <a:pt x="7068" y="8557"/>
                    <a:pt x="7578" y="9012"/>
                  </a:cubicBezTo>
                  <a:lnTo>
                    <a:pt x="8225" y="9025"/>
                  </a:lnTo>
                  <a:lnTo>
                    <a:pt x="8460" y="8268"/>
                  </a:lnTo>
                  <a:cubicBezTo>
                    <a:pt x="8515" y="8116"/>
                    <a:pt x="8639" y="7978"/>
                    <a:pt x="8790" y="7909"/>
                  </a:cubicBezTo>
                  <a:lnTo>
                    <a:pt x="9534" y="7592"/>
                  </a:lnTo>
                  <a:cubicBezTo>
                    <a:pt x="9576" y="7565"/>
                    <a:pt x="9617" y="7551"/>
                    <a:pt x="9658" y="7524"/>
                  </a:cubicBezTo>
                  <a:cubicBezTo>
                    <a:pt x="9892" y="7317"/>
                    <a:pt x="9892" y="6972"/>
                    <a:pt x="9672" y="6766"/>
                  </a:cubicBezTo>
                  <a:lnTo>
                    <a:pt x="9562" y="6669"/>
                  </a:lnTo>
                  <a:cubicBezTo>
                    <a:pt x="9240" y="6375"/>
                    <a:pt x="8839" y="6235"/>
                    <a:pt x="8440" y="6235"/>
                  </a:cubicBezTo>
                  <a:cubicBezTo>
                    <a:pt x="8241" y="6235"/>
                    <a:pt x="8042" y="6270"/>
                    <a:pt x="7853" y="6339"/>
                  </a:cubicBezTo>
                  <a:cubicBezTo>
                    <a:pt x="7842" y="6342"/>
                    <a:pt x="7832" y="6344"/>
                    <a:pt x="7823" y="6344"/>
                  </a:cubicBezTo>
                  <a:cubicBezTo>
                    <a:pt x="7797" y="6344"/>
                    <a:pt x="7777" y="6331"/>
                    <a:pt x="7757" y="6311"/>
                  </a:cubicBezTo>
                  <a:cubicBezTo>
                    <a:pt x="7330" y="5912"/>
                    <a:pt x="7027" y="5388"/>
                    <a:pt x="6889" y="4809"/>
                  </a:cubicBezTo>
                  <a:cubicBezTo>
                    <a:pt x="6627" y="3597"/>
                    <a:pt x="6076" y="2109"/>
                    <a:pt x="4974" y="1117"/>
                  </a:cubicBezTo>
                  <a:cubicBezTo>
                    <a:pt x="4437" y="635"/>
                    <a:pt x="3858" y="263"/>
                    <a:pt x="3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5"/>
            <p:cNvSpPr/>
            <p:nvPr/>
          </p:nvSpPr>
          <p:spPr>
            <a:xfrm>
              <a:off x="1546436" y="998717"/>
              <a:ext cx="199964" cy="149318"/>
            </a:xfrm>
            <a:custGeom>
              <a:rect b="b" l="l" r="r" t="t"/>
              <a:pathLst>
                <a:path extrusionOk="0" h="6153" w="8240">
                  <a:moveTo>
                    <a:pt x="249" y="1"/>
                  </a:moveTo>
                  <a:cubicBezTo>
                    <a:pt x="222" y="1"/>
                    <a:pt x="198" y="5"/>
                    <a:pt x="179" y="14"/>
                  </a:cubicBezTo>
                  <a:cubicBezTo>
                    <a:pt x="83" y="55"/>
                    <a:pt x="111" y="303"/>
                    <a:pt x="0" y="345"/>
                  </a:cubicBezTo>
                  <a:cubicBezTo>
                    <a:pt x="331" y="896"/>
                    <a:pt x="758" y="1433"/>
                    <a:pt x="1309" y="1943"/>
                  </a:cubicBezTo>
                  <a:cubicBezTo>
                    <a:pt x="2411" y="2935"/>
                    <a:pt x="3982" y="3321"/>
                    <a:pt x="5222" y="3472"/>
                  </a:cubicBezTo>
                  <a:cubicBezTo>
                    <a:pt x="5801" y="3541"/>
                    <a:pt x="6338" y="3762"/>
                    <a:pt x="6779" y="4134"/>
                  </a:cubicBezTo>
                  <a:cubicBezTo>
                    <a:pt x="6807" y="4147"/>
                    <a:pt x="6807" y="4189"/>
                    <a:pt x="6807" y="4216"/>
                  </a:cubicBezTo>
                  <a:cubicBezTo>
                    <a:pt x="6641" y="4822"/>
                    <a:pt x="6820" y="5484"/>
                    <a:pt x="7303" y="5925"/>
                  </a:cubicBezTo>
                  <a:lnTo>
                    <a:pt x="7413" y="6021"/>
                  </a:lnTo>
                  <a:cubicBezTo>
                    <a:pt x="7509" y="6111"/>
                    <a:pt x="7628" y="6153"/>
                    <a:pt x="7747" y="6153"/>
                  </a:cubicBezTo>
                  <a:cubicBezTo>
                    <a:pt x="7884" y="6153"/>
                    <a:pt x="8019" y="6097"/>
                    <a:pt x="8115" y="5994"/>
                  </a:cubicBezTo>
                  <a:cubicBezTo>
                    <a:pt x="8157" y="5938"/>
                    <a:pt x="8198" y="5856"/>
                    <a:pt x="8226" y="5787"/>
                  </a:cubicBezTo>
                  <a:lnTo>
                    <a:pt x="8239" y="5759"/>
                  </a:lnTo>
                  <a:cubicBezTo>
                    <a:pt x="8157" y="5732"/>
                    <a:pt x="8088" y="5704"/>
                    <a:pt x="8033" y="5649"/>
                  </a:cubicBezTo>
                  <a:lnTo>
                    <a:pt x="7923" y="5539"/>
                  </a:lnTo>
                  <a:cubicBezTo>
                    <a:pt x="7427" y="5098"/>
                    <a:pt x="7261" y="4437"/>
                    <a:pt x="7413" y="3844"/>
                  </a:cubicBezTo>
                  <a:cubicBezTo>
                    <a:pt x="7427" y="3803"/>
                    <a:pt x="7413" y="3775"/>
                    <a:pt x="7385" y="3748"/>
                  </a:cubicBezTo>
                  <a:cubicBezTo>
                    <a:pt x="6944" y="3376"/>
                    <a:pt x="6407" y="3155"/>
                    <a:pt x="5842" y="3086"/>
                  </a:cubicBezTo>
                  <a:cubicBezTo>
                    <a:pt x="4602" y="2949"/>
                    <a:pt x="3031" y="2563"/>
                    <a:pt x="1915" y="1557"/>
                  </a:cubicBezTo>
                  <a:cubicBezTo>
                    <a:pt x="1392" y="1075"/>
                    <a:pt x="979" y="565"/>
                    <a:pt x="662" y="42"/>
                  </a:cubicBezTo>
                  <a:cubicBezTo>
                    <a:pt x="643" y="51"/>
                    <a:pt x="619" y="55"/>
                    <a:pt x="593" y="55"/>
                  </a:cubicBezTo>
                  <a:cubicBezTo>
                    <a:pt x="492" y="55"/>
                    <a:pt x="349" y="1"/>
                    <a:pt x="249" y="1"/>
                  </a:cubicBezTo>
                  <a:close/>
                </a:path>
              </a:pathLst>
            </a:custGeom>
            <a:solidFill>
              <a:srgbClr val="5595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5"/>
            <p:cNvSpPr/>
            <p:nvPr/>
          </p:nvSpPr>
          <p:spPr>
            <a:xfrm>
              <a:off x="1524352" y="906476"/>
              <a:ext cx="102021" cy="100613"/>
            </a:xfrm>
            <a:custGeom>
              <a:rect b="b" l="l" r="r" t="t"/>
              <a:pathLst>
                <a:path extrusionOk="0" h="4146" w="4204">
                  <a:moveTo>
                    <a:pt x="1919" y="0"/>
                  </a:moveTo>
                  <a:cubicBezTo>
                    <a:pt x="1578" y="0"/>
                    <a:pt x="1273" y="43"/>
                    <a:pt x="1021" y="123"/>
                  </a:cubicBezTo>
                  <a:cubicBezTo>
                    <a:pt x="773" y="205"/>
                    <a:pt x="1" y="2589"/>
                    <a:pt x="910" y="4146"/>
                  </a:cubicBezTo>
                  <a:cubicBezTo>
                    <a:pt x="2509" y="3539"/>
                    <a:pt x="3762" y="2176"/>
                    <a:pt x="4203" y="536"/>
                  </a:cubicBezTo>
                  <a:cubicBezTo>
                    <a:pt x="3384" y="163"/>
                    <a:pt x="2583" y="0"/>
                    <a:pt x="1919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5"/>
            <p:cNvSpPr/>
            <p:nvPr/>
          </p:nvSpPr>
          <p:spPr>
            <a:xfrm>
              <a:off x="1527701" y="909437"/>
              <a:ext cx="34800" cy="97652"/>
            </a:xfrm>
            <a:custGeom>
              <a:rect b="b" l="l" r="r" t="t"/>
              <a:pathLst>
                <a:path extrusionOk="0" h="4024" w="1434">
                  <a:moveTo>
                    <a:pt x="896" y="1"/>
                  </a:moveTo>
                  <a:cubicBezTo>
                    <a:pt x="690" y="70"/>
                    <a:pt x="469" y="166"/>
                    <a:pt x="318" y="331"/>
                  </a:cubicBezTo>
                  <a:cubicBezTo>
                    <a:pt x="111" y="566"/>
                    <a:pt x="1" y="993"/>
                    <a:pt x="1" y="1516"/>
                  </a:cubicBezTo>
                  <a:cubicBezTo>
                    <a:pt x="28" y="2398"/>
                    <a:pt x="331" y="3266"/>
                    <a:pt x="786" y="4024"/>
                  </a:cubicBezTo>
                  <a:cubicBezTo>
                    <a:pt x="1007" y="3941"/>
                    <a:pt x="1227" y="3831"/>
                    <a:pt x="1434" y="3721"/>
                  </a:cubicBezTo>
                  <a:cubicBezTo>
                    <a:pt x="511" y="2191"/>
                    <a:pt x="428" y="607"/>
                    <a:pt x="896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5"/>
            <p:cNvSpPr/>
            <p:nvPr/>
          </p:nvSpPr>
          <p:spPr>
            <a:xfrm>
              <a:off x="1565825" y="928827"/>
              <a:ext cx="22763" cy="22763"/>
            </a:xfrm>
            <a:custGeom>
              <a:rect b="b" l="l" r="r" t="t"/>
              <a:pathLst>
                <a:path extrusionOk="0" h="938" w="938">
                  <a:moveTo>
                    <a:pt x="469" y="1"/>
                  </a:moveTo>
                  <a:cubicBezTo>
                    <a:pt x="207" y="1"/>
                    <a:pt x="0" y="207"/>
                    <a:pt x="0" y="469"/>
                  </a:cubicBezTo>
                  <a:cubicBezTo>
                    <a:pt x="0" y="731"/>
                    <a:pt x="207" y="938"/>
                    <a:pt x="469" y="938"/>
                  </a:cubicBezTo>
                  <a:cubicBezTo>
                    <a:pt x="731" y="938"/>
                    <a:pt x="937" y="731"/>
                    <a:pt x="937" y="469"/>
                  </a:cubicBezTo>
                  <a:cubicBezTo>
                    <a:pt x="937" y="207"/>
                    <a:pt x="731" y="1"/>
                    <a:pt x="469" y="1"/>
                  </a:cubicBez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1528211" y="1052542"/>
              <a:ext cx="148638" cy="110708"/>
            </a:xfrm>
            <a:custGeom>
              <a:rect b="b" l="l" r="r" t="t"/>
              <a:pathLst>
                <a:path extrusionOk="0" h="4562" w="6125">
                  <a:moveTo>
                    <a:pt x="489" y="0"/>
                  </a:moveTo>
                  <a:cubicBezTo>
                    <a:pt x="444" y="0"/>
                    <a:pt x="1" y="2815"/>
                    <a:pt x="1468" y="3624"/>
                  </a:cubicBezTo>
                  <a:cubicBezTo>
                    <a:pt x="1967" y="3908"/>
                    <a:pt x="2904" y="4562"/>
                    <a:pt x="3499" y="4562"/>
                  </a:cubicBezTo>
                  <a:cubicBezTo>
                    <a:pt x="3511" y="4562"/>
                    <a:pt x="3523" y="4561"/>
                    <a:pt x="3534" y="4561"/>
                  </a:cubicBezTo>
                  <a:cubicBezTo>
                    <a:pt x="4017" y="4547"/>
                    <a:pt x="4485" y="4423"/>
                    <a:pt x="4912" y="4203"/>
                  </a:cubicBezTo>
                  <a:cubicBezTo>
                    <a:pt x="5381" y="3968"/>
                    <a:pt x="5780" y="3624"/>
                    <a:pt x="6097" y="3197"/>
                  </a:cubicBezTo>
                  <a:cubicBezTo>
                    <a:pt x="6125" y="3156"/>
                    <a:pt x="6111" y="3087"/>
                    <a:pt x="6070" y="3059"/>
                  </a:cubicBezTo>
                  <a:lnTo>
                    <a:pt x="5381" y="2687"/>
                  </a:lnTo>
                  <a:lnTo>
                    <a:pt x="3135" y="1833"/>
                  </a:lnTo>
                  <a:lnTo>
                    <a:pt x="1178" y="372"/>
                  </a:lnTo>
                  <a:lnTo>
                    <a:pt x="751" y="138"/>
                  </a:lnTo>
                  <a:lnTo>
                    <a:pt x="490" y="0"/>
                  </a:lnTo>
                  <a:cubicBezTo>
                    <a:pt x="489" y="0"/>
                    <a:pt x="489" y="0"/>
                    <a:pt x="489" y="0"/>
                  </a:cubicBezTo>
                  <a:close/>
                </a:path>
              </a:pathLst>
            </a:custGeom>
            <a:solidFill>
              <a:srgbClr val="FFC7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5"/>
            <p:cNvSpPr/>
            <p:nvPr/>
          </p:nvSpPr>
          <p:spPr>
            <a:xfrm>
              <a:off x="1522023" y="1052203"/>
              <a:ext cx="125414" cy="111121"/>
            </a:xfrm>
            <a:custGeom>
              <a:rect b="b" l="l" r="r" t="t"/>
              <a:pathLst>
                <a:path extrusionOk="0" h="4579" w="5168">
                  <a:moveTo>
                    <a:pt x="700" y="1"/>
                  </a:moveTo>
                  <a:cubicBezTo>
                    <a:pt x="670" y="1"/>
                    <a:pt x="639" y="19"/>
                    <a:pt x="621" y="56"/>
                  </a:cubicBezTo>
                  <a:cubicBezTo>
                    <a:pt x="1" y="1585"/>
                    <a:pt x="621" y="3362"/>
                    <a:pt x="2095" y="4175"/>
                  </a:cubicBezTo>
                  <a:cubicBezTo>
                    <a:pt x="2562" y="4440"/>
                    <a:pt x="3098" y="4578"/>
                    <a:pt x="3641" y="4578"/>
                  </a:cubicBezTo>
                  <a:cubicBezTo>
                    <a:pt x="3690" y="4578"/>
                    <a:pt x="3740" y="4577"/>
                    <a:pt x="3789" y="4575"/>
                  </a:cubicBezTo>
                  <a:cubicBezTo>
                    <a:pt x="4272" y="4561"/>
                    <a:pt x="4740" y="4437"/>
                    <a:pt x="5167" y="4217"/>
                  </a:cubicBezTo>
                  <a:lnTo>
                    <a:pt x="5167" y="4217"/>
                  </a:lnTo>
                  <a:cubicBezTo>
                    <a:pt x="4892" y="4313"/>
                    <a:pt x="4589" y="4368"/>
                    <a:pt x="4285" y="4368"/>
                  </a:cubicBezTo>
                  <a:cubicBezTo>
                    <a:pt x="4236" y="4371"/>
                    <a:pt x="4186" y="4372"/>
                    <a:pt x="4137" y="4372"/>
                  </a:cubicBezTo>
                  <a:cubicBezTo>
                    <a:pt x="3594" y="4372"/>
                    <a:pt x="3058" y="4234"/>
                    <a:pt x="2591" y="3969"/>
                  </a:cubicBezTo>
                  <a:cubicBezTo>
                    <a:pt x="1213" y="3211"/>
                    <a:pt x="593" y="1599"/>
                    <a:pt x="1020" y="152"/>
                  </a:cubicBezTo>
                  <a:lnTo>
                    <a:pt x="745" y="14"/>
                  </a:lnTo>
                  <a:cubicBezTo>
                    <a:pt x="731" y="5"/>
                    <a:pt x="715" y="1"/>
                    <a:pt x="700" y="1"/>
                  </a:cubicBezTo>
                  <a:close/>
                </a:path>
              </a:pathLst>
            </a:custGeom>
            <a:solidFill>
              <a:srgbClr val="FAAA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5"/>
            <p:cNvSpPr/>
            <p:nvPr/>
          </p:nvSpPr>
          <p:spPr>
            <a:xfrm>
              <a:off x="1551119" y="1061570"/>
              <a:ext cx="107675" cy="80374"/>
            </a:xfrm>
            <a:custGeom>
              <a:rect b="b" l="l" r="r" t="t"/>
              <a:pathLst>
                <a:path extrusionOk="0" h="3312" w="4437">
                  <a:moveTo>
                    <a:pt x="234" y="0"/>
                  </a:moveTo>
                  <a:cubicBezTo>
                    <a:pt x="28" y="496"/>
                    <a:pt x="0" y="1048"/>
                    <a:pt x="152" y="1571"/>
                  </a:cubicBezTo>
                  <a:cubicBezTo>
                    <a:pt x="331" y="2191"/>
                    <a:pt x="744" y="2701"/>
                    <a:pt x="1309" y="3018"/>
                  </a:cubicBezTo>
                  <a:cubicBezTo>
                    <a:pt x="1656" y="3203"/>
                    <a:pt x="2036" y="3311"/>
                    <a:pt x="2429" y="3311"/>
                  </a:cubicBezTo>
                  <a:cubicBezTo>
                    <a:pt x="2473" y="3311"/>
                    <a:pt x="2518" y="3310"/>
                    <a:pt x="2563" y="3307"/>
                  </a:cubicBezTo>
                  <a:lnTo>
                    <a:pt x="2549" y="3307"/>
                  </a:lnTo>
                  <a:cubicBezTo>
                    <a:pt x="3307" y="3280"/>
                    <a:pt x="3996" y="2908"/>
                    <a:pt x="4437" y="2315"/>
                  </a:cubicBezTo>
                  <a:lnTo>
                    <a:pt x="2549" y="1282"/>
                  </a:lnTo>
                  <a:lnTo>
                    <a:pt x="2246" y="1323"/>
                  </a:lnTo>
                  <a:lnTo>
                    <a:pt x="2122" y="1048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5"/>
            <p:cNvSpPr/>
            <p:nvPr/>
          </p:nvSpPr>
          <p:spPr>
            <a:xfrm>
              <a:off x="1462179" y="844254"/>
              <a:ext cx="363454" cy="363794"/>
            </a:xfrm>
            <a:custGeom>
              <a:rect b="b" l="l" r="r" t="t"/>
              <a:pathLst>
                <a:path extrusionOk="0" h="14991" w="14977">
                  <a:moveTo>
                    <a:pt x="7495" y="0"/>
                  </a:moveTo>
                  <a:cubicBezTo>
                    <a:pt x="5870" y="0"/>
                    <a:pt x="4340" y="510"/>
                    <a:pt x="3045" y="1460"/>
                  </a:cubicBezTo>
                  <a:cubicBezTo>
                    <a:pt x="2949" y="1543"/>
                    <a:pt x="2921" y="1681"/>
                    <a:pt x="2990" y="1777"/>
                  </a:cubicBezTo>
                  <a:cubicBezTo>
                    <a:pt x="3038" y="1834"/>
                    <a:pt x="3105" y="1862"/>
                    <a:pt x="3172" y="1862"/>
                  </a:cubicBezTo>
                  <a:cubicBezTo>
                    <a:pt x="3219" y="1862"/>
                    <a:pt x="3267" y="1847"/>
                    <a:pt x="3307" y="1819"/>
                  </a:cubicBezTo>
                  <a:cubicBezTo>
                    <a:pt x="4519" y="909"/>
                    <a:pt x="5966" y="441"/>
                    <a:pt x="7495" y="441"/>
                  </a:cubicBezTo>
                  <a:cubicBezTo>
                    <a:pt x="11381" y="441"/>
                    <a:pt x="14550" y="3610"/>
                    <a:pt x="14550" y="7495"/>
                  </a:cubicBezTo>
                  <a:cubicBezTo>
                    <a:pt x="14550" y="11380"/>
                    <a:pt x="11381" y="14549"/>
                    <a:pt x="7495" y="14549"/>
                  </a:cubicBezTo>
                  <a:cubicBezTo>
                    <a:pt x="3596" y="14549"/>
                    <a:pt x="441" y="11380"/>
                    <a:pt x="441" y="7495"/>
                  </a:cubicBezTo>
                  <a:cubicBezTo>
                    <a:pt x="441" y="5594"/>
                    <a:pt x="1185" y="3803"/>
                    <a:pt x="2535" y="2466"/>
                  </a:cubicBezTo>
                  <a:cubicBezTo>
                    <a:pt x="2618" y="2384"/>
                    <a:pt x="2632" y="2246"/>
                    <a:pt x="2535" y="2163"/>
                  </a:cubicBezTo>
                  <a:cubicBezTo>
                    <a:pt x="2494" y="2122"/>
                    <a:pt x="2439" y="2101"/>
                    <a:pt x="2384" y="2101"/>
                  </a:cubicBezTo>
                  <a:cubicBezTo>
                    <a:pt x="2329" y="2101"/>
                    <a:pt x="2274" y="2122"/>
                    <a:pt x="2232" y="2163"/>
                  </a:cubicBezTo>
                  <a:cubicBezTo>
                    <a:pt x="786" y="3582"/>
                    <a:pt x="0" y="5470"/>
                    <a:pt x="0" y="7495"/>
                  </a:cubicBezTo>
                  <a:cubicBezTo>
                    <a:pt x="0" y="9507"/>
                    <a:pt x="786" y="11380"/>
                    <a:pt x="2191" y="12786"/>
                  </a:cubicBezTo>
                  <a:cubicBezTo>
                    <a:pt x="3610" y="14205"/>
                    <a:pt x="5484" y="14990"/>
                    <a:pt x="7495" y="14990"/>
                  </a:cubicBezTo>
                  <a:cubicBezTo>
                    <a:pt x="9493" y="14990"/>
                    <a:pt x="11367" y="14205"/>
                    <a:pt x="12786" y="12786"/>
                  </a:cubicBezTo>
                  <a:cubicBezTo>
                    <a:pt x="14205" y="11380"/>
                    <a:pt x="14977" y="9493"/>
                    <a:pt x="14977" y="7495"/>
                  </a:cubicBezTo>
                  <a:cubicBezTo>
                    <a:pt x="14977" y="5497"/>
                    <a:pt x="14205" y="3610"/>
                    <a:pt x="12786" y="2191"/>
                  </a:cubicBezTo>
                  <a:cubicBezTo>
                    <a:pt x="11367" y="772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5"/>
            <p:cNvSpPr/>
            <p:nvPr/>
          </p:nvSpPr>
          <p:spPr>
            <a:xfrm>
              <a:off x="1508311" y="893105"/>
              <a:ext cx="282886" cy="275679"/>
            </a:xfrm>
            <a:custGeom>
              <a:rect b="b" l="l" r="r" t="t"/>
              <a:pathLst>
                <a:path extrusionOk="0" h="11360" w="11657">
                  <a:moveTo>
                    <a:pt x="6340" y="1356"/>
                  </a:moveTo>
                  <a:cubicBezTo>
                    <a:pt x="6476" y="1356"/>
                    <a:pt x="6614" y="1390"/>
                    <a:pt x="6738" y="1459"/>
                  </a:cubicBezTo>
                  <a:lnTo>
                    <a:pt x="8212" y="2327"/>
                  </a:lnTo>
                  <a:cubicBezTo>
                    <a:pt x="8474" y="2492"/>
                    <a:pt x="8598" y="2795"/>
                    <a:pt x="8502" y="3085"/>
                  </a:cubicBezTo>
                  <a:cubicBezTo>
                    <a:pt x="8460" y="3333"/>
                    <a:pt x="8074" y="3484"/>
                    <a:pt x="7895" y="3608"/>
                  </a:cubicBezTo>
                  <a:cubicBezTo>
                    <a:pt x="7565" y="2975"/>
                    <a:pt x="7165" y="2451"/>
                    <a:pt x="6710" y="2038"/>
                  </a:cubicBezTo>
                  <a:cubicBezTo>
                    <a:pt x="6462" y="1831"/>
                    <a:pt x="6214" y="1624"/>
                    <a:pt x="5953" y="1459"/>
                  </a:cubicBezTo>
                  <a:cubicBezTo>
                    <a:pt x="6070" y="1390"/>
                    <a:pt x="6204" y="1356"/>
                    <a:pt x="6340" y="1356"/>
                  </a:cubicBezTo>
                  <a:close/>
                  <a:moveTo>
                    <a:pt x="2562" y="780"/>
                  </a:moveTo>
                  <a:cubicBezTo>
                    <a:pt x="2775" y="780"/>
                    <a:pt x="3011" y="798"/>
                    <a:pt x="3266" y="839"/>
                  </a:cubicBezTo>
                  <a:cubicBezTo>
                    <a:pt x="3721" y="908"/>
                    <a:pt x="4162" y="1032"/>
                    <a:pt x="4602" y="1211"/>
                  </a:cubicBezTo>
                  <a:cubicBezTo>
                    <a:pt x="4162" y="2671"/>
                    <a:pt x="3087" y="3856"/>
                    <a:pt x="1682" y="4449"/>
                  </a:cubicBezTo>
                  <a:cubicBezTo>
                    <a:pt x="1461" y="4035"/>
                    <a:pt x="1282" y="3608"/>
                    <a:pt x="1172" y="3167"/>
                  </a:cubicBezTo>
                  <a:cubicBezTo>
                    <a:pt x="896" y="2162"/>
                    <a:pt x="1034" y="1445"/>
                    <a:pt x="1282" y="1170"/>
                  </a:cubicBezTo>
                  <a:lnTo>
                    <a:pt x="1282" y="1156"/>
                  </a:lnTo>
                  <a:cubicBezTo>
                    <a:pt x="1469" y="948"/>
                    <a:pt x="1913" y="780"/>
                    <a:pt x="2562" y="780"/>
                  </a:cubicBezTo>
                  <a:close/>
                  <a:moveTo>
                    <a:pt x="2122" y="7273"/>
                  </a:moveTo>
                  <a:lnTo>
                    <a:pt x="3679" y="8127"/>
                  </a:lnTo>
                  <a:lnTo>
                    <a:pt x="2357" y="8968"/>
                  </a:lnTo>
                  <a:cubicBezTo>
                    <a:pt x="2260" y="8816"/>
                    <a:pt x="2191" y="8637"/>
                    <a:pt x="2136" y="8458"/>
                  </a:cubicBezTo>
                  <a:cubicBezTo>
                    <a:pt x="2026" y="8072"/>
                    <a:pt x="2026" y="7659"/>
                    <a:pt x="2122" y="7273"/>
                  </a:cubicBezTo>
                  <a:close/>
                  <a:moveTo>
                    <a:pt x="3886" y="8513"/>
                  </a:moveTo>
                  <a:lnTo>
                    <a:pt x="3927" y="10015"/>
                  </a:lnTo>
                  <a:cubicBezTo>
                    <a:pt x="3666" y="9987"/>
                    <a:pt x="3418" y="9905"/>
                    <a:pt x="3197" y="9781"/>
                  </a:cubicBezTo>
                  <a:cubicBezTo>
                    <a:pt x="2977" y="9657"/>
                    <a:pt x="2784" y="9505"/>
                    <a:pt x="2618" y="9326"/>
                  </a:cubicBezTo>
                  <a:lnTo>
                    <a:pt x="3886" y="8513"/>
                  </a:lnTo>
                  <a:close/>
                  <a:moveTo>
                    <a:pt x="4327" y="8472"/>
                  </a:moveTo>
                  <a:lnTo>
                    <a:pt x="5870" y="9326"/>
                  </a:lnTo>
                  <a:cubicBezTo>
                    <a:pt x="5484" y="9739"/>
                    <a:pt x="4947" y="10001"/>
                    <a:pt x="4368" y="10042"/>
                  </a:cubicBezTo>
                  <a:lnTo>
                    <a:pt x="4327" y="8472"/>
                  </a:lnTo>
                  <a:close/>
                  <a:moveTo>
                    <a:pt x="869" y="3691"/>
                  </a:moveTo>
                  <a:cubicBezTo>
                    <a:pt x="1227" y="4710"/>
                    <a:pt x="1874" y="5689"/>
                    <a:pt x="2742" y="6460"/>
                  </a:cubicBezTo>
                  <a:cubicBezTo>
                    <a:pt x="3914" y="7521"/>
                    <a:pt x="5581" y="7907"/>
                    <a:pt x="6779" y="8045"/>
                  </a:cubicBezTo>
                  <a:cubicBezTo>
                    <a:pt x="7289" y="8100"/>
                    <a:pt x="7758" y="8293"/>
                    <a:pt x="8157" y="8596"/>
                  </a:cubicBezTo>
                  <a:cubicBezTo>
                    <a:pt x="8061" y="8995"/>
                    <a:pt x="8102" y="9409"/>
                    <a:pt x="8267" y="9767"/>
                  </a:cubicBezTo>
                  <a:cubicBezTo>
                    <a:pt x="7758" y="10084"/>
                    <a:pt x="7206" y="10304"/>
                    <a:pt x="6628" y="10428"/>
                  </a:cubicBezTo>
                  <a:cubicBezTo>
                    <a:pt x="6821" y="10249"/>
                    <a:pt x="7014" y="10029"/>
                    <a:pt x="7165" y="9794"/>
                  </a:cubicBezTo>
                  <a:cubicBezTo>
                    <a:pt x="7193" y="9753"/>
                    <a:pt x="7206" y="9684"/>
                    <a:pt x="7193" y="9629"/>
                  </a:cubicBezTo>
                  <a:cubicBezTo>
                    <a:pt x="7179" y="9560"/>
                    <a:pt x="7138" y="9519"/>
                    <a:pt x="7082" y="9491"/>
                  </a:cubicBezTo>
                  <a:lnTo>
                    <a:pt x="6311" y="9064"/>
                  </a:lnTo>
                  <a:lnTo>
                    <a:pt x="5167" y="8430"/>
                  </a:lnTo>
                  <a:lnTo>
                    <a:pt x="1337" y="6336"/>
                  </a:lnTo>
                  <a:cubicBezTo>
                    <a:pt x="1304" y="6316"/>
                    <a:pt x="1268" y="6306"/>
                    <a:pt x="1232" y="6306"/>
                  </a:cubicBezTo>
                  <a:cubicBezTo>
                    <a:pt x="1146" y="6306"/>
                    <a:pt x="1063" y="6359"/>
                    <a:pt x="1034" y="6446"/>
                  </a:cubicBezTo>
                  <a:cubicBezTo>
                    <a:pt x="924" y="6667"/>
                    <a:pt x="855" y="6901"/>
                    <a:pt x="814" y="7135"/>
                  </a:cubicBezTo>
                  <a:cubicBezTo>
                    <a:pt x="690" y="6805"/>
                    <a:pt x="607" y="6460"/>
                    <a:pt x="566" y="6102"/>
                  </a:cubicBezTo>
                  <a:cubicBezTo>
                    <a:pt x="469" y="5275"/>
                    <a:pt x="566" y="4449"/>
                    <a:pt x="869" y="3691"/>
                  </a:cubicBezTo>
                  <a:close/>
                  <a:moveTo>
                    <a:pt x="5614" y="0"/>
                  </a:moveTo>
                  <a:cubicBezTo>
                    <a:pt x="5385" y="0"/>
                    <a:pt x="5153" y="14"/>
                    <a:pt x="4919" y="40"/>
                  </a:cubicBezTo>
                  <a:cubicBezTo>
                    <a:pt x="4423" y="109"/>
                    <a:pt x="3941" y="233"/>
                    <a:pt x="3473" y="426"/>
                  </a:cubicBezTo>
                  <a:cubicBezTo>
                    <a:pt x="3431" y="412"/>
                    <a:pt x="3390" y="412"/>
                    <a:pt x="3335" y="398"/>
                  </a:cubicBezTo>
                  <a:cubicBezTo>
                    <a:pt x="3074" y="357"/>
                    <a:pt x="2822" y="338"/>
                    <a:pt x="2585" y="338"/>
                  </a:cubicBezTo>
                  <a:cubicBezTo>
                    <a:pt x="1857" y="338"/>
                    <a:pt x="1266" y="524"/>
                    <a:pt x="965" y="867"/>
                  </a:cubicBezTo>
                  <a:cubicBezTo>
                    <a:pt x="593" y="1280"/>
                    <a:pt x="497" y="2093"/>
                    <a:pt x="690" y="3030"/>
                  </a:cubicBezTo>
                  <a:lnTo>
                    <a:pt x="676" y="3030"/>
                  </a:lnTo>
                  <a:cubicBezTo>
                    <a:pt x="194" y="3994"/>
                    <a:pt x="1" y="5069"/>
                    <a:pt x="138" y="6157"/>
                  </a:cubicBezTo>
                  <a:cubicBezTo>
                    <a:pt x="221" y="6832"/>
                    <a:pt x="428" y="7480"/>
                    <a:pt x="745" y="8072"/>
                  </a:cubicBezTo>
                  <a:cubicBezTo>
                    <a:pt x="800" y="8968"/>
                    <a:pt x="1186" y="9808"/>
                    <a:pt x="1874" y="10442"/>
                  </a:cubicBezTo>
                  <a:cubicBezTo>
                    <a:pt x="1912" y="10480"/>
                    <a:pt x="1965" y="10498"/>
                    <a:pt x="2017" y="10498"/>
                  </a:cubicBezTo>
                  <a:cubicBezTo>
                    <a:pt x="2079" y="10498"/>
                    <a:pt x="2140" y="10473"/>
                    <a:pt x="2178" y="10428"/>
                  </a:cubicBezTo>
                  <a:cubicBezTo>
                    <a:pt x="2260" y="10332"/>
                    <a:pt x="2260" y="10194"/>
                    <a:pt x="2164" y="10111"/>
                  </a:cubicBezTo>
                  <a:cubicBezTo>
                    <a:pt x="1254" y="9285"/>
                    <a:pt x="938" y="7990"/>
                    <a:pt x="1337" y="6846"/>
                  </a:cubicBezTo>
                  <a:lnTo>
                    <a:pt x="1337" y="6846"/>
                  </a:lnTo>
                  <a:lnTo>
                    <a:pt x="1737" y="7053"/>
                  </a:lnTo>
                  <a:cubicBezTo>
                    <a:pt x="1351" y="8210"/>
                    <a:pt x="1888" y="9588"/>
                    <a:pt x="2977" y="10153"/>
                  </a:cubicBezTo>
                  <a:cubicBezTo>
                    <a:pt x="3362" y="10370"/>
                    <a:pt x="3794" y="10474"/>
                    <a:pt x="4225" y="10474"/>
                  </a:cubicBezTo>
                  <a:cubicBezTo>
                    <a:pt x="4996" y="10474"/>
                    <a:pt x="5766" y="10142"/>
                    <a:pt x="6270" y="9533"/>
                  </a:cubicBezTo>
                  <a:lnTo>
                    <a:pt x="6655" y="9753"/>
                  </a:lnTo>
                  <a:cubicBezTo>
                    <a:pt x="6394" y="10084"/>
                    <a:pt x="6063" y="10359"/>
                    <a:pt x="5691" y="10552"/>
                  </a:cubicBezTo>
                  <a:cubicBezTo>
                    <a:pt x="5254" y="10796"/>
                    <a:pt x="4750" y="10917"/>
                    <a:pt x="4245" y="10917"/>
                  </a:cubicBezTo>
                  <a:cubicBezTo>
                    <a:pt x="3809" y="10917"/>
                    <a:pt x="3372" y="10827"/>
                    <a:pt x="2977" y="10649"/>
                  </a:cubicBezTo>
                  <a:cubicBezTo>
                    <a:pt x="2947" y="10634"/>
                    <a:pt x="2917" y="10627"/>
                    <a:pt x="2887" y="10627"/>
                  </a:cubicBezTo>
                  <a:cubicBezTo>
                    <a:pt x="2805" y="10627"/>
                    <a:pt x="2728" y="10678"/>
                    <a:pt x="2687" y="10759"/>
                  </a:cubicBezTo>
                  <a:cubicBezTo>
                    <a:pt x="2632" y="10869"/>
                    <a:pt x="2687" y="10993"/>
                    <a:pt x="2798" y="11048"/>
                  </a:cubicBezTo>
                  <a:cubicBezTo>
                    <a:pt x="3245" y="11256"/>
                    <a:pt x="3741" y="11359"/>
                    <a:pt x="4237" y="11359"/>
                  </a:cubicBezTo>
                  <a:cubicBezTo>
                    <a:pt x="4795" y="11359"/>
                    <a:pt x="5354" y="11228"/>
                    <a:pt x="5842" y="10966"/>
                  </a:cubicBezTo>
                  <a:cubicBezTo>
                    <a:pt x="5980" y="10966"/>
                    <a:pt x="6104" y="10952"/>
                    <a:pt x="6242" y="10938"/>
                  </a:cubicBezTo>
                  <a:cubicBezTo>
                    <a:pt x="7027" y="10842"/>
                    <a:pt x="7799" y="10566"/>
                    <a:pt x="8474" y="10153"/>
                  </a:cubicBezTo>
                  <a:cubicBezTo>
                    <a:pt x="8686" y="10404"/>
                    <a:pt x="8961" y="10719"/>
                    <a:pt x="9324" y="10719"/>
                  </a:cubicBezTo>
                  <a:cubicBezTo>
                    <a:pt x="9339" y="10719"/>
                    <a:pt x="9354" y="10719"/>
                    <a:pt x="9370" y="10718"/>
                  </a:cubicBezTo>
                  <a:cubicBezTo>
                    <a:pt x="9659" y="10704"/>
                    <a:pt x="9921" y="10497"/>
                    <a:pt x="10003" y="10222"/>
                  </a:cubicBezTo>
                  <a:lnTo>
                    <a:pt x="10265" y="9422"/>
                  </a:lnTo>
                  <a:cubicBezTo>
                    <a:pt x="10293" y="9326"/>
                    <a:pt x="10375" y="9230"/>
                    <a:pt x="10472" y="9202"/>
                  </a:cubicBezTo>
                  <a:cubicBezTo>
                    <a:pt x="10665" y="9092"/>
                    <a:pt x="11326" y="8871"/>
                    <a:pt x="11464" y="8692"/>
                  </a:cubicBezTo>
                  <a:cubicBezTo>
                    <a:pt x="11588" y="8554"/>
                    <a:pt x="11657" y="8362"/>
                    <a:pt x="11643" y="8182"/>
                  </a:cubicBezTo>
                  <a:cubicBezTo>
                    <a:pt x="11629" y="7990"/>
                    <a:pt x="11546" y="7810"/>
                    <a:pt x="11409" y="7686"/>
                  </a:cubicBezTo>
                  <a:lnTo>
                    <a:pt x="11298" y="7590"/>
                  </a:lnTo>
                  <a:cubicBezTo>
                    <a:pt x="11133" y="7438"/>
                    <a:pt x="10954" y="7328"/>
                    <a:pt x="10775" y="7246"/>
                  </a:cubicBezTo>
                  <a:cubicBezTo>
                    <a:pt x="11037" y="6474"/>
                    <a:pt x="11119" y="5647"/>
                    <a:pt x="11023" y="4821"/>
                  </a:cubicBezTo>
                  <a:cubicBezTo>
                    <a:pt x="10899" y="3801"/>
                    <a:pt x="10486" y="2823"/>
                    <a:pt x="9824" y="2024"/>
                  </a:cubicBezTo>
                  <a:cubicBezTo>
                    <a:pt x="9190" y="1252"/>
                    <a:pt x="8364" y="660"/>
                    <a:pt x="7413" y="315"/>
                  </a:cubicBezTo>
                  <a:cubicBezTo>
                    <a:pt x="7391" y="307"/>
                    <a:pt x="7368" y="303"/>
                    <a:pt x="7345" y="303"/>
                  </a:cubicBezTo>
                  <a:cubicBezTo>
                    <a:pt x="7252" y="303"/>
                    <a:pt x="7157" y="365"/>
                    <a:pt x="7124" y="453"/>
                  </a:cubicBezTo>
                  <a:cubicBezTo>
                    <a:pt x="7082" y="563"/>
                    <a:pt x="7151" y="687"/>
                    <a:pt x="7262" y="729"/>
                  </a:cubicBezTo>
                  <a:cubicBezTo>
                    <a:pt x="9080" y="1376"/>
                    <a:pt x="10348" y="2975"/>
                    <a:pt x="10582" y="4876"/>
                  </a:cubicBezTo>
                  <a:cubicBezTo>
                    <a:pt x="10678" y="5634"/>
                    <a:pt x="10596" y="6405"/>
                    <a:pt x="10348" y="7122"/>
                  </a:cubicBezTo>
                  <a:cubicBezTo>
                    <a:pt x="10244" y="7103"/>
                    <a:pt x="10140" y="7093"/>
                    <a:pt x="10036" y="7093"/>
                  </a:cubicBezTo>
                  <a:cubicBezTo>
                    <a:pt x="9837" y="7093"/>
                    <a:pt x="9637" y="7127"/>
                    <a:pt x="9438" y="7190"/>
                  </a:cubicBezTo>
                  <a:cubicBezTo>
                    <a:pt x="9080" y="6846"/>
                    <a:pt x="8832" y="6405"/>
                    <a:pt x="8708" y="5909"/>
                  </a:cubicBezTo>
                  <a:cubicBezTo>
                    <a:pt x="8685" y="5815"/>
                    <a:pt x="8591" y="5752"/>
                    <a:pt x="8496" y="5752"/>
                  </a:cubicBezTo>
                  <a:cubicBezTo>
                    <a:pt x="8480" y="5752"/>
                    <a:pt x="8463" y="5753"/>
                    <a:pt x="8446" y="5758"/>
                  </a:cubicBezTo>
                  <a:cubicBezTo>
                    <a:pt x="8322" y="5785"/>
                    <a:pt x="8254" y="5909"/>
                    <a:pt x="8281" y="6019"/>
                  </a:cubicBezTo>
                  <a:cubicBezTo>
                    <a:pt x="8433" y="6639"/>
                    <a:pt x="8763" y="7190"/>
                    <a:pt x="9232" y="7604"/>
                  </a:cubicBezTo>
                  <a:cubicBezTo>
                    <a:pt x="9278" y="7641"/>
                    <a:pt x="9330" y="7659"/>
                    <a:pt x="9384" y="7659"/>
                  </a:cubicBezTo>
                  <a:cubicBezTo>
                    <a:pt x="9411" y="7659"/>
                    <a:pt x="9438" y="7654"/>
                    <a:pt x="9466" y="7645"/>
                  </a:cubicBezTo>
                  <a:cubicBezTo>
                    <a:pt x="9646" y="7569"/>
                    <a:pt x="9833" y="7533"/>
                    <a:pt x="10020" y="7533"/>
                  </a:cubicBezTo>
                  <a:cubicBezTo>
                    <a:pt x="10377" y="7533"/>
                    <a:pt x="10729" y="7667"/>
                    <a:pt x="11009" y="7921"/>
                  </a:cubicBezTo>
                  <a:cubicBezTo>
                    <a:pt x="11216" y="8045"/>
                    <a:pt x="11312" y="8334"/>
                    <a:pt x="11050" y="8472"/>
                  </a:cubicBezTo>
                  <a:lnTo>
                    <a:pt x="10293" y="8789"/>
                  </a:lnTo>
                  <a:cubicBezTo>
                    <a:pt x="10086" y="8885"/>
                    <a:pt x="9921" y="9064"/>
                    <a:pt x="9852" y="9285"/>
                  </a:cubicBezTo>
                  <a:lnTo>
                    <a:pt x="9590" y="10098"/>
                  </a:lnTo>
                  <a:cubicBezTo>
                    <a:pt x="9576" y="10125"/>
                    <a:pt x="9562" y="10166"/>
                    <a:pt x="9535" y="10194"/>
                  </a:cubicBezTo>
                  <a:cubicBezTo>
                    <a:pt x="9484" y="10253"/>
                    <a:pt x="9409" y="10284"/>
                    <a:pt x="9334" y="10284"/>
                  </a:cubicBezTo>
                  <a:cubicBezTo>
                    <a:pt x="9268" y="10284"/>
                    <a:pt x="9201" y="10259"/>
                    <a:pt x="9149" y="10208"/>
                  </a:cubicBezTo>
                  <a:lnTo>
                    <a:pt x="9039" y="10111"/>
                  </a:lnTo>
                  <a:cubicBezTo>
                    <a:pt x="8612" y="9726"/>
                    <a:pt x="8446" y="9133"/>
                    <a:pt x="8612" y="8582"/>
                  </a:cubicBezTo>
                  <a:cubicBezTo>
                    <a:pt x="8639" y="8499"/>
                    <a:pt x="8612" y="8417"/>
                    <a:pt x="8543" y="8348"/>
                  </a:cubicBezTo>
                  <a:cubicBezTo>
                    <a:pt x="8061" y="7934"/>
                    <a:pt x="7468" y="7673"/>
                    <a:pt x="6834" y="7604"/>
                  </a:cubicBezTo>
                  <a:cubicBezTo>
                    <a:pt x="5705" y="7480"/>
                    <a:pt x="4120" y="7122"/>
                    <a:pt x="3032" y="6130"/>
                  </a:cubicBezTo>
                  <a:cubicBezTo>
                    <a:pt x="2591" y="5744"/>
                    <a:pt x="2219" y="5303"/>
                    <a:pt x="1916" y="4821"/>
                  </a:cubicBezTo>
                  <a:cubicBezTo>
                    <a:pt x="3376" y="4187"/>
                    <a:pt x="4520" y="2933"/>
                    <a:pt x="5002" y="1404"/>
                  </a:cubicBezTo>
                  <a:cubicBezTo>
                    <a:pt x="5498" y="1652"/>
                    <a:pt x="5980" y="1983"/>
                    <a:pt x="6407" y="2368"/>
                  </a:cubicBezTo>
                  <a:cubicBezTo>
                    <a:pt x="6876" y="2782"/>
                    <a:pt x="7275" y="3333"/>
                    <a:pt x="7606" y="4008"/>
                  </a:cubicBezTo>
                  <a:cubicBezTo>
                    <a:pt x="7758" y="4325"/>
                    <a:pt x="7895" y="4669"/>
                    <a:pt x="8019" y="5041"/>
                  </a:cubicBezTo>
                  <a:cubicBezTo>
                    <a:pt x="8054" y="5144"/>
                    <a:pt x="8145" y="5200"/>
                    <a:pt x="8238" y="5200"/>
                  </a:cubicBezTo>
                  <a:cubicBezTo>
                    <a:pt x="8257" y="5200"/>
                    <a:pt x="8276" y="5197"/>
                    <a:pt x="8295" y="5193"/>
                  </a:cubicBezTo>
                  <a:cubicBezTo>
                    <a:pt x="8419" y="5151"/>
                    <a:pt x="8474" y="5027"/>
                    <a:pt x="8446" y="4903"/>
                  </a:cubicBezTo>
                  <a:cubicBezTo>
                    <a:pt x="8336" y="4586"/>
                    <a:pt x="8226" y="4283"/>
                    <a:pt x="8088" y="4008"/>
                  </a:cubicBezTo>
                  <a:cubicBezTo>
                    <a:pt x="8405" y="3815"/>
                    <a:pt x="8832" y="3608"/>
                    <a:pt x="8929" y="3223"/>
                  </a:cubicBezTo>
                  <a:cubicBezTo>
                    <a:pt x="9080" y="2727"/>
                    <a:pt x="8874" y="2217"/>
                    <a:pt x="8433" y="1955"/>
                  </a:cubicBezTo>
                  <a:lnTo>
                    <a:pt x="6958" y="1087"/>
                  </a:lnTo>
                  <a:cubicBezTo>
                    <a:pt x="6760" y="973"/>
                    <a:pt x="6541" y="916"/>
                    <a:pt x="6325" y="916"/>
                  </a:cubicBezTo>
                  <a:cubicBezTo>
                    <a:pt x="6045" y="916"/>
                    <a:pt x="5771" y="1011"/>
                    <a:pt x="5553" y="1197"/>
                  </a:cubicBezTo>
                  <a:cubicBezTo>
                    <a:pt x="5140" y="949"/>
                    <a:pt x="4699" y="756"/>
                    <a:pt x="4258" y="619"/>
                  </a:cubicBezTo>
                  <a:cubicBezTo>
                    <a:pt x="4492" y="550"/>
                    <a:pt x="4740" y="508"/>
                    <a:pt x="4974" y="481"/>
                  </a:cubicBezTo>
                  <a:cubicBezTo>
                    <a:pt x="5189" y="455"/>
                    <a:pt x="5401" y="441"/>
                    <a:pt x="5612" y="441"/>
                  </a:cubicBezTo>
                  <a:cubicBezTo>
                    <a:pt x="5848" y="441"/>
                    <a:pt x="6085" y="458"/>
                    <a:pt x="6325" y="495"/>
                  </a:cubicBezTo>
                  <a:cubicBezTo>
                    <a:pt x="6333" y="496"/>
                    <a:pt x="6341" y="496"/>
                    <a:pt x="6349" y="496"/>
                  </a:cubicBezTo>
                  <a:cubicBezTo>
                    <a:pt x="6451" y="496"/>
                    <a:pt x="6547" y="418"/>
                    <a:pt x="6573" y="315"/>
                  </a:cubicBezTo>
                  <a:cubicBezTo>
                    <a:pt x="6586" y="191"/>
                    <a:pt x="6504" y="81"/>
                    <a:pt x="6380" y="54"/>
                  </a:cubicBezTo>
                  <a:cubicBezTo>
                    <a:pt x="6125" y="17"/>
                    <a:pt x="5871" y="0"/>
                    <a:pt x="5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5"/>
            <p:cNvSpPr/>
            <p:nvPr/>
          </p:nvSpPr>
          <p:spPr>
            <a:xfrm>
              <a:off x="1558472" y="923706"/>
              <a:ext cx="37129" cy="33344"/>
            </a:xfrm>
            <a:custGeom>
              <a:rect b="b" l="l" r="r" t="t"/>
              <a:pathLst>
                <a:path extrusionOk="0" h="1374" w="1530">
                  <a:moveTo>
                    <a:pt x="767" y="435"/>
                  </a:moveTo>
                  <a:cubicBezTo>
                    <a:pt x="826" y="435"/>
                    <a:pt x="886" y="456"/>
                    <a:pt x="937" y="501"/>
                  </a:cubicBezTo>
                  <a:cubicBezTo>
                    <a:pt x="1034" y="584"/>
                    <a:pt x="1047" y="749"/>
                    <a:pt x="951" y="846"/>
                  </a:cubicBezTo>
                  <a:cubicBezTo>
                    <a:pt x="898" y="906"/>
                    <a:pt x="828" y="938"/>
                    <a:pt x="760" y="938"/>
                  </a:cubicBezTo>
                  <a:cubicBezTo>
                    <a:pt x="705" y="938"/>
                    <a:pt x="650" y="916"/>
                    <a:pt x="607" y="873"/>
                  </a:cubicBezTo>
                  <a:cubicBezTo>
                    <a:pt x="496" y="777"/>
                    <a:pt x="496" y="625"/>
                    <a:pt x="579" y="515"/>
                  </a:cubicBezTo>
                  <a:cubicBezTo>
                    <a:pt x="631" y="463"/>
                    <a:pt x="698" y="435"/>
                    <a:pt x="767" y="435"/>
                  </a:cubicBezTo>
                  <a:close/>
                  <a:moveTo>
                    <a:pt x="776" y="0"/>
                  </a:moveTo>
                  <a:cubicBezTo>
                    <a:pt x="586" y="0"/>
                    <a:pt x="396" y="77"/>
                    <a:pt x="262" y="226"/>
                  </a:cubicBezTo>
                  <a:cubicBezTo>
                    <a:pt x="0" y="501"/>
                    <a:pt x="28" y="956"/>
                    <a:pt x="303" y="1204"/>
                  </a:cubicBezTo>
                  <a:cubicBezTo>
                    <a:pt x="437" y="1318"/>
                    <a:pt x="599" y="1374"/>
                    <a:pt x="761" y="1374"/>
                  </a:cubicBezTo>
                  <a:cubicBezTo>
                    <a:pt x="951" y="1374"/>
                    <a:pt x="1140" y="1297"/>
                    <a:pt x="1282" y="1149"/>
                  </a:cubicBezTo>
                  <a:cubicBezTo>
                    <a:pt x="1530" y="873"/>
                    <a:pt x="1502" y="418"/>
                    <a:pt x="1227" y="170"/>
                  </a:cubicBezTo>
                  <a:cubicBezTo>
                    <a:pt x="1100" y="56"/>
                    <a:pt x="938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1" name="Google Shape;661;p45"/>
          <p:cNvGrpSpPr/>
          <p:nvPr/>
        </p:nvGrpSpPr>
        <p:grpSpPr>
          <a:xfrm>
            <a:off x="2622646" y="1524934"/>
            <a:ext cx="500108" cy="500108"/>
            <a:chOff x="713575" y="844254"/>
            <a:chExt cx="363794" cy="363794"/>
          </a:xfrm>
        </p:grpSpPr>
        <p:sp>
          <p:nvSpPr>
            <p:cNvPr id="662" name="Google Shape;662;p45"/>
            <p:cNvSpPr/>
            <p:nvPr/>
          </p:nvSpPr>
          <p:spPr>
            <a:xfrm>
              <a:off x="718914" y="849593"/>
              <a:ext cx="353092" cy="353092"/>
            </a:xfrm>
            <a:custGeom>
              <a:rect b="b" l="l" r="r" t="t"/>
              <a:pathLst>
                <a:path extrusionOk="0" h="14550" w="14550">
                  <a:moveTo>
                    <a:pt x="7275" y="0"/>
                  </a:moveTo>
                  <a:cubicBezTo>
                    <a:pt x="3252" y="0"/>
                    <a:pt x="0" y="3252"/>
                    <a:pt x="0" y="7275"/>
                  </a:cubicBezTo>
                  <a:cubicBezTo>
                    <a:pt x="0" y="11284"/>
                    <a:pt x="3252" y="14550"/>
                    <a:pt x="7275" y="14550"/>
                  </a:cubicBezTo>
                  <a:cubicBezTo>
                    <a:pt x="11284" y="14550"/>
                    <a:pt x="14550" y="11284"/>
                    <a:pt x="14550" y="7275"/>
                  </a:cubicBezTo>
                  <a:cubicBezTo>
                    <a:pt x="14550" y="3252"/>
                    <a:pt x="11284" y="0"/>
                    <a:pt x="7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5"/>
            <p:cNvSpPr/>
            <p:nvPr/>
          </p:nvSpPr>
          <p:spPr>
            <a:xfrm>
              <a:off x="718914" y="894391"/>
              <a:ext cx="308294" cy="308294"/>
            </a:xfrm>
            <a:custGeom>
              <a:rect b="b" l="l" r="r" t="t"/>
              <a:pathLst>
                <a:path extrusionOk="0" h="12704" w="12704">
                  <a:moveTo>
                    <a:pt x="2425" y="1"/>
                  </a:moveTo>
                  <a:lnTo>
                    <a:pt x="2425" y="1"/>
                  </a:lnTo>
                  <a:cubicBezTo>
                    <a:pt x="937" y="1337"/>
                    <a:pt x="0" y="3266"/>
                    <a:pt x="0" y="5429"/>
                  </a:cubicBezTo>
                  <a:cubicBezTo>
                    <a:pt x="0" y="9438"/>
                    <a:pt x="3252" y="12704"/>
                    <a:pt x="7275" y="12704"/>
                  </a:cubicBezTo>
                  <a:cubicBezTo>
                    <a:pt x="9424" y="12704"/>
                    <a:pt x="11367" y="11753"/>
                    <a:pt x="12704" y="10265"/>
                  </a:cubicBezTo>
                  <a:lnTo>
                    <a:pt x="12704" y="10265"/>
                  </a:lnTo>
                  <a:cubicBezTo>
                    <a:pt x="11408" y="11409"/>
                    <a:pt x="9714" y="12111"/>
                    <a:pt x="7854" y="12111"/>
                  </a:cubicBezTo>
                  <a:cubicBezTo>
                    <a:pt x="3844" y="12111"/>
                    <a:pt x="579" y="8860"/>
                    <a:pt x="579" y="4837"/>
                  </a:cubicBezTo>
                  <a:cubicBezTo>
                    <a:pt x="579" y="2977"/>
                    <a:pt x="1282" y="1282"/>
                    <a:pt x="2425" y="1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5"/>
            <p:cNvSpPr/>
            <p:nvPr/>
          </p:nvSpPr>
          <p:spPr>
            <a:xfrm>
              <a:off x="767400" y="898080"/>
              <a:ext cx="255804" cy="255804"/>
            </a:xfrm>
            <a:custGeom>
              <a:rect b="b" l="l" r="r" t="t"/>
              <a:pathLst>
                <a:path extrusionOk="0" h="10541" w="10541">
                  <a:moveTo>
                    <a:pt x="5277" y="0"/>
                  </a:moveTo>
                  <a:cubicBezTo>
                    <a:pt x="2370" y="0"/>
                    <a:pt x="0" y="2356"/>
                    <a:pt x="0" y="5277"/>
                  </a:cubicBezTo>
                  <a:cubicBezTo>
                    <a:pt x="0" y="8184"/>
                    <a:pt x="2356" y="10540"/>
                    <a:pt x="5277" y="10540"/>
                  </a:cubicBezTo>
                  <a:cubicBezTo>
                    <a:pt x="8184" y="10540"/>
                    <a:pt x="10540" y="8184"/>
                    <a:pt x="10540" y="5277"/>
                  </a:cubicBezTo>
                  <a:cubicBezTo>
                    <a:pt x="10540" y="2370"/>
                    <a:pt x="8184" y="0"/>
                    <a:pt x="5277" y="0"/>
                  </a:cubicBezTo>
                  <a:close/>
                </a:path>
              </a:pathLst>
            </a:custGeom>
            <a:solidFill>
              <a:srgbClr val="D3EF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5"/>
            <p:cNvSpPr/>
            <p:nvPr/>
          </p:nvSpPr>
          <p:spPr>
            <a:xfrm>
              <a:off x="767400" y="944892"/>
              <a:ext cx="241073" cy="208992"/>
            </a:xfrm>
            <a:custGeom>
              <a:rect b="b" l="l" r="r" t="t"/>
              <a:pathLst>
                <a:path extrusionOk="0" h="8612" w="9934">
                  <a:moveTo>
                    <a:pt x="1199" y="0"/>
                  </a:moveTo>
                  <a:lnTo>
                    <a:pt x="1199" y="0"/>
                  </a:lnTo>
                  <a:cubicBezTo>
                    <a:pt x="455" y="909"/>
                    <a:pt x="0" y="2080"/>
                    <a:pt x="0" y="3348"/>
                  </a:cubicBezTo>
                  <a:cubicBezTo>
                    <a:pt x="0" y="6255"/>
                    <a:pt x="2370" y="8611"/>
                    <a:pt x="5277" y="8611"/>
                  </a:cubicBezTo>
                  <a:cubicBezTo>
                    <a:pt x="7289" y="8611"/>
                    <a:pt x="9052" y="7481"/>
                    <a:pt x="9934" y="5800"/>
                  </a:cubicBezTo>
                  <a:lnTo>
                    <a:pt x="9934" y="5800"/>
                  </a:lnTo>
                  <a:cubicBezTo>
                    <a:pt x="8970" y="6985"/>
                    <a:pt x="7495" y="7729"/>
                    <a:pt x="5856" y="7729"/>
                  </a:cubicBezTo>
                  <a:cubicBezTo>
                    <a:pt x="2949" y="7729"/>
                    <a:pt x="1530" y="4905"/>
                    <a:pt x="1530" y="1998"/>
                  </a:cubicBezTo>
                  <a:cubicBezTo>
                    <a:pt x="1530" y="1116"/>
                    <a:pt x="813" y="744"/>
                    <a:pt x="1199" y="0"/>
                  </a:cubicBezTo>
                  <a:close/>
                </a:path>
              </a:pathLst>
            </a:custGeom>
            <a:solidFill>
              <a:srgbClr val="B2E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5"/>
            <p:cNvSpPr/>
            <p:nvPr/>
          </p:nvSpPr>
          <p:spPr>
            <a:xfrm>
              <a:off x="738643" y="891770"/>
              <a:ext cx="293588" cy="265511"/>
            </a:xfrm>
            <a:custGeom>
              <a:rect b="b" l="l" r="r" t="t"/>
              <a:pathLst>
                <a:path extrusionOk="0" h="10941" w="12098">
                  <a:moveTo>
                    <a:pt x="4582" y="0"/>
                  </a:moveTo>
                  <a:cubicBezTo>
                    <a:pt x="3697" y="0"/>
                    <a:pt x="2847" y="335"/>
                    <a:pt x="2081" y="1101"/>
                  </a:cubicBezTo>
                  <a:cubicBezTo>
                    <a:pt x="0" y="3181"/>
                    <a:pt x="1103" y="5881"/>
                    <a:pt x="3445" y="8224"/>
                  </a:cubicBezTo>
                  <a:cubicBezTo>
                    <a:pt x="5068" y="9847"/>
                    <a:pt x="7414" y="10940"/>
                    <a:pt x="9221" y="10940"/>
                  </a:cubicBezTo>
                  <a:cubicBezTo>
                    <a:pt x="9347" y="10940"/>
                    <a:pt x="9470" y="10935"/>
                    <a:pt x="9590" y="10924"/>
                  </a:cubicBezTo>
                  <a:cubicBezTo>
                    <a:pt x="10044" y="10883"/>
                    <a:pt x="10196" y="10304"/>
                    <a:pt x="9824" y="10015"/>
                  </a:cubicBezTo>
                  <a:cubicBezTo>
                    <a:pt x="9466" y="9739"/>
                    <a:pt x="9080" y="9395"/>
                    <a:pt x="8694" y="9023"/>
                  </a:cubicBezTo>
                  <a:cubicBezTo>
                    <a:pt x="7344" y="7673"/>
                    <a:pt x="6559" y="6281"/>
                    <a:pt x="6917" y="5937"/>
                  </a:cubicBezTo>
                  <a:cubicBezTo>
                    <a:pt x="6972" y="5879"/>
                    <a:pt x="7053" y="5852"/>
                    <a:pt x="7157" y="5852"/>
                  </a:cubicBezTo>
                  <a:cubicBezTo>
                    <a:pt x="7701" y="5852"/>
                    <a:pt x="8853" y="6607"/>
                    <a:pt x="9975" y="7741"/>
                  </a:cubicBezTo>
                  <a:cubicBezTo>
                    <a:pt x="10361" y="8127"/>
                    <a:pt x="10706" y="8513"/>
                    <a:pt x="10995" y="8885"/>
                  </a:cubicBezTo>
                  <a:cubicBezTo>
                    <a:pt x="11102" y="9029"/>
                    <a:pt x="11253" y="9094"/>
                    <a:pt x="11402" y="9094"/>
                  </a:cubicBezTo>
                  <a:cubicBezTo>
                    <a:pt x="11638" y="9094"/>
                    <a:pt x="11865" y="8930"/>
                    <a:pt x="11891" y="8651"/>
                  </a:cubicBezTo>
                  <a:cubicBezTo>
                    <a:pt x="12097" y="6805"/>
                    <a:pt x="10954" y="4214"/>
                    <a:pt x="9204" y="2465"/>
                  </a:cubicBezTo>
                  <a:cubicBezTo>
                    <a:pt x="7724" y="985"/>
                    <a:pt x="6101" y="0"/>
                    <a:pt x="45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5"/>
            <p:cNvSpPr/>
            <p:nvPr/>
          </p:nvSpPr>
          <p:spPr>
            <a:xfrm>
              <a:off x="906138" y="1027134"/>
              <a:ext cx="8736" cy="8712"/>
            </a:xfrm>
            <a:custGeom>
              <a:rect b="b" l="l" r="r" t="t"/>
              <a:pathLst>
                <a:path extrusionOk="0" h="359" w="360">
                  <a:moveTo>
                    <a:pt x="359" y="0"/>
                  </a:moveTo>
                  <a:lnTo>
                    <a:pt x="1" y="359"/>
                  </a:lnTo>
                  <a:cubicBezTo>
                    <a:pt x="58" y="301"/>
                    <a:pt x="144" y="272"/>
                    <a:pt x="243" y="272"/>
                  </a:cubicBezTo>
                  <a:cubicBezTo>
                    <a:pt x="263" y="272"/>
                    <a:pt x="283" y="274"/>
                    <a:pt x="304" y="276"/>
                  </a:cubicBezTo>
                  <a:lnTo>
                    <a:pt x="359" y="0"/>
                  </a:ln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5"/>
            <p:cNvSpPr/>
            <p:nvPr/>
          </p:nvSpPr>
          <p:spPr>
            <a:xfrm>
              <a:off x="738643" y="914460"/>
              <a:ext cx="243088" cy="242821"/>
            </a:xfrm>
            <a:custGeom>
              <a:rect b="b" l="l" r="r" t="t"/>
              <a:pathLst>
                <a:path extrusionOk="0" h="10006" w="10017">
                  <a:moveTo>
                    <a:pt x="2260" y="0"/>
                  </a:moveTo>
                  <a:lnTo>
                    <a:pt x="2260" y="0"/>
                  </a:lnTo>
                  <a:cubicBezTo>
                    <a:pt x="2191" y="55"/>
                    <a:pt x="2136" y="111"/>
                    <a:pt x="2081" y="166"/>
                  </a:cubicBezTo>
                  <a:cubicBezTo>
                    <a:pt x="0" y="2246"/>
                    <a:pt x="1103" y="4946"/>
                    <a:pt x="3445" y="7289"/>
                  </a:cubicBezTo>
                  <a:cubicBezTo>
                    <a:pt x="5068" y="8912"/>
                    <a:pt x="7402" y="10005"/>
                    <a:pt x="9219" y="10005"/>
                  </a:cubicBezTo>
                  <a:cubicBezTo>
                    <a:pt x="9345" y="10005"/>
                    <a:pt x="9469" y="10000"/>
                    <a:pt x="9590" y="9989"/>
                  </a:cubicBezTo>
                  <a:cubicBezTo>
                    <a:pt x="9810" y="9962"/>
                    <a:pt x="9962" y="9810"/>
                    <a:pt x="10017" y="9617"/>
                  </a:cubicBezTo>
                  <a:lnTo>
                    <a:pt x="10017" y="9617"/>
                  </a:lnTo>
                  <a:cubicBezTo>
                    <a:pt x="9989" y="9631"/>
                    <a:pt x="9962" y="9631"/>
                    <a:pt x="9934" y="9631"/>
                  </a:cubicBezTo>
                  <a:cubicBezTo>
                    <a:pt x="9807" y="9643"/>
                    <a:pt x="9676" y="9649"/>
                    <a:pt x="9542" y="9649"/>
                  </a:cubicBezTo>
                  <a:cubicBezTo>
                    <a:pt x="7738" y="9649"/>
                    <a:pt x="5405" y="8547"/>
                    <a:pt x="3789" y="6930"/>
                  </a:cubicBezTo>
                  <a:cubicBezTo>
                    <a:pt x="1516" y="4657"/>
                    <a:pt x="414" y="2053"/>
                    <a:pt x="2260" y="0"/>
                  </a:cubicBez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5"/>
            <p:cNvSpPr/>
            <p:nvPr/>
          </p:nvSpPr>
          <p:spPr>
            <a:xfrm>
              <a:off x="912835" y="1025096"/>
              <a:ext cx="114033" cy="87314"/>
            </a:xfrm>
            <a:custGeom>
              <a:rect b="b" l="l" r="r" t="t"/>
              <a:pathLst>
                <a:path extrusionOk="0" h="3598" w="4699">
                  <a:moveTo>
                    <a:pt x="325" y="1"/>
                  </a:moveTo>
                  <a:cubicBezTo>
                    <a:pt x="222" y="1"/>
                    <a:pt x="140" y="28"/>
                    <a:pt x="83" y="84"/>
                  </a:cubicBezTo>
                  <a:cubicBezTo>
                    <a:pt x="14" y="153"/>
                    <a:pt x="1" y="236"/>
                    <a:pt x="1" y="360"/>
                  </a:cubicBezTo>
                  <a:cubicBezTo>
                    <a:pt x="552" y="387"/>
                    <a:pt x="1681" y="1131"/>
                    <a:pt x="2797" y="2247"/>
                  </a:cubicBezTo>
                  <a:cubicBezTo>
                    <a:pt x="3183" y="2633"/>
                    <a:pt x="3528" y="3019"/>
                    <a:pt x="3817" y="3391"/>
                  </a:cubicBezTo>
                  <a:cubicBezTo>
                    <a:pt x="3925" y="3533"/>
                    <a:pt x="4077" y="3598"/>
                    <a:pt x="4226" y="3598"/>
                  </a:cubicBezTo>
                  <a:cubicBezTo>
                    <a:pt x="4438" y="3598"/>
                    <a:pt x="4642" y="3466"/>
                    <a:pt x="4699" y="3239"/>
                  </a:cubicBezTo>
                  <a:lnTo>
                    <a:pt x="4699" y="3239"/>
                  </a:lnTo>
                  <a:cubicBezTo>
                    <a:pt x="4661" y="3248"/>
                    <a:pt x="4623" y="3252"/>
                    <a:pt x="4584" y="3252"/>
                  </a:cubicBezTo>
                  <a:cubicBezTo>
                    <a:pt x="4436" y="3252"/>
                    <a:pt x="4281" y="3188"/>
                    <a:pt x="4161" y="3047"/>
                  </a:cubicBezTo>
                  <a:cubicBezTo>
                    <a:pt x="3886" y="2675"/>
                    <a:pt x="3541" y="2289"/>
                    <a:pt x="3156" y="1889"/>
                  </a:cubicBezTo>
                  <a:cubicBezTo>
                    <a:pt x="2019" y="764"/>
                    <a:pt x="873" y="1"/>
                    <a:pt x="325" y="1"/>
                  </a:cubicBezTo>
                  <a:close/>
                </a:path>
              </a:pathLst>
            </a:custGeom>
            <a:solidFill>
              <a:srgbClr val="DC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5"/>
            <p:cNvSpPr/>
            <p:nvPr/>
          </p:nvSpPr>
          <p:spPr>
            <a:xfrm>
              <a:off x="780092" y="913126"/>
              <a:ext cx="223188" cy="219111"/>
            </a:xfrm>
            <a:custGeom>
              <a:rect b="b" l="l" r="r" t="t"/>
              <a:pathLst>
                <a:path extrusionOk="0" h="9029" w="9197">
                  <a:moveTo>
                    <a:pt x="2870" y="0"/>
                  </a:moveTo>
                  <a:cubicBezTo>
                    <a:pt x="2242" y="0"/>
                    <a:pt x="1678" y="225"/>
                    <a:pt x="1158" y="675"/>
                  </a:cubicBezTo>
                  <a:lnTo>
                    <a:pt x="1089" y="923"/>
                  </a:lnTo>
                  <a:lnTo>
                    <a:pt x="841" y="992"/>
                  </a:lnTo>
                  <a:cubicBezTo>
                    <a:pt x="207" y="1709"/>
                    <a:pt x="1" y="2522"/>
                    <a:pt x="249" y="3472"/>
                  </a:cubicBezTo>
                  <a:cubicBezTo>
                    <a:pt x="497" y="4464"/>
                    <a:pt x="1227" y="5594"/>
                    <a:pt x="2357" y="6724"/>
                  </a:cubicBezTo>
                  <a:cubicBezTo>
                    <a:pt x="3128" y="7495"/>
                    <a:pt x="4107" y="8157"/>
                    <a:pt x="5112" y="8611"/>
                  </a:cubicBezTo>
                  <a:cubicBezTo>
                    <a:pt x="5526" y="8790"/>
                    <a:pt x="5925" y="8928"/>
                    <a:pt x="6311" y="9025"/>
                  </a:cubicBezTo>
                  <a:cubicBezTo>
                    <a:pt x="6322" y="9027"/>
                    <a:pt x="6333" y="9028"/>
                    <a:pt x="6343" y="9028"/>
                  </a:cubicBezTo>
                  <a:cubicBezTo>
                    <a:pt x="6448" y="9028"/>
                    <a:pt x="6509" y="8907"/>
                    <a:pt x="6421" y="8832"/>
                  </a:cubicBezTo>
                  <a:lnTo>
                    <a:pt x="6366" y="8763"/>
                  </a:lnTo>
                  <a:cubicBezTo>
                    <a:pt x="5663" y="8060"/>
                    <a:pt x="5071" y="7316"/>
                    <a:pt x="4699" y="6669"/>
                  </a:cubicBezTo>
                  <a:cubicBezTo>
                    <a:pt x="4189" y="5787"/>
                    <a:pt x="4107" y="5098"/>
                    <a:pt x="4423" y="4616"/>
                  </a:cubicBezTo>
                  <a:cubicBezTo>
                    <a:pt x="4479" y="4547"/>
                    <a:pt x="4396" y="4368"/>
                    <a:pt x="4451" y="4299"/>
                  </a:cubicBezTo>
                  <a:cubicBezTo>
                    <a:pt x="4463" y="4290"/>
                    <a:pt x="4480" y="4287"/>
                    <a:pt x="4500" y="4287"/>
                  </a:cubicBezTo>
                  <a:cubicBezTo>
                    <a:pt x="4556" y="4287"/>
                    <a:pt x="4635" y="4311"/>
                    <a:pt x="4691" y="4311"/>
                  </a:cubicBezTo>
                  <a:cubicBezTo>
                    <a:pt x="4711" y="4311"/>
                    <a:pt x="4729" y="4308"/>
                    <a:pt x="4740" y="4299"/>
                  </a:cubicBezTo>
                  <a:cubicBezTo>
                    <a:pt x="4934" y="4161"/>
                    <a:pt x="5162" y="4091"/>
                    <a:pt x="5423" y="4091"/>
                  </a:cubicBezTo>
                  <a:cubicBezTo>
                    <a:pt x="5814" y="4091"/>
                    <a:pt x="6278" y="4247"/>
                    <a:pt x="6807" y="4561"/>
                  </a:cubicBezTo>
                  <a:cubicBezTo>
                    <a:pt x="7441" y="4946"/>
                    <a:pt x="8185" y="5539"/>
                    <a:pt x="8887" y="6241"/>
                  </a:cubicBezTo>
                  <a:lnTo>
                    <a:pt x="8984" y="6338"/>
                  </a:lnTo>
                  <a:cubicBezTo>
                    <a:pt x="9007" y="6361"/>
                    <a:pt x="9035" y="6371"/>
                    <a:pt x="9062" y="6371"/>
                  </a:cubicBezTo>
                  <a:cubicBezTo>
                    <a:pt x="9131" y="6371"/>
                    <a:pt x="9196" y="6307"/>
                    <a:pt x="9177" y="6228"/>
                  </a:cubicBezTo>
                  <a:cubicBezTo>
                    <a:pt x="9094" y="5828"/>
                    <a:pt x="8943" y="5415"/>
                    <a:pt x="8763" y="4988"/>
                  </a:cubicBezTo>
                  <a:cubicBezTo>
                    <a:pt x="8309" y="3968"/>
                    <a:pt x="7647" y="2990"/>
                    <a:pt x="6862" y="2205"/>
                  </a:cubicBezTo>
                  <a:cubicBezTo>
                    <a:pt x="5732" y="1075"/>
                    <a:pt x="4616" y="345"/>
                    <a:pt x="3611" y="97"/>
                  </a:cubicBezTo>
                  <a:cubicBezTo>
                    <a:pt x="3354" y="32"/>
                    <a:pt x="3107" y="0"/>
                    <a:pt x="2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5"/>
            <p:cNvSpPr/>
            <p:nvPr/>
          </p:nvSpPr>
          <p:spPr>
            <a:xfrm>
              <a:off x="780432" y="930501"/>
              <a:ext cx="157666" cy="201736"/>
            </a:xfrm>
            <a:custGeom>
              <a:rect b="b" l="l" r="r" t="t"/>
              <a:pathLst>
                <a:path extrusionOk="0" h="8313" w="6497">
                  <a:moveTo>
                    <a:pt x="1117" y="1"/>
                  </a:moveTo>
                  <a:lnTo>
                    <a:pt x="1117" y="1"/>
                  </a:lnTo>
                  <a:cubicBezTo>
                    <a:pt x="1061" y="56"/>
                    <a:pt x="1034" y="111"/>
                    <a:pt x="965" y="166"/>
                  </a:cubicBezTo>
                  <a:cubicBezTo>
                    <a:pt x="924" y="221"/>
                    <a:pt x="882" y="221"/>
                    <a:pt x="841" y="276"/>
                  </a:cubicBezTo>
                  <a:cubicBezTo>
                    <a:pt x="193" y="993"/>
                    <a:pt x="1" y="1806"/>
                    <a:pt x="235" y="2756"/>
                  </a:cubicBezTo>
                  <a:cubicBezTo>
                    <a:pt x="483" y="3748"/>
                    <a:pt x="1213" y="4878"/>
                    <a:pt x="2343" y="6008"/>
                  </a:cubicBezTo>
                  <a:cubicBezTo>
                    <a:pt x="3114" y="6765"/>
                    <a:pt x="4093" y="7441"/>
                    <a:pt x="5098" y="7881"/>
                  </a:cubicBezTo>
                  <a:cubicBezTo>
                    <a:pt x="5512" y="8074"/>
                    <a:pt x="5911" y="8212"/>
                    <a:pt x="6297" y="8309"/>
                  </a:cubicBezTo>
                  <a:cubicBezTo>
                    <a:pt x="6308" y="8311"/>
                    <a:pt x="6319" y="8312"/>
                    <a:pt x="6329" y="8312"/>
                  </a:cubicBezTo>
                  <a:cubicBezTo>
                    <a:pt x="6434" y="8312"/>
                    <a:pt x="6496" y="8191"/>
                    <a:pt x="6421" y="8116"/>
                  </a:cubicBezTo>
                  <a:lnTo>
                    <a:pt x="6407" y="8116"/>
                  </a:lnTo>
                  <a:lnTo>
                    <a:pt x="6352" y="8047"/>
                  </a:lnTo>
                  <a:cubicBezTo>
                    <a:pt x="6173" y="7868"/>
                    <a:pt x="6008" y="7689"/>
                    <a:pt x="5842" y="7496"/>
                  </a:cubicBezTo>
                  <a:cubicBezTo>
                    <a:pt x="5746" y="7468"/>
                    <a:pt x="5663" y="7427"/>
                    <a:pt x="5581" y="7385"/>
                  </a:cubicBezTo>
                  <a:cubicBezTo>
                    <a:pt x="4561" y="6945"/>
                    <a:pt x="3583" y="6269"/>
                    <a:pt x="2811" y="5498"/>
                  </a:cubicBezTo>
                  <a:cubicBezTo>
                    <a:pt x="1681" y="4382"/>
                    <a:pt x="951" y="3252"/>
                    <a:pt x="703" y="2260"/>
                  </a:cubicBezTo>
                  <a:cubicBezTo>
                    <a:pt x="483" y="1392"/>
                    <a:pt x="607" y="676"/>
                    <a:pt x="1117" y="1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5"/>
            <p:cNvSpPr/>
            <p:nvPr/>
          </p:nvSpPr>
          <p:spPr>
            <a:xfrm>
              <a:off x="897110" y="1000367"/>
              <a:ext cx="106170" cy="67391"/>
            </a:xfrm>
            <a:custGeom>
              <a:rect b="b" l="l" r="r" t="t"/>
              <a:pathLst>
                <a:path extrusionOk="0" h="2777" w="4375">
                  <a:moveTo>
                    <a:pt x="1063" y="0"/>
                  </a:moveTo>
                  <a:cubicBezTo>
                    <a:pt x="730" y="0"/>
                    <a:pt x="448" y="111"/>
                    <a:pt x="221" y="332"/>
                  </a:cubicBezTo>
                  <a:cubicBezTo>
                    <a:pt x="125" y="428"/>
                    <a:pt x="56" y="538"/>
                    <a:pt x="1" y="649"/>
                  </a:cubicBezTo>
                  <a:cubicBezTo>
                    <a:pt x="177" y="543"/>
                    <a:pt x="378" y="491"/>
                    <a:pt x="603" y="491"/>
                  </a:cubicBezTo>
                  <a:cubicBezTo>
                    <a:pt x="995" y="491"/>
                    <a:pt x="1460" y="650"/>
                    <a:pt x="1985" y="966"/>
                  </a:cubicBezTo>
                  <a:cubicBezTo>
                    <a:pt x="2619" y="1338"/>
                    <a:pt x="3363" y="1930"/>
                    <a:pt x="4065" y="2646"/>
                  </a:cubicBezTo>
                  <a:lnTo>
                    <a:pt x="4162" y="2743"/>
                  </a:lnTo>
                  <a:cubicBezTo>
                    <a:pt x="4185" y="2766"/>
                    <a:pt x="4213" y="2776"/>
                    <a:pt x="4240" y="2776"/>
                  </a:cubicBezTo>
                  <a:cubicBezTo>
                    <a:pt x="4309" y="2776"/>
                    <a:pt x="4374" y="2712"/>
                    <a:pt x="4355" y="2633"/>
                  </a:cubicBezTo>
                  <a:cubicBezTo>
                    <a:pt x="4286" y="2330"/>
                    <a:pt x="4189" y="2013"/>
                    <a:pt x="4065" y="1696"/>
                  </a:cubicBezTo>
                  <a:cubicBezTo>
                    <a:pt x="3501" y="1186"/>
                    <a:pt x="2949" y="759"/>
                    <a:pt x="2453" y="470"/>
                  </a:cubicBezTo>
                  <a:cubicBezTo>
                    <a:pt x="1923" y="156"/>
                    <a:pt x="1457" y="0"/>
                    <a:pt x="1063" y="0"/>
                  </a:cubicBez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5"/>
            <p:cNvSpPr/>
            <p:nvPr/>
          </p:nvSpPr>
          <p:spPr>
            <a:xfrm>
              <a:off x="891092" y="1008400"/>
              <a:ext cx="11406" cy="12401"/>
            </a:xfrm>
            <a:custGeom>
              <a:rect b="b" l="l" r="r" t="t"/>
              <a:pathLst>
                <a:path extrusionOk="0" h="511" w="470">
                  <a:moveTo>
                    <a:pt x="469" y="1"/>
                  </a:moveTo>
                  <a:lnTo>
                    <a:pt x="153" y="359"/>
                  </a:lnTo>
                  <a:lnTo>
                    <a:pt x="1" y="511"/>
                  </a:lnTo>
                  <a:cubicBezTo>
                    <a:pt x="42" y="469"/>
                    <a:pt x="139" y="387"/>
                    <a:pt x="139" y="387"/>
                  </a:cubicBezTo>
                  <a:lnTo>
                    <a:pt x="166" y="373"/>
                  </a:lnTo>
                  <a:cubicBezTo>
                    <a:pt x="221" y="331"/>
                    <a:pt x="290" y="290"/>
                    <a:pt x="373" y="263"/>
                  </a:cubicBezTo>
                  <a:lnTo>
                    <a:pt x="469" y="1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DC49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5"/>
            <p:cNvSpPr/>
            <p:nvPr/>
          </p:nvSpPr>
          <p:spPr>
            <a:xfrm>
              <a:off x="800817" y="929506"/>
              <a:ext cx="97337" cy="97652"/>
            </a:xfrm>
            <a:custGeom>
              <a:rect b="b" l="l" r="r" t="t"/>
              <a:pathLst>
                <a:path extrusionOk="0" h="4024" w="4011">
                  <a:moveTo>
                    <a:pt x="304" y="0"/>
                  </a:moveTo>
                  <a:cubicBezTo>
                    <a:pt x="249" y="55"/>
                    <a:pt x="194" y="111"/>
                    <a:pt x="139" y="166"/>
                  </a:cubicBezTo>
                  <a:cubicBezTo>
                    <a:pt x="84" y="221"/>
                    <a:pt x="42" y="262"/>
                    <a:pt x="1" y="317"/>
                  </a:cubicBezTo>
                  <a:lnTo>
                    <a:pt x="3666" y="4023"/>
                  </a:lnTo>
                  <a:cubicBezTo>
                    <a:pt x="3707" y="3968"/>
                    <a:pt x="3955" y="3789"/>
                    <a:pt x="4010" y="3748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rgbClr val="E9E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5"/>
            <p:cNvSpPr/>
            <p:nvPr/>
          </p:nvSpPr>
          <p:spPr>
            <a:xfrm>
              <a:off x="840615" y="970300"/>
              <a:ext cx="41473" cy="41133"/>
            </a:xfrm>
            <a:custGeom>
              <a:rect b="b" l="l" r="r" t="t"/>
              <a:pathLst>
                <a:path extrusionOk="0" h="1695" w="1709">
                  <a:moveTo>
                    <a:pt x="855" y="0"/>
                  </a:moveTo>
                  <a:cubicBezTo>
                    <a:pt x="386" y="0"/>
                    <a:pt x="1" y="372"/>
                    <a:pt x="1" y="841"/>
                  </a:cubicBezTo>
                  <a:cubicBezTo>
                    <a:pt x="1" y="1309"/>
                    <a:pt x="386" y="1695"/>
                    <a:pt x="855" y="1695"/>
                  </a:cubicBezTo>
                  <a:cubicBezTo>
                    <a:pt x="1323" y="1695"/>
                    <a:pt x="1709" y="1309"/>
                    <a:pt x="1709" y="841"/>
                  </a:cubicBezTo>
                  <a:cubicBezTo>
                    <a:pt x="1709" y="372"/>
                    <a:pt x="1323" y="0"/>
                    <a:pt x="855" y="0"/>
                  </a:cubicBezTo>
                  <a:close/>
                </a:path>
              </a:pathLst>
            </a:custGeom>
            <a:solidFill>
              <a:srgbClr val="F7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5"/>
            <p:cNvSpPr/>
            <p:nvPr/>
          </p:nvSpPr>
          <p:spPr>
            <a:xfrm>
              <a:off x="838601" y="970955"/>
              <a:ext cx="42492" cy="40478"/>
            </a:xfrm>
            <a:custGeom>
              <a:rect b="b" l="l" r="r" t="t"/>
              <a:pathLst>
                <a:path extrusionOk="0" h="1668" w="1751">
                  <a:moveTo>
                    <a:pt x="704" y="1"/>
                  </a:moveTo>
                  <a:lnTo>
                    <a:pt x="704" y="1"/>
                  </a:lnTo>
                  <a:cubicBezTo>
                    <a:pt x="566" y="42"/>
                    <a:pt x="442" y="111"/>
                    <a:pt x="332" y="221"/>
                  </a:cubicBezTo>
                  <a:cubicBezTo>
                    <a:pt x="1" y="552"/>
                    <a:pt x="1" y="1089"/>
                    <a:pt x="332" y="1420"/>
                  </a:cubicBezTo>
                  <a:cubicBezTo>
                    <a:pt x="504" y="1585"/>
                    <a:pt x="724" y="1668"/>
                    <a:pt x="943" y="1668"/>
                  </a:cubicBezTo>
                  <a:cubicBezTo>
                    <a:pt x="1162" y="1668"/>
                    <a:pt x="1379" y="1585"/>
                    <a:pt x="1544" y="1420"/>
                  </a:cubicBezTo>
                  <a:cubicBezTo>
                    <a:pt x="1640" y="1310"/>
                    <a:pt x="1723" y="1186"/>
                    <a:pt x="1751" y="1048"/>
                  </a:cubicBezTo>
                  <a:lnTo>
                    <a:pt x="1751" y="1048"/>
                  </a:lnTo>
                  <a:cubicBezTo>
                    <a:pt x="1676" y="1070"/>
                    <a:pt x="1598" y="1081"/>
                    <a:pt x="1519" y="1081"/>
                  </a:cubicBezTo>
                  <a:cubicBezTo>
                    <a:pt x="1305" y="1081"/>
                    <a:pt x="1085" y="998"/>
                    <a:pt x="924" y="827"/>
                  </a:cubicBezTo>
                  <a:cubicBezTo>
                    <a:pt x="704" y="607"/>
                    <a:pt x="621" y="290"/>
                    <a:pt x="7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713575" y="844254"/>
              <a:ext cx="363794" cy="363794"/>
            </a:xfrm>
            <a:custGeom>
              <a:rect b="b" l="l" r="r" t="t"/>
              <a:pathLst>
                <a:path extrusionOk="0" h="14991" w="14991">
                  <a:moveTo>
                    <a:pt x="7495" y="0"/>
                  </a:moveTo>
                  <a:cubicBezTo>
                    <a:pt x="5497" y="0"/>
                    <a:pt x="3720" y="744"/>
                    <a:pt x="2315" y="2080"/>
                  </a:cubicBezTo>
                  <a:cubicBezTo>
                    <a:pt x="2232" y="2163"/>
                    <a:pt x="2218" y="2301"/>
                    <a:pt x="2315" y="2384"/>
                  </a:cubicBezTo>
                  <a:cubicBezTo>
                    <a:pt x="2358" y="2434"/>
                    <a:pt x="2415" y="2458"/>
                    <a:pt x="2473" y="2458"/>
                  </a:cubicBezTo>
                  <a:cubicBezTo>
                    <a:pt x="2526" y="2458"/>
                    <a:pt x="2578" y="2437"/>
                    <a:pt x="2618" y="2397"/>
                  </a:cubicBezTo>
                  <a:cubicBezTo>
                    <a:pt x="3940" y="1130"/>
                    <a:pt x="5663" y="441"/>
                    <a:pt x="7495" y="441"/>
                  </a:cubicBezTo>
                  <a:cubicBezTo>
                    <a:pt x="11380" y="441"/>
                    <a:pt x="14549" y="3610"/>
                    <a:pt x="14549" y="7495"/>
                  </a:cubicBezTo>
                  <a:cubicBezTo>
                    <a:pt x="14549" y="11380"/>
                    <a:pt x="11380" y="14549"/>
                    <a:pt x="7495" y="14549"/>
                  </a:cubicBezTo>
                  <a:cubicBezTo>
                    <a:pt x="3610" y="14549"/>
                    <a:pt x="441" y="11380"/>
                    <a:pt x="441" y="7495"/>
                  </a:cubicBezTo>
                  <a:cubicBezTo>
                    <a:pt x="441" y="5911"/>
                    <a:pt x="951" y="4409"/>
                    <a:pt x="1929" y="3155"/>
                  </a:cubicBezTo>
                  <a:cubicBezTo>
                    <a:pt x="1998" y="3059"/>
                    <a:pt x="1984" y="2921"/>
                    <a:pt x="1888" y="2852"/>
                  </a:cubicBezTo>
                  <a:cubicBezTo>
                    <a:pt x="1847" y="2817"/>
                    <a:pt x="1800" y="2802"/>
                    <a:pt x="1753" y="2802"/>
                  </a:cubicBezTo>
                  <a:cubicBezTo>
                    <a:pt x="1688" y="2802"/>
                    <a:pt x="1624" y="2831"/>
                    <a:pt x="1584" y="2880"/>
                  </a:cubicBezTo>
                  <a:cubicBezTo>
                    <a:pt x="551" y="4216"/>
                    <a:pt x="0" y="5800"/>
                    <a:pt x="0" y="7495"/>
                  </a:cubicBezTo>
                  <a:cubicBezTo>
                    <a:pt x="0" y="9493"/>
                    <a:pt x="785" y="11367"/>
                    <a:pt x="2191" y="12786"/>
                  </a:cubicBezTo>
                  <a:cubicBezTo>
                    <a:pt x="3610" y="14205"/>
                    <a:pt x="5497" y="14990"/>
                    <a:pt x="7495" y="14990"/>
                  </a:cubicBezTo>
                  <a:cubicBezTo>
                    <a:pt x="9493" y="14990"/>
                    <a:pt x="11367" y="14205"/>
                    <a:pt x="12786" y="12786"/>
                  </a:cubicBezTo>
                  <a:cubicBezTo>
                    <a:pt x="14205" y="11380"/>
                    <a:pt x="14990" y="9493"/>
                    <a:pt x="14990" y="7495"/>
                  </a:cubicBezTo>
                  <a:cubicBezTo>
                    <a:pt x="14990" y="5483"/>
                    <a:pt x="14205" y="3610"/>
                    <a:pt x="12786" y="2191"/>
                  </a:cubicBezTo>
                  <a:cubicBezTo>
                    <a:pt x="11380" y="785"/>
                    <a:pt x="9493" y="0"/>
                    <a:pt x="7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756019" y="886528"/>
              <a:ext cx="278203" cy="276043"/>
            </a:xfrm>
            <a:custGeom>
              <a:rect b="b" l="l" r="r" t="t"/>
              <a:pathLst>
                <a:path extrusionOk="0" h="11375" w="11464">
                  <a:moveTo>
                    <a:pt x="6352" y="738"/>
                  </a:moveTo>
                  <a:cubicBezTo>
                    <a:pt x="8832" y="1041"/>
                    <a:pt x="10775" y="3163"/>
                    <a:pt x="10789" y="5725"/>
                  </a:cubicBezTo>
                  <a:cubicBezTo>
                    <a:pt x="10293" y="4554"/>
                    <a:pt x="9521" y="3411"/>
                    <a:pt x="8639" y="2529"/>
                  </a:cubicBezTo>
                  <a:cubicBezTo>
                    <a:pt x="7882" y="1771"/>
                    <a:pt x="7096" y="1165"/>
                    <a:pt x="6352" y="738"/>
                  </a:cubicBezTo>
                  <a:close/>
                  <a:moveTo>
                    <a:pt x="3865" y="439"/>
                  </a:moveTo>
                  <a:cubicBezTo>
                    <a:pt x="4158" y="439"/>
                    <a:pt x="4459" y="479"/>
                    <a:pt x="4768" y="559"/>
                  </a:cubicBezTo>
                  <a:cubicBezTo>
                    <a:pt x="5884" y="834"/>
                    <a:pt x="7110" y="1620"/>
                    <a:pt x="8323" y="2846"/>
                  </a:cubicBezTo>
                  <a:cubicBezTo>
                    <a:pt x="10045" y="4554"/>
                    <a:pt x="11147" y="7076"/>
                    <a:pt x="10968" y="8853"/>
                  </a:cubicBezTo>
                  <a:lnTo>
                    <a:pt x="10954" y="8853"/>
                  </a:lnTo>
                  <a:cubicBezTo>
                    <a:pt x="10954" y="8963"/>
                    <a:pt x="10871" y="9046"/>
                    <a:pt x="10761" y="9073"/>
                  </a:cubicBezTo>
                  <a:cubicBezTo>
                    <a:pt x="10739" y="9081"/>
                    <a:pt x="10712" y="9085"/>
                    <a:pt x="10684" y="9085"/>
                  </a:cubicBezTo>
                  <a:cubicBezTo>
                    <a:pt x="10608" y="9085"/>
                    <a:pt x="10518" y="9054"/>
                    <a:pt x="10458" y="8963"/>
                  </a:cubicBezTo>
                  <a:cubicBezTo>
                    <a:pt x="10224" y="8674"/>
                    <a:pt x="9976" y="8385"/>
                    <a:pt x="9700" y="8095"/>
                  </a:cubicBezTo>
                  <a:cubicBezTo>
                    <a:pt x="9657" y="8045"/>
                    <a:pt x="9600" y="8021"/>
                    <a:pt x="9542" y="8021"/>
                  </a:cubicBezTo>
                  <a:cubicBezTo>
                    <a:pt x="9489" y="8021"/>
                    <a:pt x="9437" y="8042"/>
                    <a:pt x="9397" y="8081"/>
                  </a:cubicBezTo>
                  <a:cubicBezTo>
                    <a:pt x="9301" y="8164"/>
                    <a:pt x="9301" y="8302"/>
                    <a:pt x="9383" y="8398"/>
                  </a:cubicBezTo>
                  <a:cubicBezTo>
                    <a:pt x="9507" y="8536"/>
                    <a:pt x="9645" y="8674"/>
                    <a:pt x="9755" y="8812"/>
                  </a:cubicBezTo>
                  <a:cubicBezTo>
                    <a:pt x="9494" y="9156"/>
                    <a:pt x="9191" y="9473"/>
                    <a:pt x="8846" y="9735"/>
                  </a:cubicBezTo>
                  <a:cubicBezTo>
                    <a:pt x="8598" y="9528"/>
                    <a:pt x="8364" y="9321"/>
                    <a:pt x="8130" y="9087"/>
                  </a:cubicBezTo>
                  <a:cubicBezTo>
                    <a:pt x="7496" y="8453"/>
                    <a:pt x="6972" y="7778"/>
                    <a:pt x="6642" y="7213"/>
                  </a:cubicBezTo>
                  <a:cubicBezTo>
                    <a:pt x="6283" y="6580"/>
                    <a:pt x="6325" y="6332"/>
                    <a:pt x="6352" y="6304"/>
                  </a:cubicBezTo>
                  <a:cubicBezTo>
                    <a:pt x="6361" y="6295"/>
                    <a:pt x="6389" y="6284"/>
                    <a:pt x="6440" y="6284"/>
                  </a:cubicBezTo>
                  <a:cubicBezTo>
                    <a:pt x="6542" y="6284"/>
                    <a:pt x="6738" y="6327"/>
                    <a:pt x="7069" y="6511"/>
                  </a:cubicBezTo>
                  <a:cubicBezTo>
                    <a:pt x="7537" y="6745"/>
                    <a:pt x="8102" y="7172"/>
                    <a:pt x="8667" y="7682"/>
                  </a:cubicBezTo>
                  <a:cubicBezTo>
                    <a:pt x="8707" y="7722"/>
                    <a:pt x="8759" y="7742"/>
                    <a:pt x="8812" y="7742"/>
                  </a:cubicBezTo>
                  <a:cubicBezTo>
                    <a:pt x="8869" y="7742"/>
                    <a:pt x="8927" y="7718"/>
                    <a:pt x="8970" y="7668"/>
                  </a:cubicBezTo>
                  <a:cubicBezTo>
                    <a:pt x="9053" y="7585"/>
                    <a:pt x="9053" y="7448"/>
                    <a:pt x="8956" y="7365"/>
                  </a:cubicBezTo>
                  <a:cubicBezTo>
                    <a:pt x="8364" y="6814"/>
                    <a:pt x="7771" y="6373"/>
                    <a:pt x="7275" y="6125"/>
                  </a:cubicBezTo>
                  <a:cubicBezTo>
                    <a:pt x="6935" y="5943"/>
                    <a:pt x="6653" y="5852"/>
                    <a:pt x="6431" y="5852"/>
                  </a:cubicBezTo>
                  <a:cubicBezTo>
                    <a:pt x="6267" y="5852"/>
                    <a:pt x="6135" y="5901"/>
                    <a:pt x="6035" y="6001"/>
                  </a:cubicBezTo>
                  <a:cubicBezTo>
                    <a:pt x="5787" y="6249"/>
                    <a:pt x="5856" y="6731"/>
                    <a:pt x="6256" y="7434"/>
                  </a:cubicBezTo>
                  <a:cubicBezTo>
                    <a:pt x="6614" y="8040"/>
                    <a:pt x="7165" y="8729"/>
                    <a:pt x="7827" y="9390"/>
                  </a:cubicBezTo>
                  <a:cubicBezTo>
                    <a:pt x="8116" y="9680"/>
                    <a:pt x="8405" y="9941"/>
                    <a:pt x="8695" y="10189"/>
                  </a:cubicBezTo>
                  <a:cubicBezTo>
                    <a:pt x="8791" y="10258"/>
                    <a:pt x="8887" y="10341"/>
                    <a:pt x="8970" y="10410"/>
                  </a:cubicBezTo>
                  <a:cubicBezTo>
                    <a:pt x="9094" y="10506"/>
                    <a:pt x="9108" y="10644"/>
                    <a:pt x="9080" y="10727"/>
                  </a:cubicBezTo>
                  <a:cubicBezTo>
                    <a:pt x="9067" y="10782"/>
                    <a:pt x="9011" y="10906"/>
                    <a:pt x="8846" y="10920"/>
                  </a:cubicBezTo>
                  <a:cubicBezTo>
                    <a:pt x="8729" y="10931"/>
                    <a:pt x="8609" y="10936"/>
                    <a:pt x="8485" y="10936"/>
                  </a:cubicBezTo>
                  <a:cubicBezTo>
                    <a:pt x="6753" y="10936"/>
                    <a:pt x="4463" y="9870"/>
                    <a:pt x="2894" y="8288"/>
                  </a:cubicBezTo>
                  <a:cubicBezTo>
                    <a:pt x="1668" y="7062"/>
                    <a:pt x="883" y="5836"/>
                    <a:pt x="607" y="4720"/>
                  </a:cubicBezTo>
                  <a:cubicBezTo>
                    <a:pt x="290" y="3494"/>
                    <a:pt x="607" y="2391"/>
                    <a:pt x="1516" y="1468"/>
                  </a:cubicBezTo>
                  <a:cubicBezTo>
                    <a:pt x="2207" y="788"/>
                    <a:pt x="2997" y="439"/>
                    <a:pt x="3865" y="439"/>
                  </a:cubicBezTo>
                  <a:close/>
                  <a:moveTo>
                    <a:pt x="3855" y="1"/>
                  </a:moveTo>
                  <a:cubicBezTo>
                    <a:pt x="3550" y="1"/>
                    <a:pt x="3253" y="39"/>
                    <a:pt x="2963" y="118"/>
                  </a:cubicBezTo>
                  <a:cubicBezTo>
                    <a:pt x="2329" y="283"/>
                    <a:pt x="1737" y="628"/>
                    <a:pt x="1199" y="1165"/>
                  </a:cubicBezTo>
                  <a:cubicBezTo>
                    <a:pt x="676" y="1689"/>
                    <a:pt x="318" y="2281"/>
                    <a:pt x="152" y="2929"/>
                  </a:cubicBezTo>
                  <a:cubicBezTo>
                    <a:pt x="1" y="3521"/>
                    <a:pt x="1" y="4169"/>
                    <a:pt x="166" y="4830"/>
                  </a:cubicBezTo>
                  <a:cubicBezTo>
                    <a:pt x="207" y="4954"/>
                    <a:pt x="235" y="5078"/>
                    <a:pt x="276" y="5202"/>
                  </a:cubicBezTo>
                  <a:cubicBezTo>
                    <a:pt x="263" y="5381"/>
                    <a:pt x="249" y="5574"/>
                    <a:pt x="249" y="5753"/>
                  </a:cubicBezTo>
                  <a:cubicBezTo>
                    <a:pt x="249" y="7406"/>
                    <a:pt x="993" y="8963"/>
                    <a:pt x="2288" y="10010"/>
                  </a:cubicBezTo>
                  <a:cubicBezTo>
                    <a:pt x="2331" y="10047"/>
                    <a:pt x="2381" y="10065"/>
                    <a:pt x="2432" y="10065"/>
                  </a:cubicBezTo>
                  <a:cubicBezTo>
                    <a:pt x="2495" y="10065"/>
                    <a:pt x="2559" y="10037"/>
                    <a:pt x="2605" y="9983"/>
                  </a:cubicBezTo>
                  <a:cubicBezTo>
                    <a:pt x="2674" y="9886"/>
                    <a:pt x="2660" y="9749"/>
                    <a:pt x="2563" y="9680"/>
                  </a:cubicBezTo>
                  <a:cubicBezTo>
                    <a:pt x="1489" y="8798"/>
                    <a:pt x="827" y="7544"/>
                    <a:pt x="717" y="6180"/>
                  </a:cubicBezTo>
                  <a:lnTo>
                    <a:pt x="717" y="6180"/>
                  </a:lnTo>
                  <a:cubicBezTo>
                    <a:pt x="1144" y="6965"/>
                    <a:pt x="1764" y="7792"/>
                    <a:pt x="2577" y="8591"/>
                  </a:cubicBezTo>
                  <a:cubicBezTo>
                    <a:pt x="3431" y="9459"/>
                    <a:pt x="4534" y="10203"/>
                    <a:pt x="5663" y="10699"/>
                  </a:cubicBezTo>
                  <a:cubicBezTo>
                    <a:pt x="5732" y="10741"/>
                    <a:pt x="5815" y="10768"/>
                    <a:pt x="5884" y="10796"/>
                  </a:cubicBezTo>
                  <a:lnTo>
                    <a:pt x="5746" y="10796"/>
                  </a:lnTo>
                  <a:cubicBezTo>
                    <a:pt x="4919" y="10796"/>
                    <a:pt x="4107" y="10589"/>
                    <a:pt x="3390" y="10217"/>
                  </a:cubicBezTo>
                  <a:cubicBezTo>
                    <a:pt x="3356" y="10200"/>
                    <a:pt x="3320" y="10192"/>
                    <a:pt x="3284" y="10192"/>
                  </a:cubicBezTo>
                  <a:cubicBezTo>
                    <a:pt x="3203" y="10192"/>
                    <a:pt x="3125" y="10233"/>
                    <a:pt x="3087" y="10300"/>
                  </a:cubicBezTo>
                  <a:cubicBezTo>
                    <a:pt x="3032" y="10410"/>
                    <a:pt x="3073" y="10548"/>
                    <a:pt x="3183" y="10603"/>
                  </a:cubicBezTo>
                  <a:cubicBezTo>
                    <a:pt x="3969" y="11016"/>
                    <a:pt x="4851" y="11237"/>
                    <a:pt x="5746" y="11237"/>
                  </a:cubicBezTo>
                  <a:cubicBezTo>
                    <a:pt x="6104" y="11237"/>
                    <a:pt x="6476" y="11195"/>
                    <a:pt x="6835" y="11126"/>
                  </a:cubicBezTo>
                  <a:cubicBezTo>
                    <a:pt x="7413" y="11292"/>
                    <a:pt x="7964" y="11374"/>
                    <a:pt x="8474" y="11374"/>
                  </a:cubicBezTo>
                  <a:cubicBezTo>
                    <a:pt x="8612" y="11374"/>
                    <a:pt x="8750" y="11361"/>
                    <a:pt x="8887" y="11361"/>
                  </a:cubicBezTo>
                  <a:cubicBezTo>
                    <a:pt x="9177" y="11333"/>
                    <a:pt x="9411" y="11140"/>
                    <a:pt x="9494" y="10851"/>
                  </a:cubicBezTo>
                  <a:cubicBezTo>
                    <a:pt x="9590" y="10534"/>
                    <a:pt x="9452" y="10203"/>
                    <a:pt x="9177" y="10024"/>
                  </a:cubicBezTo>
                  <a:cubicBezTo>
                    <a:pt x="9494" y="9762"/>
                    <a:pt x="9783" y="9473"/>
                    <a:pt x="10031" y="9156"/>
                  </a:cubicBezTo>
                  <a:cubicBezTo>
                    <a:pt x="10186" y="9378"/>
                    <a:pt x="10431" y="9528"/>
                    <a:pt x="10693" y="9528"/>
                  </a:cubicBezTo>
                  <a:cubicBezTo>
                    <a:pt x="10756" y="9528"/>
                    <a:pt x="10821" y="9519"/>
                    <a:pt x="10885" y="9501"/>
                  </a:cubicBezTo>
                  <a:cubicBezTo>
                    <a:pt x="11161" y="9418"/>
                    <a:pt x="11354" y="9184"/>
                    <a:pt x="11395" y="8894"/>
                  </a:cubicBezTo>
                  <a:cubicBezTo>
                    <a:pt x="11464" y="8247"/>
                    <a:pt x="11367" y="7489"/>
                    <a:pt x="11147" y="6704"/>
                  </a:cubicBezTo>
                  <a:cubicBezTo>
                    <a:pt x="11202" y="6387"/>
                    <a:pt x="11230" y="6070"/>
                    <a:pt x="11230" y="5753"/>
                  </a:cubicBezTo>
                  <a:cubicBezTo>
                    <a:pt x="11230" y="2722"/>
                    <a:pt x="8763" y="256"/>
                    <a:pt x="5732" y="256"/>
                  </a:cubicBezTo>
                  <a:lnTo>
                    <a:pt x="5746" y="270"/>
                  </a:lnTo>
                  <a:cubicBezTo>
                    <a:pt x="5608" y="270"/>
                    <a:pt x="5484" y="270"/>
                    <a:pt x="5360" y="283"/>
                  </a:cubicBezTo>
                  <a:cubicBezTo>
                    <a:pt x="5195" y="214"/>
                    <a:pt x="5030" y="173"/>
                    <a:pt x="4878" y="132"/>
                  </a:cubicBezTo>
                  <a:cubicBezTo>
                    <a:pt x="4526" y="46"/>
                    <a:pt x="4186" y="1"/>
                    <a:pt x="38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774149" y="907848"/>
              <a:ext cx="235079" cy="229668"/>
            </a:xfrm>
            <a:custGeom>
              <a:rect b="b" l="l" r="r" t="t"/>
              <a:pathLst>
                <a:path extrusionOk="0" h="9464" w="9687">
                  <a:moveTo>
                    <a:pt x="3597" y="2796"/>
                  </a:moveTo>
                  <a:cubicBezTo>
                    <a:pt x="3762" y="2796"/>
                    <a:pt x="3914" y="2851"/>
                    <a:pt x="4038" y="2975"/>
                  </a:cubicBezTo>
                  <a:cubicBezTo>
                    <a:pt x="4286" y="3223"/>
                    <a:pt x="4286" y="3622"/>
                    <a:pt x="4038" y="3870"/>
                  </a:cubicBezTo>
                  <a:cubicBezTo>
                    <a:pt x="3921" y="3987"/>
                    <a:pt x="3762" y="4046"/>
                    <a:pt x="3602" y="4046"/>
                  </a:cubicBezTo>
                  <a:cubicBezTo>
                    <a:pt x="3442" y="4046"/>
                    <a:pt x="3280" y="3987"/>
                    <a:pt x="3156" y="3870"/>
                  </a:cubicBezTo>
                  <a:cubicBezTo>
                    <a:pt x="2908" y="3622"/>
                    <a:pt x="2908" y="3223"/>
                    <a:pt x="3156" y="2975"/>
                  </a:cubicBezTo>
                  <a:cubicBezTo>
                    <a:pt x="3280" y="2851"/>
                    <a:pt x="3431" y="2796"/>
                    <a:pt x="3597" y="2796"/>
                  </a:cubicBezTo>
                  <a:close/>
                  <a:moveTo>
                    <a:pt x="1255" y="1363"/>
                  </a:moveTo>
                  <a:lnTo>
                    <a:pt x="2715" y="2823"/>
                  </a:lnTo>
                  <a:cubicBezTo>
                    <a:pt x="2426" y="3236"/>
                    <a:pt x="2481" y="3815"/>
                    <a:pt x="2839" y="4173"/>
                  </a:cubicBezTo>
                  <a:cubicBezTo>
                    <a:pt x="3046" y="4380"/>
                    <a:pt x="3321" y="4490"/>
                    <a:pt x="3597" y="4490"/>
                  </a:cubicBezTo>
                  <a:cubicBezTo>
                    <a:pt x="3790" y="4490"/>
                    <a:pt x="3996" y="4435"/>
                    <a:pt x="4175" y="4325"/>
                  </a:cubicBezTo>
                  <a:lnTo>
                    <a:pt x="4520" y="4669"/>
                  </a:lnTo>
                  <a:cubicBezTo>
                    <a:pt x="4341" y="4931"/>
                    <a:pt x="4244" y="5234"/>
                    <a:pt x="4272" y="5592"/>
                  </a:cubicBezTo>
                  <a:cubicBezTo>
                    <a:pt x="4286" y="5992"/>
                    <a:pt x="4451" y="6474"/>
                    <a:pt x="4754" y="6998"/>
                  </a:cubicBezTo>
                  <a:cubicBezTo>
                    <a:pt x="5099" y="7590"/>
                    <a:pt x="5622" y="8279"/>
                    <a:pt x="6256" y="8927"/>
                  </a:cubicBezTo>
                  <a:cubicBezTo>
                    <a:pt x="5994" y="8844"/>
                    <a:pt x="5719" y="8748"/>
                    <a:pt x="5457" y="8624"/>
                  </a:cubicBezTo>
                  <a:cubicBezTo>
                    <a:pt x="4465" y="8183"/>
                    <a:pt x="3514" y="7535"/>
                    <a:pt x="2756" y="6777"/>
                  </a:cubicBezTo>
                  <a:cubicBezTo>
                    <a:pt x="1654" y="5675"/>
                    <a:pt x="951" y="4587"/>
                    <a:pt x="703" y="3636"/>
                  </a:cubicBezTo>
                  <a:cubicBezTo>
                    <a:pt x="483" y="2768"/>
                    <a:pt x="662" y="2024"/>
                    <a:pt x="1255" y="1363"/>
                  </a:cubicBezTo>
                  <a:close/>
                  <a:moveTo>
                    <a:pt x="3125" y="1"/>
                  </a:moveTo>
                  <a:cubicBezTo>
                    <a:pt x="2373" y="1"/>
                    <a:pt x="1694" y="303"/>
                    <a:pt x="1089" y="908"/>
                  </a:cubicBezTo>
                  <a:cubicBezTo>
                    <a:pt x="276" y="1721"/>
                    <a:pt x="1" y="2644"/>
                    <a:pt x="276" y="3746"/>
                  </a:cubicBezTo>
                  <a:cubicBezTo>
                    <a:pt x="538" y="4780"/>
                    <a:pt x="1296" y="5937"/>
                    <a:pt x="2453" y="7094"/>
                  </a:cubicBezTo>
                  <a:cubicBezTo>
                    <a:pt x="3239" y="7880"/>
                    <a:pt x="4244" y="8568"/>
                    <a:pt x="5278" y="9023"/>
                  </a:cubicBezTo>
                  <a:cubicBezTo>
                    <a:pt x="5705" y="9216"/>
                    <a:pt x="6118" y="9354"/>
                    <a:pt x="6518" y="9450"/>
                  </a:cubicBezTo>
                  <a:cubicBezTo>
                    <a:pt x="6545" y="9464"/>
                    <a:pt x="6573" y="9464"/>
                    <a:pt x="6600" y="9464"/>
                  </a:cubicBezTo>
                  <a:cubicBezTo>
                    <a:pt x="6724" y="9464"/>
                    <a:pt x="6835" y="9409"/>
                    <a:pt x="6890" y="9299"/>
                  </a:cubicBezTo>
                  <a:cubicBezTo>
                    <a:pt x="6972" y="9161"/>
                    <a:pt x="6945" y="8996"/>
                    <a:pt x="6835" y="8885"/>
                  </a:cubicBezTo>
                  <a:cubicBezTo>
                    <a:pt x="6807" y="8872"/>
                    <a:pt x="6793" y="8844"/>
                    <a:pt x="6766" y="8830"/>
                  </a:cubicBezTo>
                  <a:cubicBezTo>
                    <a:pt x="6077" y="8141"/>
                    <a:pt x="5498" y="7411"/>
                    <a:pt x="5140" y="6777"/>
                  </a:cubicBezTo>
                  <a:cubicBezTo>
                    <a:pt x="4616" y="5882"/>
                    <a:pt x="4575" y="5220"/>
                    <a:pt x="4988" y="4807"/>
                  </a:cubicBezTo>
                  <a:cubicBezTo>
                    <a:pt x="5171" y="4625"/>
                    <a:pt x="5401" y="4534"/>
                    <a:pt x="5678" y="4534"/>
                  </a:cubicBezTo>
                  <a:cubicBezTo>
                    <a:pt x="6028" y="4534"/>
                    <a:pt x="6452" y="4680"/>
                    <a:pt x="6945" y="4972"/>
                  </a:cubicBezTo>
                  <a:cubicBezTo>
                    <a:pt x="7565" y="5344"/>
                    <a:pt x="8295" y="5923"/>
                    <a:pt x="8984" y="6612"/>
                  </a:cubicBezTo>
                  <a:cubicBezTo>
                    <a:pt x="9011" y="6640"/>
                    <a:pt x="9053" y="6681"/>
                    <a:pt x="9080" y="6708"/>
                  </a:cubicBezTo>
                  <a:cubicBezTo>
                    <a:pt x="9147" y="6775"/>
                    <a:pt x="9234" y="6812"/>
                    <a:pt x="9320" y="6812"/>
                  </a:cubicBezTo>
                  <a:cubicBezTo>
                    <a:pt x="9376" y="6812"/>
                    <a:pt x="9431" y="6796"/>
                    <a:pt x="9480" y="6764"/>
                  </a:cubicBezTo>
                  <a:cubicBezTo>
                    <a:pt x="9618" y="6695"/>
                    <a:pt x="9687" y="6543"/>
                    <a:pt x="9645" y="6392"/>
                  </a:cubicBezTo>
                  <a:cubicBezTo>
                    <a:pt x="9549" y="5978"/>
                    <a:pt x="9397" y="5551"/>
                    <a:pt x="9218" y="5124"/>
                  </a:cubicBezTo>
                  <a:cubicBezTo>
                    <a:pt x="8750" y="4077"/>
                    <a:pt x="8061" y="3071"/>
                    <a:pt x="7275" y="2272"/>
                  </a:cubicBezTo>
                  <a:cubicBezTo>
                    <a:pt x="6490" y="1501"/>
                    <a:pt x="5719" y="908"/>
                    <a:pt x="4975" y="522"/>
                  </a:cubicBezTo>
                  <a:cubicBezTo>
                    <a:pt x="4945" y="505"/>
                    <a:pt x="4912" y="498"/>
                    <a:pt x="4878" y="498"/>
                  </a:cubicBezTo>
                  <a:cubicBezTo>
                    <a:pt x="4802" y="498"/>
                    <a:pt x="4723" y="538"/>
                    <a:pt x="4685" y="605"/>
                  </a:cubicBezTo>
                  <a:cubicBezTo>
                    <a:pt x="4630" y="715"/>
                    <a:pt x="4671" y="853"/>
                    <a:pt x="4782" y="908"/>
                  </a:cubicBezTo>
                  <a:cubicBezTo>
                    <a:pt x="5484" y="1280"/>
                    <a:pt x="6215" y="1831"/>
                    <a:pt x="6959" y="2589"/>
                  </a:cubicBezTo>
                  <a:cubicBezTo>
                    <a:pt x="7716" y="3333"/>
                    <a:pt x="8378" y="4311"/>
                    <a:pt x="8805" y="5303"/>
                  </a:cubicBezTo>
                  <a:cubicBezTo>
                    <a:pt x="8929" y="5579"/>
                    <a:pt x="9039" y="5854"/>
                    <a:pt x="9122" y="6130"/>
                  </a:cubicBezTo>
                  <a:cubicBezTo>
                    <a:pt x="8460" y="5482"/>
                    <a:pt x="7771" y="4945"/>
                    <a:pt x="7165" y="4587"/>
                  </a:cubicBezTo>
                  <a:cubicBezTo>
                    <a:pt x="6655" y="4284"/>
                    <a:pt x="6173" y="4118"/>
                    <a:pt x="5774" y="4091"/>
                  </a:cubicBezTo>
                  <a:cubicBezTo>
                    <a:pt x="5748" y="4090"/>
                    <a:pt x="5723" y="4089"/>
                    <a:pt x="5698" y="4089"/>
                  </a:cubicBezTo>
                  <a:cubicBezTo>
                    <a:pt x="5371" y="4089"/>
                    <a:pt x="5079" y="4174"/>
                    <a:pt x="4823" y="4366"/>
                  </a:cubicBezTo>
                  <a:lnTo>
                    <a:pt x="4479" y="4022"/>
                  </a:lnTo>
                  <a:cubicBezTo>
                    <a:pt x="4768" y="3595"/>
                    <a:pt x="4727" y="3030"/>
                    <a:pt x="4355" y="2658"/>
                  </a:cubicBezTo>
                  <a:cubicBezTo>
                    <a:pt x="4150" y="2453"/>
                    <a:pt x="3881" y="2352"/>
                    <a:pt x="3612" y="2352"/>
                  </a:cubicBezTo>
                  <a:cubicBezTo>
                    <a:pt x="3411" y="2352"/>
                    <a:pt x="3209" y="2408"/>
                    <a:pt x="3032" y="2520"/>
                  </a:cubicBezTo>
                  <a:lnTo>
                    <a:pt x="1571" y="1060"/>
                  </a:lnTo>
                  <a:cubicBezTo>
                    <a:pt x="2035" y="644"/>
                    <a:pt x="2553" y="439"/>
                    <a:pt x="3121" y="439"/>
                  </a:cubicBezTo>
                  <a:cubicBezTo>
                    <a:pt x="3363" y="439"/>
                    <a:pt x="3613" y="476"/>
                    <a:pt x="3872" y="550"/>
                  </a:cubicBezTo>
                  <a:cubicBezTo>
                    <a:pt x="3889" y="554"/>
                    <a:pt x="3905" y="556"/>
                    <a:pt x="3922" y="556"/>
                  </a:cubicBezTo>
                  <a:cubicBezTo>
                    <a:pt x="4017" y="556"/>
                    <a:pt x="4111" y="490"/>
                    <a:pt x="4134" y="385"/>
                  </a:cubicBezTo>
                  <a:cubicBezTo>
                    <a:pt x="4175" y="274"/>
                    <a:pt x="4107" y="150"/>
                    <a:pt x="3983" y="123"/>
                  </a:cubicBezTo>
                  <a:cubicBezTo>
                    <a:pt x="3687" y="41"/>
                    <a:pt x="3401" y="1"/>
                    <a:pt x="3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4" name="Google Shape;1534;p66"/>
          <p:cNvSpPr txBox="1"/>
          <p:nvPr>
            <p:ph idx="3" type="subTitle"/>
          </p:nvPr>
        </p:nvSpPr>
        <p:spPr>
          <a:xfrm>
            <a:off x="5103720" y="3091166"/>
            <a:ext cx="19665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535" name="Google Shape;1535;p66"/>
          <p:cNvSpPr txBox="1"/>
          <p:nvPr>
            <p:ph idx="4" type="subTitle"/>
          </p:nvPr>
        </p:nvSpPr>
        <p:spPr>
          <a:xfrm>
            <a:off x="2073780" y="3091166"/>
            <a:ext cx="19665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536" name="Google Shape;1536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latin typeface="Arial"/>
              </a:rPr>
              <a:t>Đội ngũ sáng lập</a:t>
            </a:r>
            <a:endParaRPr/>
          </a:p>
        </p:txBody>
      </p:sp>
      <p:sp>
        <p:nvSpPr>
          <p:cNvPr id="1537" name="Google Shape;1537;p66"/>
          <p:cNvSpPr txBox="1"/>
          <p:nvPr>
            <p:ph idx="1" type="subTitle"/>
          </p:nvPr>
        </p:nvSpPr>
        <p:spPr>
          <a:xfrm>
            <a:off x="5103720" y="3452004"/>
            <a:ext cx="19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Arial"/>
              </a:rPr>
              <a:t>Trần Thu Hà — Vận hành &amp; Tài chính, phụ trách chuỗi cung ứng và mở rộng kênh phân phối</a:t>
            </a:r>
            <a:endParaRPr/>
          </a:p>
        </p:txBody>
      </p:sp>
      <p:sp>
        <p:nvSpPr>
          <p:cNvPr id="1538" name="Google Shape;1538;p66"/>
          <p:cNvSpPr txBox="1"/>
          <p:nvPr>
            <p:ph idx="2" type="subTitle"/>
          </p:nvPr>
        </p:nvSpPr>
        <p:spPr>
          <a:xfrm>
            <a:off x="2073780" y="3452004"/>
            <a:ext cx="19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Arial"/>
              </a:rPr>
              <a:t>Nguyễn Minh Quân — Master Roaster, 8 năm kinh nghiệm rang cà phê chuyên nghiệp</a:t>
            </a:r>
            <a:endParaRPr/>
          </a:p>
        </p:txBody>
      </p:sp>
      <p:sp>
        <p:nvSpPr>
          <p:cNvPr id="1539" name="Google Shape;1539;p66"/>
          <p:cNvSpPr/>
          <p:nvPr/>
        </p:nvSpPr>
        <p:spPr>
          <a:xfrm>
            <a:off x="2164379" y="1171759"/>
            <a:ext cx="1632899" cy="1816133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0" name="Google Shape;1540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442" l="6976" r="2313" t="10450"/>
          <a:stretch/>
        </p:blipFill>
        <p:spPr>
          <a:xfrm>
            <a:off x="2392031" y="1201100"/>
            <a:ext cx="1343100" cy="1757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1" name="Google Shape;1541;p66"/>
          <p:cNvSpPr/>
          <p:nvPr/>
        </p:nvSpPr>
        <p:spPr>
          <a:xfrm>
            <a:off x="5194324" y="1171756"/>
            <a:ext cx="1632899" cy="1816133"/>
          </a:xfrm>
          <a:custGeom>
            <a:rect b="b" l="l" r="r" t="t"/>
            <a:pathLst>
              <a:path extrusionOk="0" h="20249" w="18341">
                <a:moveTo>
                  <a:pt x="10004" y="445"/>
                </a:moveTo>
                <a:cubicBezTo>
                  <a:pt x="12981" y="445"/>
                  <a:pt x="16011" y="2404"/>
                  <a:pt x="17065" y="6092"/>
                </a:cubicBezTo>
                <a:cubicBezTo>
                  <a:pt x="18320" y="10429"/>
                  <a:pt x="16323" y="18704"/>
                  <a:pt x="11472" y="19674"/>
                </a:cubicBezTo>
                <a:cubicBezTo>
                  <a:pt x="11010" y="19763"/>
                  <a:pt x="10562" y="19805"/>
                  <a:pt x="10130" y="19805"/>
                </a:cubicBezTo>
                <a:cubicBezTo>
                  <a:pt x="3554" y="19805"/>
                  <a:pt x="429" y="10067"/>
                  <a:pt x="4338" y="3695"/>
                </a:cubicBezTo>
                <a:cubicBezTo>
                  <a:pt x="5666" y="1498"/>
                  <a:pt x="7821" y="445"/>
                  <a:pt x="10004" y="445"/>
                </a:cubicBezTo>
                <a:close/>
                <a:moveTo>
                  <a:pt x="9749" y="1"/>
                </a:moveTo>
                <a:cubicBezTo>
                  <a:pt x="8003" y="1"/>
                  <a:pt x="6290" y="649"/>
                  <a:pt x="4966" y="2040"/>
                </a:cubicBezTo>
                <a:cubicBezTo>
                  <a:pt x="1" y="7233"/>
                  <a:pt x="1542" y="19960"/>
                  <a:pt x="10102" y="20245"/>
                </a:cubicBezTo>
                <a:cubicBezTo>
                  <a:pt x="10174" y="20248"/>
                  <a:pt x="10245" y="20249"/>
                  <a:pt x="10316" y="20249"/>
                </a:cubicBezTo>
                <a:cubicBezTo>
                  <a:pt x="14981" y="20249"/>
                  <a:pt x="17753" y="14750"/>
                  <a:pt x="17978" y="9915"/>
                </a:cubicBezTo>
                <a:cubicBezTo>
                  <a:pt x="18341" y="3748"/>
                  <a:pt x="13949" y="1"/>
                  <a:pt x="9749" y="1"/>
                </a:cubicBezTo>
                <a:close/>
              </a:path>
            </a:pathLst>
          </a:custGeom>
          <a:solidFill>
            <a:srgbClr val="D56B6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2" name="Google Shape;1542;p66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5732" l="6123" r="2352" t="4454"/>
          <a:stretch/>
        </p:blipFill>
        <p:spPr>
          <a:xfrm>
            <a:off x="5421773" y="1201097"/>
            <a:ext cx="1343100" cy="1757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3" name="Google Shape;1543;p66"/>
          <p:cNvSpPr/>
          <p:nvPr/>
        </p:nvSpPr>
        <p:spPr>
          <a:xfrm rot="-6731954">
            <a:off x="1231755" y="540667"/>
            <a:ext cx="724727" cy="1172522"/>
          </a:xfrm>
          <a:custGeom>
            <a:rect b="b" l="l" r="r" t="t"/>
            <a:pathLst>
              <a:path extrusionOk="0" h="17483" w="10807">
                <a:moveTo>
                  <a:pt x="1678" y="1"/>
                </a:moveTo>
                <a:cubicBezTo>
                  <a:pt x="1639" y="1"/>
                  <a:pt x="1599" y="2"/>
                  <a:pt x="1559" y="6"/>
                </a:cubicBezTo>
                <a:cubicBezTo>
                  <a:pt x="945" y="75"/>
                  <a:pt x="501" y="518"/>
                  <a:pt x="92" y="945"/>
                </a:cubicBezTo>
                <a:cubicBezTo>
                  <a:pt x="0" y="1036"/>
                  <a:pt x="99" y="1178"/>
                  <a:pt x="204" y="1178"/>
                </a:cubicBezTo>
                <a:cubicBezTo>
                  <a:pt x="236" y="1178"/>
                  <a:pt x="269" y="1164"/>
                  <a:pt x="297" y="1132"/>
                </a:cubicBezTo>
                <a:lnTo>
                  <a:pt x="279" y="1132"/>
                </a:lnTo>
                <a:cubicBezTo>
                  <a:pt x="621" y="774"/>
                  <a:pt x="1013" y="365"/>
                  <a:pt x="1525" y="279"/>
                </a:cubicBezTo>
                <a:cubicBezTo>
                  <a:pt x="1574" y="273"/>
                  <a:pt x="1622" y="269"/>
                  <a:pt x="1668" y="269"/>
                </a:cubicBezTo>
                <a:cubicBezTo>
                  <a:pt x="2205" y="269"/>
                  <a:pt x="2484" y="716"/>
                  <a:pt x="2532" y="1235"/>
                </a:cubicBezTo>
                <a:cubicBezTo>
                  <a:pt x="2615" y="2256"/>
                  <a:pt x="2288" y="3343"/>
                  <a:pt x="1777" y="4205"/>
                </a:cubicBezTo>
                <a:lnTo>
                  <a:pt x="1777" y="4205"/>
                </a:lnTo>
                <a:cubicBezTo>
                  <a:pt x="1772" y="4210"/>
                  <a:pt x="1768" y="4215"/>
                  <a:pt x="1764" y="4221"/>
                </a:cubicBezTo>
                <a:cubicBezTo>
                  <a:pt x="1765" y="4221"/>
                  <a:pt x="1765" y="4222"/>
                  <a:pt x="1766" y="4222"/>
                </a:cubicBezTo>
                <a:lnTo>
                  <a:pt x="1766" y="4222"/>
                </a:lnTo>
                <a:cubicBezTo>
                  <a:pt x="1760" y="4233"/>
                  <a:pt x="1753" y="4244"/>
                  <a:pt x="1747" y="4255"/>
                </a:cubicBezTo>
                <a:cubicBezTo>
                  <a:pt x="1683" y="4357"/>
                  <a:pt x="1772" y="4468"/>
                  <a:pt x="1863" y="4468"/>
                </a:cubicBezTo>
                <a:cubicBezTo>
                  <a:pt x="1894" y="4468"/>
                  <a:pt x="1926" y="4456"/>
                  <a:pt x="1951" y="4425"/>
                </a:cubicBezTo>
                <a:cubicBezTo>
                  <a:pt x="1962" y="4413"/>
                  <a:pt x="1972" y="4401"/>
                  <a:pt x="1983" y="4389"/>
                </a:cubicBezTo>
                <a:lnTo>
                  <a:pt x="1983" y="4389"/>
                </a:lnTo>
                <a:cubicBezTo>
                  <a:pt x="1984" y="4390"/>
                  <a:pt x="1985" y="4390"/>
                  <a:pt x="1986" y="4391"/>
                </a:cubicBezTo>
                <a:cubicBezTo>
                  <a:pt x="1989" y="4385"/>
                  <a:pt x="1993" y="4378"/>
                  <a:pt x="1997" y="4372"/>
                </a:cubicBezTo>
                <a:lnTo>
                  <a:pt x="1997" y="4372"/>
                </a:lnTo>
                <a:cubicBezTo>
                  <a:pt x="2567" y="3713"/>
                  <a:pt x="3235" y="3152"/>
                  <a:pt x="3999" y="2753"/>
                </a:cubicBezTo>
                <a:cubicBezTo>
                  <a:pt x="4396" y="2549"/>
                  <a:pt x="5154" y="2164"/>
                  <a:pt x="5764" y="2164"/>
                </a:cubicBezTo>
                <a:cubicBezTo>
                  <a:pt x="6071" y="2164"/>
                  <a:pt x="6341" y="2262"/>
                  <a:pt x="6507" y="2532"/>
                </a:cubicBezTo>
                <a:cubicBezTo>
                  <a:pt x="6780" y="2958"/>
                  <a:pt x="6609" y="3487"/>
                  <a:pt x="6387" y="3879"/>
                </a:cubicBezTo>
                <a:cubicBezTo>
                  <a:pt x="6132" y="4340"/>
                  <a:pt x="5824" y="4767"/>
                  <a:pt x="5534" y="5210"/>
                </a:cubicBezTo>
                <a:cubicBezTo>
                  <a:pt x="4971" y="6097"/>
                  <a:pt x="4391" y="6985"/>
                  <a:pt x="3828" y="7872"/>
                </a:cubicBezTo>
                <a:cubicBezTo>
                  <a:pt x="3163" y="8913"/>
                  <a:pt x="2497" y="9953"/>
                  <a:pt x="1815" y="10977"/>
                </a:cubicBezTo>
                <a:cubicBezTo>
                  <a:pt x="1687" y="11195"/>
                  <a:pt x="1896" y="11442"/>
                  <a:pt x="2103" y="11442"/>
                </a:cubicBezTo>
                <a:cubicBezTo>
                  <a:pt x="2170" y="11442"/>
                  <a:pt x="2238" y="11416"/>
                  <a:pt x="2293" y="11352"/>
                </a:cubicBezTo>
                <a:cubicBezTo>
                  <a:pt x="3316" y="10243"/>
                  <a:pt x="4562" y="9373"/>
                  <a:pt x="5978" y="8861"/>
                </a:cubicBezTo>
                <a:cubicBezTo>
                  <a:pt x="6268" y="8754"/>
                  <a:pt x="6720" y="8579"/>
                  <a:pt x="7118" y="8579"/>
                </a:cubicBezTo>
                <a:cubicBezTo>
                  <a:pt x="7352" y="8579"/>
                  <a:pt x="7567" y="8640"/>
                  <a:pt x="7718" y="8810"/>
                </a:cubicBezTo>
                <a:cubicBezTo>
                  <a:pt x="7991" y="9083"/>
                  <a:pt x="7855" y="9527"/>
                  <a:pt x="7735" y="9851"/>
                </a:cubicBezTo>
                <a:cubicBezTo>
                  <a:pt x="7582" y="10243"/>
                  <a:pt x="7377" y="10619"/>
                  <a:pt x="7189" y="10977"/>
                </a:cubicBezTo>
                <a:cubicBezTo>
                  <a:pt x="6729" y="11830"/>
                  <a:pt x="6200" y="12649"/>
                  <a:pt x="5654" y="13434"/>
                </a:cubicBezTo>
                <a:cubicBezTo>
                  <a:pt x="5546" y="13572"/>
                  <a:pt x="5688" y="13766"/>
                  <a:pt x="5841" y="13766"/>
                </a:cubicBezTo>
                <a:cubicBezTo>
                  <a:pt x="5858" y="13766"/>
                  <a:pt x="5876" y="13763"/>
                  <a:pt x="5893" y="13758"/>
                </a:cubicBezTo>
                <a:cubicBezTo>
                  <a:pt x="6729" y="13451"/>
                  <a:pt x="7394" y="12820"/>
                  <a:pt x="8213" y="12513"/>
                </a:cubicBezTo>
                <a:cubicBezTo>
                  <a:pt x="8485" y="12407"/>
                  <a:pt x="8805" y="12337"/>
                  <a:pt x="9119" y="12337"/>
                </a:cubicBezTo>
                <a:cubicBezTo>
                  <a:pt x="9612" y="12337"/>
                  <a:pt x="10089" y="12510"/>
                  <a:pt x="10329" y="12990"/>
                </a:cubicBezTo>
                <a:cubicBezTo>
                  <a:pt x="10687" y="13724"/>
                  <a:pt x="10090" y="14765"/>
                  <a:pt x="9680" y="15379"/>
                </a:cubicBezTo>
                <a:cubicBezTo>
                  <a:pt x="9237" y="16061"/>
                  <a:pt x="8657" y="16658"/>
                  <a:pt x="7991" y="17102"/>
                </a:cubicBezTo>
                <a:cubicBezTo>
                  <a:pt x="7809" y="17228"/>
                  <a:pt x="7927" y="17482"/>
                  <a:pt x="8088" y="17482"/>
                </a:cubicBezTo>
                <a:cubicBezTo>
                  <a:pt x="8123" y="17482"/>
                  <a:pt x="8160" y="17470"/>
                  <a:pt x="8196" y="17443"/>
                </a:cubicBezTo>
                <a:cubicBezTo>
                  <a:pt x="9339" y="16641"/>
                  <a:pt x="10277" y="15430"/>
                  <a:pt x="10636" y="14065"/>
                </a:cubicBezTo>
                <a:cubicBezTo>
                  <a:pt x="10806" y="13417"/>
                  <a:pt x="10704" y="12751"/>
                  <a:pt x="10141" y="12359"/>
                </a:cubicBezTo>
                <a:cubicBezTo>
                  <a:pt x="9818" y="12127"/>
                  <a:pt x="9442" y="12032"/>
                  <a:pt x="9058" y="12032"/>
                </a:cubicBezTo>
                <a:cubicBezTo>
                  <a:pt x="8792" y="12032"/>
                  <a:pt x="8522" y="12077"/>
                  <a:pt x="8264" y="12154"/>
                </a:cubicBezTo>
                <a:cubicBezTo>
                  <a:pt x="7636" y="12364"/>
                  <a:pt x="7079" y="12733"/>
                  <a:pt x="6491" y="13031"/>
                </a:cubicBezTo>
                <a:lnTo>
                  <a:pt x="6491" y="13031"/>
                </a:lnTo>
                <a:cubicBezTo>
                  <a:pt x="6901" y="12453"/>
                  <a:pt x="7272" y="11848"/>
                  <a:pt x="7616" y="11233"/>
                </a:cubicBezTo>
                <a:cubicBezTo>
                  <a:pt x="7991" y="10550"/>
                  <a:pt x="8674" y="9595"/>
                  <a:pt x="8367" y="8759"/>
                </a:cubicBezTo>
                <a:cubicBezTo>
                  <a:pt x="8162" y="8183"/>
                  <a:pt x="7602" y="7982"/>
                  <a:pt x="7040" y="7982"/>
                </a:cubicBezTo>
                <a:cubicBezTo>
                  <a:pt x="6852" y="7982"/>
                  <a:pt x="6665" y="8004"/>
                  <a:pt x="6490" y="8042"/>
                </a:cubicBezTo>
                <a:cubicBezTo>
                  <a:pt x="5671" y="8196"/>
                  <a:pt x="4886" y="8571"/>
                  <a:pt x="4169" y="8998"/>
                </a:cubicBezTo>
                <a:cubicBezTo>
                  <a:pt x="3913" y="9149"/>
                  <a:pt x="3663" y="9312"/>
                  <a:pt x="3422" y="9486"/>
                </a:cubicBezTo>
                <a:lnTo>
                  <a:pt x="3422" y="9486"/>
                </a:lnTo>
                <a:cubicBezTo>
                  <a:pt x="4333" y="7976"/>
                  <a:pt x="5249" y="6470"/>
                  <a:pt x="6166" y="4954"/>
                </a:cubicBezTo>
                <a:cubicBezTo>
                  <a:pt x="6609" y="4204"/>
                  <a:pt x="7343" y="3180"/>
                  <a:pt x="6729" y="2310"/>
                </a:cubicBezTo>
                <a:cubicBezTo>
                  <a:pt x="6496" y="1983"/>
                  <a:pt x="6161" y="1869"/>
                  <a:pt x="5801" y="1869"/>
                </a:cubicBezTo>
                <a:cubicBezTo>
                  <a:pt x="5315" y="1869"/>
                  <a:pt x="4783" y="2075"/>
                  <a:pt x="4391" y="2241"/>
                </a:cubicBezTo>
                <a:cubicBezTo>
                  <a:pt x="3660" y="2558"/>
                  <a:pt x="2990" y="2997"/>
                  <a:pt x="2412" y="3532"/>
                </a:cubicBezTo>
                <a:lnTo>
                  <a:pt x="2412" y="3532"/>
                </a:lnTo>
                <a:cubicBezTo>
                  <a:pt x="2536" y="3221"/>
                  <a:pt x="2632" y="2898"/>
                  <a:pt x="2702" y="2566"/>
                </a:cubicBezTo>
                <a:cubicBezTo>
                  <a:pt x="2805" y="1986"/>
                  <a:pt x="2907" y="1303"/>
                  <a:pt x="2702" y="740"/>
                </a:cubicBezTo>
                <a:cubicBezTo>
                  <a:pt x="2545" y="283"/>
                  <a:pt x="2154" y="1"/>
                  <a:pt x="1678" y="1"/>
                </a:cubicBez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rgbClr val="7258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4" name="Google Shape;1544;p66"/>
          <p:cNvGrpSpPr/>
          <p:nvPr/>
        </p:nvGrpSpPr>
        <p:grpSpPr>
          <a:xfrm flipH="1">
            <a:off x="5588103" y="396946"/>
            <a:ext cx="1901990" cy="1887948"/>
            <a:chOff x="1217931" y="230871"/>
            <a:chExt cx="1901990" cy="1887948"/>
          </a:xfrm>
        </p:grpSpPr>
        <p:sp>
          <p:nvSpPr>
            <p:cNvPr id="1545" name="Google Shape;1545;p66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46" name="Google Shape;1546;p66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1547" name="Google Shape;1547;p66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66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66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66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66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66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66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54" name="Google Shape;1554;p66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55" name="Google Shape;1555;p66"/>
          <p:cNvGrpSpPr/>
          <p:nvPr/>
        </p:nvGrpSpPr>
        <p:grpSpPr>
          <a:xfrm flipH="1" rot="4026412">
            <a:off x="2980005" y="1033401"/>
            <a:ext cx="1901924" cy="1887883"/>
            <a:chOff x="1217931" y="230871"/>
            <a:chExt cx="1901990" cy="1887948"/>
          </a:xfrm>
        </p:grpSpPr>
        <p:sp>
          <p:nvSpPr>
            <p:cNvPr id="1556" name="Google Shape;1556;p66"/>
            <p:cNvSpPr/>
            <p:nvPr/>
          </p:nvSpPr>
          <p:spPr>
            <a:xfrm rot="-821394">
              <a:off x="1416061" y="706064"/>
              <a:ext cx="1426509" cy="992034"/>
            </a:xfrm>
            <a:custGeom>
              <a:rect b="b" l="l" r="r" t="t"/>
              <a:pathLst>
                <a:path extrusionOk="0" h="13582" w="16517">
                  <a:moveTo>
                    <a:pt x="15373" y="1"/>
                  </a:moveTo>
                  <a:lnTo>
                    <a:pt x="1" y="8975"/>
                  </a:lnTo>
                  <a:lnTo>
                    <a:pt x="649" y="9623"/>
                  </a:lnTo>
                  <a:lnTo>
                    <a:pt x="1741" y="10357"/>
                  </a:lnTo>
                  <a:cubicBezTo>
                    <a:pt x="1741" y="10357"/>
                    <a:pt x="1041" y="11091"/>
                    <a:pt x="1297" y="11278"/>
                  </a:cubicBezTo>
                  <a:cubicBezTo>
                    <a:pt x="1536" y="11449"/>
                    <a:pt x="1980" y="11603"/>
                    <a:pt x="1980" y="11603"/>
                  </a:cubicBezTo>
                  <a:lnTo>
                    <a:pt x="1434" y="13582"/>
                  </a:lnTo>
                  <a:lnTo>
                    <a:pt x="16516" y="4761"/>
                  </a:lnTo>
                  <a:lnTo>
                    <a:pt x="15680" y="3430"/>
                  </a:lnTo>
                  <a:lnTo>
                    <a:pt x="16431" y="2423"/>
                  </a:lnTo>
                  <a:cubicBezTo>
                    <a:pt x="16431" y="2423"/>
                    <a:pt x="15817" y="1553"/>
                    <a:pt x="15578" y="1536"/>
                  </a:cubicBezTo>
                  <a:cubicBezTo>
                    <a:pt x="15339" y="1519"/>
                    <a:pt x="15202" y="905"/>
                    <a:pt x="15202" y="905"/>
                  </a:cubicBezTo>
                  <a:lnTo>
                    <a:pt x="1537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7" name="Google Shape;1557;p66"/>
            <p:cNvGrpSpPr/>
            <p:nvPr/>
          </p:nvGrpSpPr>
          <p:grpSpPr>
            <a:xfrm rot="-2046434">
              <a:off x="1473546" y="505696"/>
              <a:ext cx="1390760" cy="1338299"/>
              <a:chOff x="2816150" y="4283913"/>
              <a:chExt cx="627300" cy="603600"/>
            </a:xfrm>
          </p:grpSpPr>
          <p:sp>
            <p:nvSpPr>
              <p:cNvPr id="1558" name="Google Shape;1558;p66"/>
              <p:cNvSpPr/>
              <p:nvPr/>
            </p:nvSpPr>
            <p:spPr>
              <a:xfrm>
                <a:off x="2858950" y="4553800"/>
                <a:ext cx="64500" cy="120825"/>
              </a:xfrm>
              <a:custGeom>
                <a:rect b="b" l="l" r="r" t="t"/>
                <a:pathLst>
                  <a:path extrusionOk="0" h="4833" w="2580">
                    <a:moveTo>
                      <a:pt x="1684" y="422"/>
                    </a:moveTo>
                    <a:cubicBezTo>
                      <a:pt x="1747" y="422"/>
                      <a:pt x="1807" y="444"/>
                      <a:pt x="1863" y="497"/>
                    </a:cubicBezTo>
                    <a:cubicBezTo>
                      <a:pt x="2136" y="735"/>
                      <a:pt x="1641" y="1367"/>
                      <a:pt x="1488" y="1554"/>
                    </a:cubicBezTo>
                    <a:cubicBezTo>
                      <a:pt x="1232" y="1858"/>
                      <a:pt x="932" y="2117"/>
                      <a:pt x="600" y="2330"/>
                    </a:cubicBezTo>
                    <a:lnTo>
                      <a:pt x="600" y="2330"/>
                    </a:lnTo>
                    <a:cubicBezTo>
                      <a:pt x="600" y="2309"/>
                      <a:pt x="597" y="2290"/>
                      <a:pt x="592" y="2272"/>
                    </a:cubicBezTo>
                    <a:lnTo>
                      <a:pt x="592" y="2272"/>
                    </a:lnTo>
                    <a:cubicBezTo>
                      <a:pt x="596" y="2256"/>
                      <a:pt x="599" y="2238"/>
                      <a:pt x="601" y="2220"/>
                    </a:cubicBezTo>
                    <a:lnTo>
                      <a:pt x="583" y="2220"/>
                    </a:lnTo>
                    <a:cubicBezTo>
                      <a:pt x="618" y="1793"/>
                      <a:pt x="737" y="1401"/>
                      <a:pt x="959" y="1060"/>
                    </a:cubicBezTo>
                    <a:cubicBezTo>
                      <a:pt x="1071" y="878"/>
                      <a:pt x="1400" y="422"/>
                      <a:pt x="1684" y="422"/>
                    </a:cubicBezTo>
                    <a:close/>
                    <a:moveTo>
                      <a:pt x="599" y="2756"/>
                    </a:moveTo>
                    <a:cubicBezTo>
                      <a:pt x="965" y="2989"/>
                      <a:pt x="1300" y="3281"/>
                      <a:pt x="1590" y="3619"/>
                    </a:cubicBezTo>
                    <a:cubicBezTo>
                      <a:pt x="1727" y="3789"/>
                      <a:pt x="1897" y="3994"/>
                      <a:pt x="1948" y="4216"/>
                    </a:cubicBezTo>
                    <a:cubicBezTo>
                      <a:pt x="1975" y="4360"/>
                      <a:pt x="1903" y="4404"/>
                      <a:pt x="1806" y="4404"/>
                    </a:cubicBezTo>
                    <a:cubicBezTo>
                      <a:pt x="1719" y="4404"/>
                      <a:pt x="1612" y="4368"/>
                      <a:pt x="1539" y="4335"/>
                    </a:cubicBezTo>
                    <a:cubicBezTo>
                      <a:pt x="1181" y="4165"/>
                      <a:pt x="908" y="3858"/>
                      <a:pt x="754" y="3499"/>
                    </a:cubicBezTo>
                    <a:cubicBezTo>
                      <a:pt x="632" y="3255"/>
                      <a:pt x="604" y="3010"/>
                      <a:pt x="599" y="2756"/>
                    </a:cubicBezTo>
                    <a:close/>
                    <a:moveTo>
                      <a:pt x="1680" y="1"/>
                    </a:moveTo>
                    <a:cubicBezTo>
                      <a:pt x="1320" y="1"/>
                      <a:pt x="978" y="296"/>
                      <a:pt x="754" y="582"/>
                    </a:cubicBezTo>
                    <a:cubicBezTo>
                      <a:pt x="379" y="1060"/>
                      <a:pt x="174" y="1623"/>
                      <a:pt x="140" y="2220"/>
                    </a:cubicBezTo>
                    <a:cubicBezTo>
                      <a:pt x="137" y="2271"/>
                      <a:pt x="149" y="2312"/>
                      <a:pt x="170" y="2345"/>
                    </a:cubicBezTo>
                    <a:lnTo>
                      <a:pt x="170" y="2345"/>
                    </a:lnTo>
                    <a:cubicBezTo>
                      <a:pt x="0" y="2848"/>
                      <a:pt x="184" y="3465"/>
                      <a:pt x="447" y="3892"/>
                    </a:cubicBezTo>
                    <a:cubicBezTo>
                      <a:pt x="720" y="4318"/>
                      <a:pt x="1181" y="4779"/>
                      <a:pt x="1727" y="4830"/>
                    </a:cubicBezTo>
                    <a:cubicBezTo>
                      <a:pt x="1743" y="4831"/>
                      <a:pt x="1761" y="4832"/>
                      <a:pt x="1778" y="4832"/>
                    </a:cubicBezTo>
                    <a:cubicBezTo>
                      <a:pt x="2003" y="4832"/>
                      <a:pt x="2244" y="4727"/>
                      <a:pt x="2324" y="4489"/>
                    </a:cubicBezTo>
                    <a:cubicBezTo>
                      <a:pt x="2426" y="4199"/>
                      <a:pt x="2273" y="3892"/>
                      <a:pt x="2119" y="3670"/>
                    </a:cubicBezTo>
                    <a:cubicBezTo>
                      <a:pt x="1820" y="3228"/>
                      <a:pt x="1437" y="2846"/>
                      <a:pt x="1001" y="2543"/>
                    </a:cubicBezTo>
                    <a:lnTo>
                      <a:pt x="1001" y="2543"/>
                    </a:lnTo>
                    <a:cubicBezTo>
                      <a:pt x="1379" y="2272"/>
                      <a:pt x="1701" y="1927"/>
                      <a:pt x="1965" y="1537"/>
                    </a:cubicBezTo>
                    <a:cubicBezTo>
                      <a:pt x="2221" y="1162"/>
                      <a:pt x="2580" y="480"/>
                      <a:pt x="2085" y="138"/>
                    </a:cubicBezTo>
                    <a:cubicBezTo>
                      <a:pt x="1951" y="41"/>
                      <a:pt x="1814" y="1"/>
                      <a:pt x="16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66"/>
              <p:cNvSpPr/>
              <p:nvPr/>
            </p:nvSpPr>
            <p:spPr>
              <a:xfrm>
                <a:off x="2944350" y="4543800"/>
                <a:ext cx="51625" cy="126925"/>
              </a:xfrm>
              <a:custGeom>
                <a:rect b="b" l="l" r="r" t="t"/>
                <a:pathLst>
                  <a:path extrusionOk="0" h="5077" w="2065">
                    <a:moveTo>
                      <a:pt x="1312" y="483"/>
                    </a:moveTo>
                    <a:cubicBezTo>
                      <a:pt x="1387" y="483"/>
                      <a:pt x="1447" y="553"/>
                      <a:pt x="1467" y="692"/>
                    </a:cubicBezTo>
                    <a:cubicBezTo>
                      <a:pt x="1518" y="1016"/>
                      <a:pt x="1348" y="1443"/>
                      <a:pt x="1177" y="1733"/>
                    </a:cubicBezTo>
                    <a:cubicBezTo>
                      <a:pt x="1023" y="2010"/>
                      <a:pt x="813" y="2259"/>
                      <a:pt x="561" y="2468"/>
                    </a:cubicBezTo>
                    <a:lnTo>
                      <a:pt x="561" y="2468"/>
                    </a:lnTo>
                    <a:cubicBezTo>
                      <a:pt x="571" y="2410"/>
                      <a:pt x="583" y="2352"/>
                      <a:pt x="597" y="2296"/>
                    </a:cubicBezTo>
                    <a:cubicBezTo>
                      <a:pt x="620" y="2202"/>
                      <a:pt x="587" y="2126"/>
                      <a:pt x="530" y="2078"/>
                    </a:cubicBezTo>
                    <a:lnTo>
                      <a:pt x="530" y="2078"/>
                    </a:lnTo>
                    <a:cubicBezTo>
                      <a:pt x="579" y="1725"/>
                      <a:pt x="691" y="1377"/>
                      <a:pt x="853" y="1067"/>
                    </a:cubicBezTo>
                    <a:cubicBezTo>
                      <a:pt x="938" y="897"/>
                      <a:pt x="1023" y="726"/>
                      <a:pt x="1143" y="589"/>
                    </a:cubicBezTo>
                    <a:cubicBezTo>
                      <a:pt x="1200" y="518"/>
                      <a:pt x="1260" y="483"/>
                      <a:pt x="1312" y="483"/>
                    </a:cubicBezTo>
                    <a:close/>
                    <a:moveTo>
                      <a:pt x="522" y="2924"/>
                    </a:moveTo>
                    <a:lnTo>
                      <a:pt x="522" y="2924"/>
                    </a:lnTo>
                    <a:cubicBezTo>
                      <a:pt x="844" y="3159"/>
                      <a:pt x="1117" y="3455"/>
                      <a:pt x="1296" y="3814"/>
                    </a:cubicBezTo>
                    <a:cubicBezTo>
                      <a:pt x="1382" y="3985"/>
                      <a:pt x="1467" y="4189"/>
                      <a:pt x="1484" y="4377"/>
                    </a:cubicBezTo>
                    <a:cubicBezTo>
                      <a:pt x="1501" y="4445"/>
                      <a:pt x="1518" y="4565"/>
                      <a:pt x="1450" y="4616"/>
                    </a:cubicBezTo>
                    <a:cubicBezTo>
                      <a:pt x="1434" y="4626"/>
                      <a:pt x="1416" y="4630"/>
                      <a:pt x="1398" y="4630"/>
                    </a:cubicBezTo>
                    <a:cubicBezTo>
                      <a:pt x="1321" y="4630"/>
                      <a:pt x="1232" y="4555"/>
                      <a:pt x="1177" y="4514"/>
                    </a:cubicBezTo>
                    <a:cubicBezTo>
                      <a:pt x="725" y="4124"/>
                      <a:pt x="522" y="3522"/>
                      <a:pt x="522" y="2924"/>
                    </a:cubicBezTo>
                    <a:close/>
                    <a:moveTo>
                      <a:pt x="1296" y="1"/>
                    </a:moveTo>
                    <a:cubicBezTo>
                      <a:pt x="1240" y="1"/>
                      <a:pt x="1182" y="9"/>
                      <a:pt x="1126" y="26"/>
                    </a:cubicBezTo>
                    <a:cubicBezTo>
                      <a:pt x="887" y="95"/>
                      <a:pt x="733" y="334"/>
                      <a:pt x="597" y="538"/>
                    </a:cubicBezTo>
                    <a:cubicBezTo>
                      <a:pt x="273" y="1050"/>
                      <a:pt x="102" y="1630"/>
                      <a:pt x="34" y="2227"/>
                    </a:cubicBezTo>
                    <a:cubicBezTo>
                      <a:pt x="24" y="2314"/>
                      <a:pt x="55" y="2376"/>
                      <a:pt x="106" y="2414"/>
                    </a:cubicBezTo>
                    <a:lnTo>
                      <a:pt x="106" y="2414"/>
                    </a:lnTo>
                    <a:cubicBezTo>
                      <a:pt x="0" y="2912"/>
                      <a:pt x="65" y="3444"/>
                      <a:pt x="256" y="3899"/>
                    </a:cubicBezTo>
                    <a:cubicBezTo>
                      <a:pt x="426" y="4343"/>
                      <a:pt x="819" y="5043"/>
                      <a:pt x="1365" y="5077"/>
                    </a:cubicBezTo>
                    <a:cubicBezTo>
                      <a:pt x="1372" y="5077"/>
                      <a:pt x="1378" y="5077"/>
                      <a:pt x="1385" y="5077"/>
                    </a:cubicBezTo>
                    <a:cubicBezTo>
                      <a:pt x="2011" y="5077"/>
                      <a:pt x="1943" y="4305"/>
                      <a:pt x="1791" y="3899"/>
                    </a:cubicBezTo>
                    <a:cubicBezTo>
                      <a:pt x="1620" y="3430"/>
                      <a:pt x="1319" y="3019"/>
                      <a:pt x="926" y="2698"/>
                    </a:cubicBezTo>
                    <a:lnTo>
                      <a:pt x="926" y="2698"/>
                    </a:lnTo>
                    <a:cubicBezTo>
                      <a:pt x="1240" y="2420"/>
                      <a:pt x="1494" y="2081"/>
                      <a:pt x="1672" y="1698"/>
                    </a:cubicBezTo>
                    <a:cubicBezTo>
                      <a:pt x="1859" y="1272"/>
                      <a:pt x="2064" y="607"/>
                      <a:pt x="1723" y="214"/>
                    </a:cubicBezTo>
                    <a:cubicBezTo>
                      <a:pt x="1621" y="74"/>
                      <a:pt x="1462" y="1"/>
                      <a:pt x="1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66"/>
              <p:cNvSpPr/>
              <p:nvPr/>
            </p:nvSpPr>
            <p:spPr>
              <a:xfrm>
                <a:off x="3014375" y="4531250"/>
                <a:ext cx="64350" cy="130850"/>
              </a:xfrm>
              <a:custGeom>
                <a:rect b="b" l="l" r="r" t="t"/>
                <a:pathLst>
                  <a:path extrusionOk="0" h="5234" w="2574">
                    <a:moveTo>
                      <a:pt x="1583" y="482"/>
                    </a:moveTo>
                    <a:cubicBezTo>
                      <a:pt x="1613" y="482"/>
                      <a:pt x="1642" y="491"/>
                      <a:pt x="1669" y="511"/>
                    </a:cubicBezTo>
                    <a:cubicBezTo>
                      <a:pt x="1959" y="733"/>
                      <a:pt x="1481" y="1484"/>
                      <a:pt x="1345" y="1689"/>
                    </a:cubicBezTo>
                    <a:cubicBezTo>
                      <a:pt x="1123" y="2047"/>
                      <a:pt x="850" y="2354"/>
                      <a:pt x="509" y="2610"/>
                    </a:cubicBezTo>
                    <a:cubicBezTo>
                      <a:pt x="504" y="2614"/>
                      <a:pt x="500" y="2617"/>
                      <a:pt x="495" y="2621"/>
                    </a:cubicBezTo>
                    <a:lnTo>
                      <a:pt x="495" y="2621"/>
                    </a:lnTo>
                    <a:cubicBezTo>
                      <a:pt x="564" y="2202"/>
                      <a:pt x="683" y="1784"/>
                      <a:pt x="867" y="1399"/>
                    </a:cubicBezTo>
                    <a:cubicBezTo>
                      <a:pt x="944" y="1245"/>
                      <a:pt x="1311" y="482"/>
                      <a:pt x="1583" y="482"/>
                    </a:cubicBezTo>
                    <a:close/>
                    <a:moveTo>
                      <a:pt x="716" y="3069"/>
                    </a:moveTo>
                    <a:cubicBezTo>
                      <a:pt x="1037" y="3195"/>
                      <a:pt x="1330" y="3395"/>
                      <a:pt x="1583" y="3634"/>
                    </a:cubicBezTo>
                    <a:cubicBezTo>
                      <a:pt x="1805" y="3873"/>
                      <a:pt x="2181" y="4401"/>
                      <a:pt x="1805" y="4674"/>
                    </a:cubicBezTo>
                    <a:cubicBezTo>
                      <a:pt x="1722" y="4731"/>
                      <a:pt x="1635" y="4756"/>
                      <a:pt x="1549" y="4756"/>
                    </a:cubicBezTo>
                    <a:cubicBezTo>
                      <a:pt x="1302" y="4756"/>
                      <a:pt x="1062" y="4553"/>
                      <a:pt x="935" y="4350"/>
                    </a:cubicBezTo>
                    <a:cubicBezTo>
                      <a:pt x="699" y="3946"/>
                      <a:pt x="796" y="3491"/>
                      <a:pt x="716" y="3069"/>
                    </a:cubicBezTo>
                    <a:close/>
                    <a:moveTo>
                      <a:pt x="1604" y="1"/>
                    </a:moveTo>
                    <a:cubicBezTo>
                      <a:pt x="1223" y="1"/>
                      <a:pt x="879" y="432"/>
                      <a:pt x="696" y="733"/>
                    </a:cubicBezTo>
                    <a:cubicBezTo>
                      <a:pt x="355" y="1279"/>
                      <a:pt x="133" y="1893"/>
                      <a:pt x="31" y="2525"/>
                    </a:cubicBezTo>
                    <a:cubicBezTo>
                      <a:pt x="0" y="2699"/>
                      <a:pt x="155" y="2818"/>
                      <a:pt x="294" y="2818"/>
                    </a:cubicBezTo>
                    <a:cubicBezTo>
                      <a:pt x="335" y="2818"/>
                      <a:pt x="375" y="2808"/>
                      <a:pt x="408" y="2786"/>
                    </a:cubicBezTo>
                    <a:lnTo>
                      <a:pt x="408" y="2786"/>
                    </a:lnTo>
                    <a:cubicBezTo>
                      <a:pt x="404" y="2819"/>
                      <a:pt x="408" y="2852"/>
                      <a:pt x="418" y="2883"/>
                    </a:cubicBezTo>
                    <a:lnTo>
                      <a:pt x="418" y="2883"/>
                    </a:lnTo>
                    <a:cubicBezTo>
                      <a:pt x="341" y="2903"/>
                      <a:pt x="273" y="2960"/>
                      <a:pt x="253" y="3054"/>
                    </a:cubicBezTo>
                    <a:cubicBezTo>
                      <a:pt x="116" y="3634"/>
                      <a:pt x="270" y="4401"/>
                      <a:pt x="679" y="4862"/>
                    </a:cubicBezTo>
                    <a:cubicBezTo>
                      <a:pt x="883" y="5096"/>
                      <a:pt x="1189" y="5233"/>
                      <a:pt x="1498" y="5233"/>
                    </a:cubicBezTo>
                    <a:cubicBezTo>
                      <a:pt x="1707" y="5233"/>
                      <a:pt x="1916" y="5170"/>
                      <a:pt x="2095" y="5033"/>
                    </a:cubicBezTo>
                    <a:cubicBezTo>
                      <a:pt x="2573" y="4674"/>
                      <a:pt x="2454" y="4009"/>
                      <a:pt x="2129" y="3582"/>
                    </a:cubicBezTo>
                    <a:cubicBezTo>
                      <a:pt x="1866" y="3200"/>
                      <a:pt x="1490" y="2920"/>
                      <a:pt x="1074" y="2726"/>
                    </a:cubicBezTo>
                    <a:lnTo>
                      <a:pt x="1074" y="2726"/>
                    </a:lnTo>
                    <a:cubicBezTo>
                      <a:pt x="1394" y="2428"/>
                      <a:pt x="1668" y="2088"/>
                      <a:pt x="1874" y="1689"/>
                    </a:cubicBezTo>
                    <a:cubicBezTo>
                      <a:pt x="2129" y="1245"/>
                      <a:pt x="2437" y="546"/>
                      <a:pt x="1959" y="136"/>
                    </a:cubicBezTo>
                    <a:cubicBezTo>
                      <a:pt x="1840" y="41"/>
                      <a:pt x="1720" y="1"/>
                      <a:pt x="1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66"/>
              <p:cNvSpPr/>
              <p:nvPr/>
            </p:nvSpPr>
            <p:spPr>
              <a:xfrm>
                <a:off x="3106650" y="4528475"/>
                <a:ext cx="60775" cy="122375"/>
              </a:xfrm>
              <a:custGeom>
                <a:rect b="b" l="l" r="r" t="t"/>
                <a:pathLst>
                  <a:path extrusionOk="0" h="4895" w="2431">
                    <a:moveTo>
                      <a:pt x="1453" y="478"/>
                    </a:moveTo>
                    <a:cubicBezTo>
                      <a:pt x="1453" y="485"/>
                      <a:pt x="1454" y="498"/>
                      <a:pt x="1458" y="520"/>
                    </a:cubicBezTo>
                    <a:cubicBezTo>
                      <a:pt x="1475" y="674"/>
                      <a:pt x="1339" y="912"/>
                      <a:pt x="1271" y="1049"/>
                    </a:cubicBezTo>
                    <a:cubicBezTo>
                      <a:pt x="1202" y="1220"/>
                      <a:pt x="1100" y="1390"/>
                      <a:pt x="998" y="1544"/>
                    </a:cubicBezTo>
                    <a:cubicBezTo>
                      <a:pt x="860" y="1773"/>
                      <a:pt x="684" y="1987"/>
                      <a:pt x="490" y="2185"/>
                    </a:cubicBezTo>
                    <a:lnTo>
                      <a:pt x="490" y="2185"/>
                    </a:lnTo>
                    <a:cubicBezTo>
                      <a:pt x="517" y="1837"/>
                      <a:pt x="618" y="1505"/>
                      <a:pt x="793" y="1202"/>
                    </a:cubicBezTo>
                    <a:cubicBezTo>
                      <a:pt x="895" y="1032"/>
                      <a:pt x="998" y="895"/>
                      <a:pt x="1117" y="759"/>
                    </a:cubicBezTo>
                    <a:cubicBezTo>
                      <a:pt x="1185" y="691"/>
                      <a:pt x="1254" y="622"/>
                      <a:pt x="1322" y="571"/>
                    </a:cubicBezTo>
                    <a:cubicBezTo>
                      <a:pt x="1356" y="554"/>
                      <a:pt x="1390" y="520"/>
                      <a:pt x="1424" y="503"/>
                    </a:cubicBezTo>
                    <a:cubicBezTo>
                      <a:pt x="1443" y="497"/>
                      <a:pt x="1451" y="485"/>
                      <a:pt x="1453" y="478"/>
                    </a:cubicBezTo>
                    <a:close/>
                    <a:moveTo>
                      <a:pt x="650" y="2887"/>
                    </a:moveTo>
                    <a:cubicBezTo>
                      <a:pt x="920" y="2943"/>
                      <a:pt x="1170" y="3077"/>
                      <a:pt x="1373" y="3267"/>
                    </a:cubicBezTo>
                    <a:cubicBezTo>
                      <a:pt x="1629" y="3489"/>
                      <a:pt x="1885" y="3864"/>
                      <a:pt x="1834" y="4222"/>
                    </a:cubicBezTo>
                    <a:cubicBezTo>
                      <a:pt x="1820" y="4378"/>
                      <a:pt x="1712" y="4474"/>
                      <a:pt x="1569" y="4474"/>
                    </a:cubicBezTo>
                    <a:cubicBezTo>
                      <a:pt x="1539" y="4474"/>
                      <a:pt x="1508" y="4470"/>
                      <a:pt x="1475" y="4461"/>
                    </a:cubicBezTo>
                    <a:cubicBezTo>
                      <a:pt x="1271" y="4410"/>
                      <a:pt x="1134" y="4205"/>
                      <a:pt x="1032" y="4035"/>
                    </a:cubicBezTo>
                    <a:cubicBezTo>
                      <a:pt x="816" y="3689"/>
                      <a:pt x="709" y="3282"/>
                      <a:pt x="650" y="2887"/>
                    </a:cubicBezTo>
                    <a:close/>
                    <a:moveTo>
                      <a:pt x="1462" y="0"/>
                    </a:moveTo>
                    <a:cubicBezTo>
                      <a:pt x="1079" y="0"/>
                      <a:pt x="699" y="497"/>
                      <a:pt x="520" y="759"/>
                    </a:cubicBezTo>
                    <a:cubicBezTo>
                      <a:pt x="213" y="1202"/>
                      <a:pt x="42" y="1731"/>
                      <a:pt x="8" y="2260"/>
                    </a:cubicBezTo>
                    <a:cubicBezTo>
                      <a:pt x="1" y="2391"/>
                      <a:pt x="80" y="2466"/>
                      <a:pt x="176" y="2485"/>
                    </a:cubicBezTo>
                    <a:lnTo>
                      <a:pt x="176" y="2485"/>
                    </a:lnTo>
                    <a:cubicBezTo>
                      <a:pt x="108" y="2562"/>
                      <a:pt x="114" y="2663"/>
                      <a:pt x="166" y="2741"/>
                    </a:cubicBezTo>
                    <a:lnTo>
                      <a:pt x="166" y="2741"/>
                    </a:lnTo>
                    <a:cubicBezTo>
                      <a:pt x="213" y="3365"/>
                      <a:pt x="449" y="3985"/>
                      <a:pt x="827" y="4478"/>
                    </a:cubicBezTo>
                    <a:cubicBezTo>
                      <a:pt x="1010" y="4719"/>
                      <a:pt x="1323" y="4894"/>
                      <a:pt x="1614" y="4894"/>
                    </a:cubicBezTo>
                    <a:cubicBezTo>
                      <a:pt x="1838" y="4894"/>
                      <a:pt x="2049" y="4790"/>
                      <a:pt x="2175" y="4529"/>
                    </a:cubicBezTo>
                    <a:cubicBezTo>
                      <a:pt x="2431" y="4052"/>
                      <a:pt x="2141" y="3455"/>
                      <a:pt x="1817" y="3096"/>
                    </a:cubicBezTo>
                    <a:cubicBezTo>
                      <a:pt x="1552" y="2796"/>
                      <a:pt x="1212" y="2580"/>
                      <a:pt x="842" y="2473"/>
                    </a:cubicBezTo>
                    <a:lnTo>
                      <a:pt x="842" y="2473"/>
                    </a:lnTo>
                    <a:cubicBezTo>
                      <a:pt x="1123" y="2167"/>
                      <a:pt x="1360" y="1822"/>
                      <a:pt x="1561" y="1458"/>
                    </a:cubicBezTo>
                    <a:cubicBezTo>
                      <a:pt x="1731" y="1117"/>
                      <a:pt x="2158" y="401"/>
                      <a:pt x="1731" y="93"/>
                    </a:cubicBezTo>
                    <a:cubicBezTo>
                      <a:pt x="1643" y="28"/>
                      <a:pt x="1552" y="0"/>
                      <a:pt x="14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66"/>
              <p:cNvSpPr/>
              <p:nvPr/>
            </p:nvSpPr>
            <p:spPr>
              <a:xfrm>
                <a:off x="3169975" y="4510500"/>
                <a:ext cx="74650" cy="131825"/>
              </a:xfrm>
              <a:custGeom>
                <a:rect b="b" l="l" r="r" t="t"/>
                <a:pathLst>
                  <a:path extrusionOk="0" h="5273" w="2986">
                    <a:moveTo>
                      <a:pt x="1523" y="517"/>
                    </a:moveTo>
                    <a:cubicBezTo>
                      <a:pt x="1921" y="517"/>
                      <a:pt x="1447" y="1449"/>
                      <a:pt x="1365" y="1580"/>
                    </a:cubicBezTo>
                    <a:cubicBezTo>
                      <a:pt x="1145" y="1969"/>
                      <a:pt x="875" y="2341"/>
                      <a:pt x="555" y="2680"/>
                    </a:cubicBezTo>
                    <a:lnTo>
                      <a:pt x="555" y="2680"/>
                    </a:lnTo>
                    <a:cubicBezTo>
                      <a:pt x="542" y="2288"/>
                      <a:pt x="597" y="1911"/>
                      <a:pt x="734" y="1546"/>
                    </a:cubicBezTo>
                    <a:cubicBezTo>
                      <a:pt x="836" y="1239"/>
                      <a:pt x="1092" y="608"/>
                      <a:pt x="1468" y="522"/>
                    </a:cubicBezTo>
                    <a:cubicBezTo>
                      <a:pt x="1488" y="519"/>
                      <a:pt x="1506" y="517"/>
                      <a:pt x="1523" y="517"/>
                    </a:cubicBezTo>
                    <a:close/>
                    <a:moveTo>
                      <a:pt x="946" y="3118"/>
                    </a:moveTo>
                    <a:cubicBezTo>
                      <a:pt x="1233" y="3220"/>
                      <a:pt x="1497" y="3375"/>
                      <a:pt x="1723" y="3576"/>
                    </a:cubicBezTo>
                    <a:cubicBezTo>
                      <a:pt x="1877" y="3713"/>
                      <a:pt x="2013" y="3884"/>
                      <a:pt x="2116" y="4054"/>
                    </a:cubicBezTo>
                    <a:cubicBezTo>
                      <a:pt x="2218" y="4208"/>
                      <a:pt x="2406" y="4481"/>
                      <a:pt x="2355" y="4685"/>
                    </a:cubicBezTo>
                    <a:cubicBezTo>
                      <a:pt x="2333" y="4786"/>
                      <a:pt x="2283" y="4827"/>
                      <a:pt x="2217" y="4827"/>
                    </a:cubicBezTo>
                    <a:cubicBezTo>
                      <a:pt x="1970" y="4827"/>
                      <a:pt x="1493" y="4257"/>
                      <a:pt x="1399" y="4122"/>
                    </a:cubicBezTo>
                    <a:cubicBezTo>
                      <a:pt x="1181" y="3816"/>
                      <a:pt x="1037" y="3485"/>
                      <a:pt x="946" y="3118"/>
                    </a:cubicBezTo>
                    <a:close/>
                    <a:moveTo>
                      <a:pt x="1464" y="0"/>
                    </a:moveTo>
                    <a:cubicBezTo>
                      <a:pt x="963" y="0"/>
                      <a:pt x="590" y="571"/>
                      <a:pt x="393" y="966"/>
                    </a:cubicBezTo>
                    <a:cubicBezTo>
                      <a:pt x="120" y="1546"/>
                      <a:pt x="0" y="2177"/>
                      <a:pt x="51" y="2809"/>
                    </a:cubicBezTo>
                    <a:cubicBezTo>
                      <a:pt x="60" y="2979"/>
                      <a:pt x="196" y="3065"/>
                      <a:pt x="327" y="3065"/>
                    </a:cubicBezTo>
                    <a:cubicBezTo>
                      <a:pt x="354" y="3065"/>
                      <a:pt x="381" y="3061"/>
                      <a:pt x="407" y="3053"/>
                    </a:cubicBezTo>
                    <a:lnTo>
                      <a:pt x="407" y="3053"/>
                    </a:lnTo>
                    <a:cubicBezTo>
                      <a:pt x="408" y="3057"/>
                      <a:pt x="409" y="3061"/>
                      <a:pt x="410" y="3065"/>
                    </a:cubicBezTo>
                    <a:cubicBezTo>
                      <a:pt x="546" y="3662"/>
                      <a:pt x="836" y="4225"/>
                      <a:pt x="1246" y="4668"/>
                    </a:cubicBezTo>
                    <a:cubicBezTo>
                      <a:pt x="1471" y="4917"/>
                      <a:pt x="1869" y="5273"/>
                      <a:pt x="2228" y="5273"/>
                    </a:cubicBezTo>
                    <a:cubicBezTo>
                      <a:pt x="2386" y="5273"/>
                      <a:pt x="2537" y="5204"/>
                      <a:pt x="2662" y="5027"/>
                    </a:cubicBezTo>
                    <a:cubicBezTo>
                      <a:pt x="2986" y="4515"/>
                      <a:pt x="2559" y="3867"/>
                      <a:pt x="2218" y="3491"/>
                    </a:cubicBezTo>
                    <a:cubicBezTo>
                      <a:pt x="1902" y="3134"/>
                      <a:pt x="1508" y="2876"/>
                      <a:pt x="1073" y="2718"/>
                    </a:cubicBezTo>
                    <a:lnTo>
                      <a:pt x="1073" y="2718"/>
                    </a:lnTo>
                    <a:cubicBezTo>
                      <a:pt x="1409" y="2323"/>
                      <a:pt x="1688" y="1886"/>
                      <a:pt x="1911" y="1427"/>
                    </a:cubicBezTo>
                    <a:cubicBezTo>
                      <a:pt x="2048" y="1171"/>
                      <a:pt x="2167" y="915"/>
                      <a:pt x="2116" y="625"/>
                    </a:cubicBezTo>
                    <a:cubicBezTo>
                      <a:pt x="2082" y="352"/>
                      <a:pt x="1911" y="113"/>
                      <a:pt x="1655" y="28"/>
                    </a:cubicBezTo>
                    <a:cubicBezTo>
                      <a:pt x="1590" y="9"/>
                      <a:pt x="1526" y="0"/>
                      <a:pt x="1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66"/>
              <p:cNvSpPr/>
              <p:nvPr/>
            </p:nvSpPr>
            <p:spPr>
              <a:xfrm>
                <a:off x="3252725" y="4505725"/>
                <a:ext cx="70825" cy="138200"/>
              </a:xfrm>
              <a:custGeom>
                <a:rect b="b" l="l" r="r" t="t"/>
                <a:pathLst>
                  <a:path extrusionOk="0" h="5528" w="2833">
                    <a:moveTo>
                      <a:pt x="1839" y="504"/>
                    </a:moveTo>
                    <a:cubicBezTo>
                      <a:pt x="1872" y="504"/>
                      <a:pt x="1898" y="524"/>
                      <a:pt x="1911" y="577"/>
                    </a:cubicBezTo>
                    <a:cubicBezTo>
                      <a:pt x="1962" y="748"/>
                      <a:pt x="1792" y="1038"/>
                      <a:pt x="1723" y="1191"/>
                    </a:cubicBezTo>
                    <a:cubicBezTo>
                      <a:pt x="1621" y="1413"/>
                      <a:pt x="1502" y="1618"/>
                      <a:pt x="1365" y="1822"/>
                    </a:cubicBezTo>
                    <a:cubicBezTo>
                      <a:pt x="1145" y="2153"/>
                      <a:pt x="869" y="2461"/>
                      <a:pt x="556" y="2711"/>
                    </a:cubicBezTo>
                    <a:lnTo>
                      <a:pt x="556" y="2711"/>
                    </a:lnTo>
                    <a:cubicBezTo>
                      <a:pt x="616" y="2263"/>
                      <a:pt x="765" y="1832"/>
                      <a:pt x="990" y="1447"/>
                    </a:cubicBezTo>
                    <a:cubicBezTo>
                      <a:pt x="1126" y="1225"/>
                      <a:pt x="1263" y="1021"/>
                      <a:pt x="1433" y="850"/>
                    </a:cubicBezTo>
                    <a:cubicBezTo>
                      <a:pt x="1502" y="765"/>
                      <a:pt x="1587" y="679"/>
                      <a:pt x="1672" y="594"/>
                    </a:cubicBezTo>
                    <a:cubicBezTo>
                      <a:pt x="1724" y="552"/>
                      <a:pt x="1789" y="504"/>
                      <a:pt x="1839" y="504"/>
                    </a:cubicBezTo>
                    <a:close/>
                    <a:moveTo>
                      <a:pt x="508" y="3326"/>
                    </a:moveTo>
                    <a:lnTo>
                      <a:pt x="508" y="3326"/>
                    </a:lnTo>
                    <a:cubicBezTo>
                      <a:pt x="901" y="3493"/>
                      <a:pt x="1263" y="3718"/>
                      <a:pt x="1570" y="4040"/>
                    </a:cubicBezTo>
                    <a:cubicBezTo>
                      <a:pt x="1705" y="4176"/>
                      <a:pt x="2444" y="5098"/>
                      <a:pt x="1876" y="5098"/>
                    </a:cubicBezTo>
                    <a:cubicBezTo>
                      <a:pt x="1870" y="5098"/>
                      <a:pt x="1865" y="5098"/>
                      <a:pt x="1860" y="5098"/>
                    </a:cubicBezTo>
                    <a:cubicBezTo>
                      <a:pt x="1467" y="5081"/>
                      <a:pt x="1075" y="4638"/>
                      <a:pt x="870" y="4313"/>
                    </a:cubicBezTo>
                    <a:cubicBezTo>
                      <a:pt x="675" y="4014"/>
                      <a:pt x="549" y="3675"/>
                      <a:pt x="508" y="3326"/>
                    </a:cubicBezTo>
                    <a:close/>
                    <a:moveTo>
                      <a:pt x="1821" y="0"/>
                    </a:moveTo>
                    <a:cubicBezTo>
                      <a:pt x="1388" y="0"/>
                      <a:pt x="935" y="589"/>
                      <a:pt x="734" y="884"/>
                    </a:cubicBezTo>
                    <a:cubicBezTo>
                      <a:pt x="324" y="1447"/>
                      <a:pt x="103" y="2112"/>
                      <a:pt x="34" y="2795"/>
                    </a:cubicBezTo>
                    <a:cubicBezTo>
                      <a:pt x="30" y="2834"/>
                      <a:pt x="34" y="2868"/>
                      <a:pt x="44" y="2898"/>
                    </a:cubicBezTo>
                    <a:lnTo>
                      <a:pt x="44" y="2898"/>
                    </a:lnTo>
                    <a:cubicBezTo>
                      <a:pt x="29" y="2927"/>
                      <a:pt x="19" y="2961"/>
                      <a:pt x="17" y="3000"/>
                    </a:cubicBezTo>
                    <a:cubicBezTo>
                      <a:pt x="0" y="3648"/>
                      <a:pt x="222" y="4279"/>
                      <a:pt x="631" y="4774"/>
                    </a:cubicBezTo>
                    <a:cubicBezTo>
                      <a:pt x="901" y="5115"/>
                      <a:pt x="1385" y="5527"/>
                      <a:pt x="1864" y="5527"/>
                    </a:cubicBezTo>
                    <a:cubicBezTo>
                      <a:pt x="1960" y="5527"/>
                      <a:pt x="2056" y="5511"/>
                      <a:pt x="2150" y="5474"/>
                    </a:cubicBezTo>
                    <a:cubicBezTo>
                      <a:pt x="2832" y="5184"/>
                      <a:pt x="2406" y="4365"/>
                      <a:pt x="2099" y="3972"/>
                    </a:cubicBezTo>
                    <a:cubicBezTo>
                      <a:pt x="1768" y="3559"/>
                      <a:pt x="1338" y="3213"/>
                      <a:pt x="853" y="2996"/>
                    </a:cubicBezTo>
                    <a:lnTo>
                      <a:pt x="853" y="2996"/>
                    </a:lnTo>
                    <a:cubicBezTo>
                      <a:pt x="1280" y="2622"/>
                      <a:pt x="1645" y="2198"/>
                      <a:pt x="1928" y="1703"/>
                    </a:cubicBezTo>
                    <a:cubicBezTo>
                      <a:pt x="2150" y="1311"/>
                      <a:pt x="2593" y="543"/>
                      <a:pt x="2167" y="150"/>
                    </a:cubicBezTo>
                    <a:cubicBezTo>
                      <a:pt x="2057" y="44"/>
                      <a:pt x="1940" y="0"/>
                      <a:pt x="18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66"/>
              <p:cNvSpPr/>
              <p:nvPr/>
            </p:nvSpPr>
            <p:spPr>
              <a:xfrm>
                <a:off x="3328950" y="4504325"/>
                <a:ext cx="65825" cy="125925"/>
              </a:xfrm>
              <a:custGeom>
                <a:rect b="b" l="l" r="r" t="t"/>
                <a:pathLst>
                  <a:path extrusionOk="0" h="5037" w="2633">
                    <a:moveTo>
                      <a:pt x="1836" y="456"/>
                    </a:moveTo>
                    <a:cubicBezTo>
                      <a:pt x="1852" y="456"/>
                      <a:pt x="1867" y="458"/>
                      <a:pt x="1882" y="462"/>
                    </a:cubicBezTo>
                    <a:cubicBezTo>
                      <a:pt x="2070" y="531"/>
                      <a:pt x="2001" y="804"/>
                      <a:pt x="1933" y="906"/>
                    </a:cubicBezTo>
                    <a:cubicBezTo>
                      <a:pt x="1831" y="1094"/>
                      <a:pt x="1660" y="1247"/>
                      <a:pt x="1507" y="1384"/>
                    </a:cubicBezTo>
                    <a:cubicBezTo>
                      <a:pt x="1211" y="1693"/>
                      <a:pt x="904" y="2003"/>
                      <a:pt x="595" y="2303"/>
                    </a:cubicBezTo>
                    <a:lnTo>
                      <a:pt x="595" y="2303"/>
                    </a:lnTo>
                    <a:cubicBezTo>
                      <a:pt x="711" y="1986"/>
                      <a:pt x="851" y="1672"/>
                      <a:pt x="1029" y="1367"/>
                    </a:cubicBezTo>
                    <a:cubicBezTo>
                      <a:pt x="1131" y="1179"/>
                      <a:pt x="1251" y="991"/>
                      <a:pt x="1387" y="821"/>
                    </a:cubicBezTo>
                    <a:cubicBezTo>
                      <a:pt x="1466" y="711"/>
                      <a:pt x="1660" y="456"/>
                      <a:pt x="1836" y="456"/>
                    </a:cubicBezTo>
                    <a:close/>
                    <a:moveTo>
                      <a:pt x="541" y="2873"/>
                    </a:moveTo>
                    <a:cubicBezTo>
                      <a:pt x="942" y="3028"/>
                      <a:pt x="1282" y="3275"/>
                      <a:pt x="1575" y="3585"/>
                    </a:cubicBezTo>
                    <a:cubicBezTo>
                      <a:pt x="1711" y="3755"/>
                      <a:pt x="1865" y="3943"/>
                      <a:pt x="1950" y="4131"/>
                    </a:cubicBezTo>
                    <a:cubicBezTo>
                      <a:pt x="2001" y="4250"/>
                      <a:pt x="2053" y="4404"/>
                      <a:pt x="1967" y="4506"/>
                    </a:cubicBezTo>
                    <a:cubicBezTo>
                      <a:pt x="1901" y="4584"/>
                      <a:pt x="1812" y="4611"/>
                      <a:pt x="1725" y="4611"/>
                    </a:cubicBezTo>
                    <a:cubicBezTo>
                      <a:pt x="1679" y="4611"/>
                      <a:pt x="1633" y="4603"/>
                      <a:pt x="1592" y="4591"/>
                    </a:cubicBezTo>
                    <a:cubicBezTo>
                      <a:pt x="874" y="4393"/>
                      <a:pt x="471" y="3579"/>
                      <a:pt x="541" y="2873"/>
                    </a:cubicBezTo>
                    <a:close/>
                    <a:moveTo>
                      <a:pt x="1841" y="1"/>
                    </a:moveTo>
                    <a:cubicBezTo>
                      <a:pt x="1419" y="1"/>
                      <a:pt x="1069" y="460"/>
                      <a:pt x="858" y="769"/>
                    </a:cubicBezTo>
                    <a:cubicBezTo>
                      <a:pt x="483" y="1298"/>
                      <a:pt x="227" y="1895"/>
                      <a:pt x="39" y="2510"/>
                    </a:cubicBezTo>
                    <a:cubicBezTo>
                      <a:pt x="14" y="2595"/>
                      <a:pt x="35" y="2665"/>
                      <a:pt x="79" y="2715"/>
                    </a:cubicBezTo>
                    <a:lnTo>
                      <a:pt x="79" y="2715"/>
                    </a:lnTo>
                    <a:cubicBezTo>
                      <a:pt x="1" y="3230"/>
                      <a:pt x="114" y="3767"/>
                      <a:pt x="398" y="4199"/>
                    </a:cubicBezTo>
                    <a:cubicBezTo>
                      <a:pt x="672" y="4611"/>
                      <a:pt x="1165" y="5036"/>
                      <a:pt x="1693" y="5036"/>
                    </a:cubicBezTo>
                    <a:cubicBezTo>
                      <a:pt x="1756" y="5036"/>
                      <a:pt x="1819" y="5030"/>
                      <a:pt x="1882" y="5018"/>
                    </a:cubicBezTo>
                    <a:cubicBezTo>
                      <a:pt x="2155" y="4950"/>
                      <a:pt x="2394" y="4745"/>
                      <a:pt x="2428" y="4438"/>
                    </a:cubicBezTo>
                    <a:cubicBezTo>
                      <a:pt x="2462" y="4131"/>
                      <a:pt x="2274" y="3823"/>
                      <a:pt x="2104" y="3585"/>
                    </a:cubicBezTo>
                    <a:cubicBezTo>
                      <a:pt x="1796" y="3152"/>
                      <a:pt x="1386" y="2821"/>
                      <a:pt x="920" y="2585"/>
                    </a:cubicBezTo>
                    <a:lnTo>
                      <a:pt x="920" y="2585"/>
                    </a:lnTo>
                    <a:cubicBezTo>
                      <a:pt x="1105" y="2401"/>
                      <a:pt x="1293" y="2216"/>
                      <a:pt x="1490" y="2032"/>
                    </a:cubicBezTo>
                    <a:cubicBezTo>
                      <a:pt x="1711" y="1810"/>
                      <a:pt x="1967" y="1605"/>
                      <a:pt x="2172" y="1350"/>
                    </a:cubicBezTo>
                    <a:cubicBezTo>
                      <a:pt x="2479" y="991"/>
                      <a:pt x="2633" y="343"/>
                      <a:pt x="2121" y="70"/>
                    </a:cubicBezTo>
                    <a:cubicBezTo>
                      <a:pt x="2024" y="22"/>
                      <a:pt x="1931" y="1"/>
                      <a:pt x="18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65" name="Google Shape;1565;p66"/>
              <p:cNvCxnSpPr/>
              <p:nvPr/>
            </p:nvCxnSpPr>
            <p:spPr>
              <a:xfrm flipH="1" rot="-8754544">
                <a:off x="2886003" y="4386307"/>
                <a:ext cx="487593" cy="398811"/>
              </a:xfrm>
              <a:prstGeom prst="straightConnector1">
                <a:avLst/>
              </a:prstGeom>
              <a:noFill/>
              <a:ln cap="rnd" cmpd="sng" w="2857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9" name="Google Shape;1199;p54"/>
          <p:cNvSpPr txBox="1"/>
          <p:nvPr>
            <p:ph type="title"/>
          </p:nvPr>
        </p:nvSpPr>
        <p:spPr>
          <a:xfrm>
            <a:off x="1284000" y="1294350"/>
            <a:ext cx="6576000" cy="13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Arial"/>
              </a:rPr>
              <a:t>200.000 USD</a:t>
            </a:r>
            <a:endParaRPr/>
          </a:p>
        </p:txBody>
      </p:sp>
      <p:sp>
        <p:nvSpPr>
          <p:cNvPr id="1200" name="Google Shape;1200;p54"/>
          <p:cNvSpPr txBox="1"/>
          <p:nvPr>
            <p:ph idx="1" type="subTitle"/>
          </p:nvPr>
        </p:nvSpPr>
        <p:spPr>
          <a:xfrm>
            <a:off x="1284000" y="26627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Arial"/>
              </a:rPr>
              <a:t>Vốn gọi vòng hạt giống để mở rộng xưởng rang và đội xe giao hàng lạnh, đủ dùng trong 18 tháng tới</a:t>
            </a:r>
            <a:endParaRPr/>
          </a:p>
        </p:txBody>
      </p:sp>
      <p:sp>
        <p:nvSpPr>
          <p:cNvPr id="1201" name="Google Shape;1201;p54"/>
          <p:cNvSpPr/>
          <p:nvPr/>
        </p:nvSpPr>
        <p:spPr>
          <a:xfrm flipH="1" rot="-5400000">
            <a:off x="4417170" y="303536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54"/>
          <p:cNvGrpSpPr/>
          <p:nvPr/>
        </p:nvGrpSpPr>
        <p:grpSpPr>
          <a:xfrm rot="-2435742">
            <a:off x="1082262" y="1254401"/>
            <a:ext cx="1097315" cy="740933"/>
            <a:chOff x="5892993" y="842034"/>
            <a:chExt cx="1097344" cy="740952"/>
          </a:xfrm>
        </p:grpSpPr>
        <p:grpSp>
          <p:nvGrpSpPr>
            <p:cNvPr id="1203" name="Google Shape;1203;p54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1204" name="Google Shape;1204;p54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54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54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54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8" name="Google Shape;1208;p54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1209" name="Google Shape;1209;p54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54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54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1" name="Google Shape;1121;p50"/>
          <p:cNvSpPr txBox="1"/>
          <p:nvPr>
            <p:ph idx="1" type="subTitle"/>
          </p:nvPr>
        </p:nvSpPr>
        <p:spPr>
          <a:xfrm>
            <a:off x="1226400" y="1310563"/>
            <a:ext cx="66912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1122" name="Google Shape;1122;p50"/>
          <p:cNvSpPr txBox="1"/>
          <p:nvPr>
            <p:ph type="title"/>
          </p:nvPr>
        </p:nvSpPr>
        <p:spPr>
          <a:xfrm>
            <a:off x="3557400" y="2788963"/>
            <a:ext cx="436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latin typeface="Arial"/>
              </a:rPr>
              <a:t>"Chúng tôi tin mỗi mẻ cà phê nên minh bạch, từ nông trại Đắk Lắk đến tách cà phê trong...</a:t>
            </a:r>
            <a:endParaRPr/>
          </a:p>
        </p:txBody>
      </p:sp>
      <p:grpSp>
        <p:nvGrpSpPr>
          <p:cNvPr id="1123" name="Google Shape;1123;p50"/>
          <p:cNvGrpSpPr/>
          <p:nvPr/>
        </p:nvGrpSpPr>
        <p:grpSpPr>
          <a:xfrm rot="-2700000">
            <a:off x="606418" y="763975"/>
            <a:ext cx="1097334" cy="740945"/>
            <a:chOff x="5892993" y="842034"/>
            <a:chExt cx="1097344" cy="740952"/>
          </a:xfrm>
        </p:grpSpPr>
        <p:grpSp>
          <p:nvGrpSpPr>
            <p:cNvPr id="1124" name="Google Shape;1124;p50"/>
            <p:cNvGrpSpPr/>
            <p:nvPr/>
          </p:nvGrpSpPr>
          <p:grpSpPr>
            <a:xfrm flipH="1" rot="-2999216">
              <a:off x="6412670" y="858592"/>
              <a:ext cx="373224" cy="707836"/>
              <a:chOff x="3705825" y="268942"/>
              <a:chExt cx="100158" cy="189958"/>
            </a:xfrm>
          </p:grpSpPr>
          <p:sp>
            <p:nvSpPr>
              <p:cNvPr id="1125" name="Google Shape;1125;p50"/>
              <p:cNvSpPr/>
              <p:nvPr/>
            </p:nvSpPr>
            <p:spPr>
              <a:xfrm rot="-299465">
                <a:off x="3714960" y="272599"/>
                <a:ext cx="87624" cy="82049"/>
              </a:xfrm>
              <a:custGeom>
                <a:rect b="b" l="l" r="r" t="t"/>
                <a:pathLst>
                  <a:path extrusionOk="0" h="3282" w="3505">
                    <a:moveTo>
                      <a:pt x="391" y="0"/>
                    </a:moveTo>
                    <a:cubicBezTo>
                      <a:pt x="186" y="0"/>
                      <a:pt x="0" y="266"/>
                      <a:pt x="183" y="461"/>
                    </a:cubicBezTo>
                    <a:cubicBezTo>
                      <a:pt x="661" y="973"/>
                      <a:pt x="1138" y="1451"/>
                      <a:pt x="1633" y="1946"/>
                    </a:cubicBezTo>
                    <a:cubicBezTo>
                      <a:pt x="1872" y="2184"/>
                      <a:pt x="2128" y="2406"/>
                      <a:pt x="2367" y="2645"/>
                    </a:cubicBezTo>
                    <a:cubicBezTo>
                      <a:pt x="2486" y="2764"/>
                      <a:pt x="2623" y="2867"/>
                      <a:pt x="2742" y="2986"/>
                    </a:cubicBezTo>
                    <a:cubicBezTo>
                      <a:pt x="2879" y="3106"/>
                      <a:pt x="3015" y="3242"/>
                      <a:pt x="3203" y="3276"/>
                    </a:cubicBezTo>
                    <a:cubicBezTo>
                      <a:pt x="3219" y="3280"/>
                      <a:pt x="3235" y="3282"/>
                      <a:pt x="3251" y="3282"/>
                    </a:cubicBezTo>
                    <a:cubicBezTo>
                      <a:pt x="3386" y="3282"/>
                      <a:pt x="3504" y="3160"/>
                      <a:pt x="3459" y="3037"/>
                    </a:cubicBezTo>
                    <a:cubicBezTo>
                      <a:pt x="3390" y="2850"/>
                      <a:pt x="3271" y="2747"/>
                      <a:pt x="3152" y="2611"/>
                    </a:cubicBezTo>
                    <a:cubicBezTo>
                      <a:pt x="3032" y="2491"/>
                      <a:pt x="2913" y="2389"/>
                      <a:pt x="2776" y="2270"/>
                    </a:cubicBezTo>
                    <a:cubicBezTo>
                      <a:pt x="2520" y="2031"/>
                      <a:pt x="2281" y="1792"/>
                      <a:pt x="2026" y="1553"/>
                    </a:cubicBezTo>
                    <a:cubicBezTo>
                      <a:pt x="1531" y="1075"/>
                      <a:pt x="1036" y="581"/>
                      <a:pt x="575" y="86"/>
                    </a:cubicBezTo>
                    <a:cubicBezTo>
                      <a:pt x="519" y="25"/>
                      <a:pt x="454" y="0"/>
                      <a:pt x="3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50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50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50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9" name="Google Shape;1129;p50"/>
            <p:cNvGrpSpPr/>
            <p:nvPr/>
          </p:nvGrpSpPr>
          <p:grpSpPr>
            <a:xfrm rot="2999216">
              <a:off x="5987700" y="1081832"/>
              <a:ext cx="310405" cy="392005"/>
              <a:chOff x="3705825" y="353700"/>
              <a:chExt cx="83300" cy="105200"/>
            </a:xfrm>
          </p:grpSpPr>
          <p:sp>
            <p:nvSpPr>
              <p:cNvPr id="1130" name="Google Shape;1130;p50"/>
              <p:cNvSpPr/>
              <p:nvPr/>
            </p:nvSpPr>
            <p:spPr>
              <a:xfrm>
                <a:off x="3705825" y="353700"/>
                <a:ext cx="83300" cy="26700"/>
              </a:xfrm>
              <a:custGeom>
                <a:rect b="b" l="l" r="r" t="t"/>
                <a:pathLst>
                  <a:path extrusionOk="0" h="1068" w="3332">
                    <a:moveTo>
                      <a:pt x="270" y="0"/>
                    </a:moveTo>
                    <a:cubicBezTo>
                      <a:pt x="28" y="0"/>
                      <a:pt x="0" y="394"/>
                      <a:pt x="234" y="444"/>
                    </a:cubicBezTo>
                    <a:cubicBezTo>
                      <a:pt x="1104" y="666"/>
                      <a:pt x="1992" y="837"/>
                      <a:pt x="2862" y="1058"/>
                    </a:cubicBezTo>
                    <a:cubicBezTo>
                      <a:pt x="2887" y="1065"/>
                      <a:pt x="2911" y="1068"/>
                      <a:pt x="2935" y="1068"/>
                    </a:cubicBezTo>
                    <a:cubicBezTo>
                      <a:pt x="3223" y="1068"/>
                      <a:pt x="3331" y="609"/>
                      <a:pt x="3015" y="530"/>
                    </a:cubicBezTo>
                    <a:cubicBezTo>
                      <a:pt x="2111" y="308"/>
                      <a:pt x="1207" y="103"/>
                      <a:pt x="286" y="1"/>
                    </a:cubicBezTo>
                    <a:cubicBezTo>
                      <a:pt x="280" y="0"/>
                      <a:pt x="275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50"/>
              <p:cNvSpPr/>
              <p:nvPr/>
            </p:nvSpPr>
            <p:spPr>
              <a:xfrm>
                <a:off x="3718500" y="402425"/>
                <a:ext cx="61025" cy="27300"/>
              </a:xfrm>
              <a:custGeom>
                <a:rect b="b" l="l" r="r" t="t"/>
                <a:pathLst>
                  <a:path extrusionOk="0" h="1092" w="2441">
                    <a:moveTo>
                      <a:pt x="2166" y="0"/>
                    </a:moveTo>
                    <a:cubicBezTo>
                      <a:pt x="2143" y="0"/>
                      <a:pt x="2121" y="4"/>
                      <a:pt x="2099" y="14"/>
                    </a:cubicBezTo>
                    <a:cubicBezTo>
                      <a:pt x="1468" y="270"/>
                      <a:pt x="836" y="440"/>
                      <a:pt x="205" y="628"/>
                    </a:cubicBezTo>
                    <a:cubicBezTo>
                      <a:pt x="69" y="662"/>
                      <a:pt x="0" y="782"/>
                      <a:pt x="34" y="918"/>
                    </a:cubicBezTo>
                    <a:cubicBezTo>
                      <a:pt x="64" y="1038"/>
                      <a:pt x="173" y="1092"/>
                      <a:pt x="280" y="1092"/>
                    </a:cubicBezTo>
                    <a:cubicBezTo>
                      <a:pt x="295" y="1092"/>
                      <a:pt x="310" y="1091"/>
                      <a:pt x="324" y="1089"/>
                    </a:cubicBezTo>
                    <a:cubicBezTo>
                      <a:pt x="973" y="969"/>
                      <a:pt x="1621" y="747"/>
                      <a:pt x="2218" y="491"/>
                    </a:cubicBezTo>
                    <a:cubicBezTo>
                      <a:pt x="2355" y="440"/>
                      <a:pt x="2440" y="338"/>
                      <a:pt x="2406" y="184"/>
                    </a:cubicBezTo>
                    <a:cubicBezTo>
                      <a:pt x="2378" y="87"/>
                      <a:pt x="2270" y="0"/>
                      <a:pt x="2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50"/>
              <p:cNvSpPr/>
              <p:nvPr/>
            </p:nvSpPr>
            <p:spPr>
              <a:xfrm>
                <a:off x="3738975" y="433050"/>
                <a:ext cx="40125" cy="25850"/>
              </a:xfrm>
              <a:custGeom>
                <a:rect b="b" l="l" r="r" t="t"/>
                <a:pathLst>
                  <a:path extrusionOk="0" h="1034" w="1605">
                    <a:moveTo>
                      <a:pt x="1283" y="0"/>
                    </a:moveTo>
                    <a:cubicBezTo>
                      <a:pt x="1236" y="0"/>
                      <a:pt x="1189" y="12"/>
                      <a:pt x="1143" y="34"/>
                    </a:cubicBezTo>
                    <a:cubicBezTo>
                      <a:pt x="819" y="205"/>
                      <a:pt x="495" y="375"/>
                      <a:pt x="171" y="563"/>
                    </a:cubicBezTo>
                    <a:cubicBezTo>
                      <a:pt x="51" y="631"/>
                      <a:pt x="0" y="802"/>
                      <a:pt x="86" y="904"/>
                    </a:cubicBezTo>
                    <a:cubicBezTo>
                      <a:pt x="142" y="995"/>
                      <a:pt x="222" y="1033"/>
                      <a:pt x="309" y="1033"/>
                    </a:cubicBezTo>
                    <a:cubicBezTo>
                      <a:pt x="353" y="1033"/>
                      <a:pt x="398" y="1024"/>
                      <a:pt x="444" y="1007"/>
                    </a:cubicBezTo>
                    <a:cubicBezTo>
                      <a:pt x="768" y="853"/>
                      <a:pt x="1092" y="683"/>
                      <a:pt x="1433" y="529"/>
                    </a:cubicBezTo>
                    <a:cubicBezTo>
                      <a:pt x="1553" y="461"/>
                      <a:pt x="1604" y="256"/>
                      <a:pt x="1536" y="137"/>
                    </a:cubicBezTo>
                    <a:cubicBezTo>
                      <a:pt x="1468" y="46"/>
                      <a:pt x="1377" y="0"/>
                      <a:pt x="1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3" name="Google Shape;1133;p50"/>
          <p:cNvSpPr/>
          <p:nvPr/>
        </p:nvSpPr>
        <p:spPr>
          <a:xfrm flipH="1" rot="-5400000">
            <a:off x="6703145" y="3189310"/>
            <a:ext cx="309660" cy="878173"/>
          </a:xfrm>
          <a:custGeom>
            <a:rect b="b" l="l" r="r" t="t"/>
            <a:pathLst>
              <a:path extrusionOk="0" h="25702" w="9063">
                <a:moveTo>
                  <a:pt x="3758" y="1"/>
                </a:moveTo>
                <a:cubicBezTo>
                  <a:pt x="1807" y="1"/>
                  <a:pt x="736" y="2872"/>
                  <a:pt x="793" y="4615"/>
                </a:cubicBezTo>
                <a:cubicBezTo>
                  <a:pt x="971" y="10522"/>
                  <a:pt x="7368" y="13687"/>
                  <a:pt x="6009" y="21021"/>
                </a:cubicBezTo>
                <a:cubicBezTo>
                  <a:pt x="5507" y="23710"/>
                  <a:pt x="4281" y="24815"/>
                  <a:pt x="3240" y="24815"/>
                </a:cubicBezTo>
                <a:cubicBezTo>
                  <a:pt x="2754" y="24815"/>
                  <a:pt x="2309" y="24574"/>
                  <a:pt x="1997" y="24141"/>
                </a:cubicBezTo>
                <a:cubicBezTo>
                  <a:pt x="1684" y="23695"/>
                  <a:pt x="1016" y="22224"/>
                  <a:pt x="2621" y="22202"/>
                </a:cubicBezTo>
                <a:cubicBezTo>
                  <a:pt x="2670" y="22422"/>
                  <a:pt x="2893" y="22562"/>
                  <a:pt x="3092" y="22562"/>
                </a:cubicBezTo>
                <a:cubicBezTo>
                  <a:pt x="3256" y="22562"/>
                  <a:pt x="3403" y="22468"/>
                  <a:pt x="3423" y="22247"/>
                </a:cubicBezTo>
                <a:cubicBezTo>
                  <a:pt x="3460" y="21519"/>
                  <a:pt x="2904" y="20979"/>
                  <a:pt x="2225" y="20979"/>
                </a:cubicBezTo>
                <a:cubicBezTo>
                  <a:pt x="2093" y="20979"/>
                  <a:pt x="1956" y="20999"/>
                  <a:pt x="1818" y="21043"/>
                </a:cubicBezTo>
                <a:cubicBezTo>
                  <a:pt x="0" y="21619"/>
                  <a:pt x="586" y="25702"/>
                  <a:pt x="3202" y="25702"/>
                </a:cubicBezTo>
                <a:cubicBezTo>
                  <a:pt x="3216" y="25702"/>
                  <a:pt x="3231" y="25702"/>
                  <a:pt x="3245" y="25702"/>
                </a:cubicBezTo>
                <a:cubicBezTo>
                  <a:pt x="6254" y="25635"/>
                  <a:pt x="9062" y="19460"/>
                  <a:pt x="5073" y="12528"/>
                </a:cubicBezTo>
                <a:cubicBezTo>
                  <a:pt x="3624" y="9987"/>
                  <a:pt x="1038" y="6621"/>
                  <a:pt x="1707" y="3278"/>
                </a:cubicBezTo>
                <a:cubicBezTo>
                  <a:pt x="1987" y="1894"/>
                  <a:pt x="2749" y="785"/>
                  <a:pt x="3842" y="785"/>
                </a:cubicBezTo>
                <a:cubicBezTo>
                  <a:pt x="4139" y="785"/>
                  <a:pt x="4462" y="867"/>
                  <a:pt x="4805" y="1049"/>
                </a:cubicBezTo>
                <a:cubicBezTo>
                  <a:pt x="5156" y="2258"/>
                  <a:pt x="4961" y="2869"/>
                  <a:pt x="4221" y="2869"/>
                </a:cubicBezTo>
                <a:cubicBezTo>
                  <a:pt x="4114" y="2869"/>
                  <a:pt x="3997" y="2857"/>
                  <a:pt x="3869" y="2832"/>
                </a:cubicBezTo>
                <a:cubicBezTo>
                  <a:pt x="3851" y="2824"/>
                  <a:pt x="3833" y="2820"/>
                  <a:pt x="3817" y="2820"/>
                </a:cubicBezTo>
                <a:cubicBezTo>
                  <a:pt x="3695" y="2820"/>
                  <a:pt x="3642" y="3021"/>
                  <a:pt x="3780" y="3099"/>
                </a:cubicBezTo>
                <a:cubicBezTo>
                  <a:pt x="4038" y="3235"/>
                  <a:pt x="4282" y="3295"/>
                  <a:pt x="4504" y="3295"/>
                </a:cubicBezTo>
                <a:cubicBezTo>
                  <a:pt x="5853" y="3295"/>
                  <a:pt x="6422" y="1094"/>
                  <a:pt x="4872" y="291"/>
                </a:cubicBezTo>
                <a:cubicBezTo>
                  <a:pt x="4474" y="90"/>
                  <a:pt x="4103" y="1"/>
                  <a:pt x="3758" y="1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ntage Recipe Book by Slidesgo">
  <a:themeElements>
    <a:clrScheme name="Simple Light">
      <a:dk1>
        <a:srgbClr val="420303"/>
      </a:dk1>
      <a:lt1>
        <a:srgbClr val="FFFFFF"/>
      </a:lt1>
      <a:dk2>
        <a:srgbClr val="191919"/>
      </a:dk2>
      <a:lt2>
        <a:srgbClr val="D56B63"/>
      </a:lt2>
      <a:accent1>
        <a:srgbClr val="F7F1EA"/>
      </a:accent1>
      <a:accent2>
        <a:srgbClr val="725849"/>
      </a:accent2>
      <a:accent3>
        <a:srgbClr val="FFC736"/>
      </a:accent3>
      <a:accent4>
        <a:srgbClr val="D3EFFD"/>
      </a:accent4>
      <a:accent5>
        <a:srgbClr val="61AAB8"/>
      </a:accent5>
      <a:accent6>
        <a:srgbClr val="B7E546"/>
      </a:accent6>
      <a:hlink>
        <a:srgbClr val="4203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