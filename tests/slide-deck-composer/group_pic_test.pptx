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</p:sldMasterIdLst>
  <p:notesMasterIdLst>
    <p:notesMasterId r:id="rId7"/>
  </p:notesMasterIdLst>
  <p:sldIdLst>
    <p:sldId id="311" r:id="rId86"/>
  </p:sldIdLst>
  <p:sldSz cy="5143500" cx="9144000"/>
  <p:notesSz cx="6858000" cy="9144000"/>
  <p:embeddedFontLst>
    <p:embeddedFont>
      <p:font typeface="Proxima Nova"/>
      <p:regular r:id="rId63"/>
      <p:bold r:id="rId64"/>
      <p:italic r:id="rId65"/>
      <p:boldItalic r:id="rId66"/>
    </p:embeddedFont>
    <p:embeddedFont>
      <p:font typeface="Roboto Medium"/>
      <p:regular r:id="rId67"/>
      <p:bold r:id="rId68"/>
      <p:italic r:id="rId69"/>
      <p:boldItalic r:id="rId70"/>
    </p:embeddedFont>
    <p:embeddedFont>
      <p:font typeface="Red Hat Display Black"/>
      <p:bold r:id="rId71"/>
      <p:boldItalic r:id="rId72"/>
    </p:embeddedFont>
    <p:embeddedFont>
      <p:font typeface="Encode Sans"/>
      <p:regular r:id="rId73"/>
      <p:bold r:id="rId74"/>
    </p:embeddedFont>
    <p:embeddedFont>
      <p:font typeface="Amatic SC"/>
      <p:regular r:id="rId75"/>
      <p:bold r:id="rId76"/>
    </p:embeddedFont>
    <p:embeddedFont>
      <p:font typeface="Proxima Nova Semibold"/>
      <p:regular r:id="rId77"/>
      <p:bold r:id="rId78"/>
      <p:boldItalic r:id="rId79"/>
    </p:embeddedFont>
    <p:embeddedFont>
      <p:font typeface="Red Hat Display"/>
      <p:regular r:id="rId80"/>
      <p:bold r:id="rId81"/>
      <p:italic r:id="rId82"/>
      <p:boldItalic r:id="rId83"/>
    </p:embeddedFont>
    <p:embeddedFont>
      <p:font typeface="Atomic Age"/>
      <p:regular r:id="rId84"/>
    </p:embeddedFont>
    <p:embeddedFont>
      <p:font typeface="Mako"/>
      <p:regular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1C3E9A-B171-4381-9924-4E7EC66F77D1}">
  <a:tblStyle styleId="{7E1C3E9A-B171-4381-9924-4E7EC66F77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63" Type="http://schemas.openxmlformats.org/officeDocument/2006/relationships/font" Target="fonts/ProximaNova-regular.fntdata"/><Relationship Id="rId64" Type="http://schemas.openxmlformats.org/officeDocument/2006/relationships/font" Target="fonts/ProximaNova-bold.fntdata"/><Relationship Id="rId65" Type="http://schemas.openxmlformats.org/officeDocument/2006/relationships/font" Target="fonts/ProximaNova-italic.fntdata"/><Relationship Id="rId66" Type="http://schemas.openxmlformats.org/officeDocument/2006/relationships/font" Target="fonts/ProximaNova-boldItalic.fntdata"/><Relationship Id="rId67" Type="http://schemas.openxmlformats.org/officeDocument/2006/relationships/font" Target="fonts/RobotoMedium-regular.fntdata"/><Relationship Id="rId68" Type="http://schemas.openxmlformats.org/officeDocument/2006/relationships/font" Target="fonts/RobotoMedium-bold.fntdata"/><Relationship Id="rId69" Type="http://schemas.openxmlformats.org/officeDocument/2006/relationships/font" Target="fonts/RobotoMedium-italic.fntdata"/><Relationship Id="rId70" Type="http://schemas.openxmlformats.org/officeDocument/2006/relationships/font" Target="fonts/RobotoMedium-boldItalic.fntdata"/><Relationship Id="rId71" Type="http://schemas.openxmlformats.org/officeDocument/2006/relationships/font" Target="fonts/RedHatDisplayBlack-bold.fntdata"/><Relationship Id="rId72" Type="http://schemas.openxmlformats.org/officeDocument/2006/relationships/font" Target="fonts/RedHatDisplayBlack-boldItalic.fntdata"/><Relationship Id="rId73" Type="http://schemas.openxmlformats.org/officeDocument/2006/relationships/font" Target="fonts/EncodeSans-regular.fntdata"/><Relationship Id="rId74" Type="http://schemas.openxmlformats.org/officeDocument/2006/relationships/font" Target="fonts/EncodeSans-bold.fntdata"/><Relationship Id="rId75" Type="http://schemas.openxmlformats.org/officeDocument/2006/relationships/font" Target="fonts/AmaticSC-regular.fntdata"/><Relationship Id="rId76" Type="http://schemas.openxmlformats.org/officeDocument/2006/relationships/font" Target="fonts/AmaticSC-bold.fntdata"/><Relationship Id="rId77" Type="http://schemas.openxmlformats.org/officeDocument/2006/relationships/font" Target="fonts/ProximaNovaSemibold-regular.fntdata"/><Relationship Id="rId78" Type="http://schemas.openxmlformats.org/officeDocument/2006/relationships/font" Target="fonts/ProximaNovaSemibold-bold.fntdata"/><Relationship Id="rId79" Type="http://schemas.openxmlformats.org/officeDocument/2006/relationships/font" Target="fonts/ProximaNovaSemibold-boldItalic.fntdata"/><Relationship Id="rId80" Type="http://schemas.openxmlformats.org/officeDocument/2006/relationships/font" Target="fonts/RedHatDisplay-regular.fntdata"/><Relationship Id="rId81" Type="http://schemas.openxmlformats.org/officeDocument/2006/relationships/font" Target="fonts/RedHatDisplay-bold.fntdata"/><Relationship Id="rId82" Type="http://schemas.openxmlformats.org/officeDocument/2006/relationships/font" Target="fonts/RedHatDisplay-italic.fntdata"/><Relationship Id="rId83" Type="http://schemas.openxmlformats.org/officeDocument/2006/relationships/font" Target="fonts/RedHatDisplay-boldItalic.fntdata"/><Relationship Id="rId84" Type="http://schemas.openxmlformats.org/officeDocument/2006/relationships/font" Target="fonts/AtomicAge-regular.fntdata"/><Relationship Id="rId85" Type="http://schemas.openxmlformats.org/officeDocument/2006/relationships/font" Target="fonts/Mako-regular.fntdata"/><Relationship Id="rId86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e0f53fe2b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e0f53fe2b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367150" y="1493050"/>
            <a:ext cx="4409700" cy="188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Atomic Age"/>
              <a:buNone/>
              <a:defRPr sz="5200">
                <a:latin typeface="Atomic Age"/>
                <a:ea typeface="Atomic Age"/>
                <a:cs typeface="Atomic Age"/>
                <a:sym typeface="Atomic Age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544300" y="3545725"/>
            <a:ext cx="40554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None/>
              <a:defRPr sz="1600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None/>
              <a:defRPr sz="18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689025" y="2853513"/>
            <a:ext cx="3854400" cy="62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689025" y="1438300"/>
            <a:ext cx="1437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689025" y="3510574"/>
            <a:ext cx="2324700" cy="5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1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title"/>
          </p:nvPr>
        </p:nvSpPr>
        <p:spPr>
          <a:xfrm>
            <a:off x="1386038" y="2938150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386050" y="3284975"/>
            <a:ext cx="2336400" cy="87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3" type="title"/>
          </p:nvPr>
        </p:nvSpPr>
        <p:spPr>
          <a:xfrm>
            <a:off x="5421563" y="2938150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5421575" y="3284975"/>
            <a:ext cx="2336400" cy="87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1212300" y="1466875"/>
            <a:ext cx="41823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1212300" y="2569650"/>
            <a:ext cx="3322200" cy="1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027250" y="1637250"/>
            <a:ext cx="5089500" cy="18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2391925" y="1588025"/>
            <a:ext cx="4360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391925" y="2540575"/>
            <a:ext cx="4360200" cy="10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914900" y="447700"/>
            <a:ext cx="3483600" cy="12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7902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90175"/>
            <a:ext cx="65760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20000" y="1887175"/>
            <a:ext cx="24795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" name="Google Shape;42;p13"/>
          <p:cNvSpPr txBox="1"/>
          <p:nvPr>
            <p:ph hasCustomPrompt="1" idx="2" type="title"/>
          </p:nvPr>
        </p:nvSpPr>
        <p:spPr>
          <a:xfrm>
            <a:off x="1522495" y="1255600"/>
            <a:ext cx="8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" name="Google Shape;43;p13"/>
          <p:cNvSpPr txBox="1"/>
          <p:nvPr>
            <p:ph idx="1" type="subTitle"/>
          </p:nvPr>
        </p:nvSpPr>
        <p:spPr>
          <a:xfrm>
            <a:off x="720000" y="2195874"/>
            <a:ext cx="2479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3" type="title"/>
          </p:nvPr>
        </p:nvSpPr>
        <p:spPr>
          <a:xfrm>
            <a:off x="3333514" y="1887175"/>
            <a:ext cx="24795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3"/>
          <p:cNvSpPr txBox="1"/>
          <p:nvPr>
            <p:ph hasCustomPrompt="1" idx="4" type="title"/>
          </p:nvPr>
        </p:nvSpPr>
        <p:spPr>
          <a:xfrm>
            <a:off x="4134746" y="1255600"/>
            <a:ext cx="8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5" type="subTitle"/>
          </p:nvPr>
        </p:nvSpPr>
        <p:spPr>
          <a:xfrm>
            <a:off x="3332239" y="2195874"/>
            <a:ext cx="2479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6" type="title"/>
          </p:nvPr>
        </p:nvSpPr>
        <p:spPr>
          <a:xfrm>
            <a:off x="720000" y="3688325"/>
            <a:ext cx="24795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" name="Google Shape;48;p13"/>
          <p:cNvSpPr txBox="1"/>
          <p:nvPr>
            <p:ph hasCustomPrompt="1" idx="7" type="title"/>
          </p:nvPr>
        </p:nvSpPr>
        <p:spPr>
          <a:xfrm>
            <a:off x="1522495" y="3056850"/>
            <a:ext cx="8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8" type="subTitle"/>
          </p:nvPr>
        </p:nvSpPr>
        <p:spPr>
          <a:xfrm>
            <a:off x="720000" y="3997124"/>
            <a:ext cx="2479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9" type="title"/>
          </p:nvPr>
        </p:nvSpPr>
        <p:spPr>
          <a:xfrm>
            <a:off x="3332239" y="3688325"/>
            <a:ext cx="24795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" name="Google Shape;51;p13"/>
          <p:cNvSpPr txBox="1"/>
          <p:nvPr>
            <p:ph hasCustomPrompt="1" idx="13" type="title"/>
          </p:nvPr>
        </p:nvSpPr>
        <p:spPr>
          <a:xfrm>
            <a:off x="4134588" y="3056850"/>
            <a:ext cx="8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idx="14" type="subTitle"/>
          </p:nvPr>
        </p:nvSpPr>
        <p:spPr>
          <a:xfrm>
            <a:off x="3332239" y="3997124"/>
            <a:ext cx="2479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6" type="title"/>
          </p:nvPr>
        </p:nvSpPr>
        <p:spPr>
          <a:xfrm>
            <a:off x="5947028" y="1887175"/>
            <a:ext cx="24795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17" type="title"/>
          </p:nvPr>
        </p:nvSpPr>
        <p:spPr>
          <a:xfrm>
            <a:off x="6749535" y="1255600"/>
            <a:ext cx="8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8" type="subTitle"/>
          </p:nvPr>
        </p:nvSpPr>
        <p:spPr>
          <a:xfrm>
            <a:off x="5947028" y="2195874"/>
            <a:ext cx="2479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9" type="title"/>
          </p:nvPr>
        </p:nvSpPr>
        <p:spPr>
          <a:xfrm>
            <a:off x="5947028" y="3688325"/>
            <a:ext cx="24795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20" type="title"/>
          </p:nvPr>
        </p:nvSpPr>
        <p:spPr>
          <a:xfrm>
            <a:off x="6749377" y="3056850"/>
            <a:ext cx="8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21" type="subTitle"/>
          </p:nvPr>
        </p:nvSpPr>
        <p:spPr>
          <a:xfrm>
            <a:off x="5947028" y="3997124"/>
            <a:ext cx="2479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290025" y="3360600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1059000" y="1370925"/>
            <a:ext cx="7026000" cy="19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5090350" y="2413550"/>
            <a:ext cx="3159600" cy="10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5090350" y="1646050"/>
            <a:ext cx="3159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720000" y="1212525"/>
            <a:ext cx="4579500" cy="22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598375" y="3046475"/>
            <a:ext cx="4586700" cy="62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9"/>
          <p:cNvSpPr txBox="1"/>
          <p:nvPr>
            <p:ph hasCustomPrompt="1" idx="2" type="title"/>
          </p:nvPr>
        </p:nvSpPr>
        <p:spPr>
          <a:xfrm>
            <a:off x="6747850" y="1481200"/>
            <a:ext cx="1437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5860450" y="3703524"/>
            <a:ext cx="2324700" cy="5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2644800" y="3082113"/>
            <a:ext cx="3854400" cy="62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20"/>
          <p:cNvSpPr txBox="1"/>
          <p:nvPr>
            <p:ph hasCustomPrompt="1" idx="2" type="title"/>
          </p:nvPr>
        </p:nvSpPr>
        <p:spPr>
          <a:xfrm>
            <a:off x="3853350" y="1666900"/>
            <a:ext cx="1437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" name="Google Shape;80;p20"/>
          <p:cNvSpPr txBox="1"/>
          <p:nvPr>
            <p:ph idx="1" type="subTitle"/>
          </p:nvPr>
        </p:nvSpPr>
        <p:spPr>
          <a:xfrm>
            <a:off x="3409650" y="3739174"/>
            <a:ext cx="2324700" cy="5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title"/>
          </p:nvPr>
        </p:nvSpPr>
        <p:spPr>
          <a:xfrm>
            <a:off x="2189792" y="1425425"/>
            <a:ext cx="3101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189800" y="1772250"/>
            <a:ext cx="31011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3" type="title"/>
          </p:nvPr>
        </p:nvSpPr>
        <p:spPr>
          <a:xfrm>
            <a:off x="3768188" y="3296975"/>
            <a:ext cx="31860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4" type="subTitle"/>
          </p:nvPr>
        </p:nvSpPr>
        <p:spPr>
          <a:xfrm>
            <a:off x="3768200" y="3643800"/>
            <a:ext cx="3186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720000" y="1609675"/>
            <a:ext cx="3767100" cy="19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4659425" y="1609675"/>
            <a:ext cx="3767100" cy="19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title"/>
          </p:nvPr>
        </p:nvSpPr>
        <p:spPr>
          <a:xfrm>
            <a:off x="720000" y="3076350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" name="Google Shape;94;p23"/>
          <p:cNvSpPr txBox="1"/>
          <p:nvPr>
            <p:ph idx="1" type="subTitle"/>
          </p:nvPr>
        </p:nvSpPr>
        <p:spPr>
          <a:xfrm>
            <a:off x="720000" y="3423175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3" type="title"/>
          </p:nvPr>
        </p:nvSpPr>
        <p:spPr>
          <a:xfrm>
            <a:off x="3393988" y="3076350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" name="Google Shape;96;p23"/>
          <p:cNvSpPr txBox="1"/>
          <p:nvPr>
            <p:ph idx="4" type="subTitle"/>
          </p:nvPr>
        </p:nvSpPr>
        <p:spPr>
          <a:xfrm>
            <a:off x="3393988" y="3423175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5" type="title"/>
          </p:nvPr>
        </p:nvSpPr>
        <p:spPr>
          <a:xfrm>
            <a:off x="6067975" y="3076350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23"/>
          <p:cNvSpPr txBox="1"/>
          <p:nvPr>
            <p:ph idx="6" type="subTitle"/>
          </p:nvPr>
        </p:nvSpPr>
        <p:spPr>
          <a:xfrm>
            <a:off x="6067975" y="3423175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2" type="title"/>
          </p:nvPr>
        </p:nvSpPr>
        <p:spPr>
          <a:xfrm>
            <a:off x="729813" y="1872348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24"/>
          <p:cNvSpPr txBox="1"/>
          <p:nvPr>
            <p:ph idx="1" type="subTitle"/>
          </p:nvPr>
        </p:nvSpPr>
        <p:spPr>
          <a:xfrm>
            <a:off x="729813" y="21849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3" type="title"/>
          </p:nvPr>
        </p:nvSpPr>
        <p:spPr>
          <a:xfrm>
            <a:off x="3403800" y="1872348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" name="Google Shape;104;p24"/>
          <p:cNvSpPr txBox="1"/>
          <p:nvPr>
            <p:ph idx="4" type="subTitle"/>
          </p:nvPr>
        </p:nvSpPr>
        <p:spPr>
          <a:xfrm>
            <a:off x="3403800" y="21849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5" type="title"/>
          </p:nvPr>
        </p:nvSpPr>
        <p:spPr>
          <a:xfrm>
            <a:off x="6077788" y="1872348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" name="Google Shape;106;p24"/>
          <p:cNvSpPr txBox="1"/>
          <p:nvPr>
            <p:ph idx="6" type="subTitle"/>
          </p:nvPr>
        </p:nvSpPr>
        <p:spPr>
          <a:xfrm>
            <a:off x="6077788" y="218490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2" type="title"/>
          </p:nvPr>
        </p:nvSpPr>
        <p:spPr>
          <a:xfrm>
            <a:off x="1945920" y="15986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1945920" y="194545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3" type="title"/>
          </p:nvPr>
        </p:nvSpPr>
        <p:spPr>
          <a:xfrm>
            <a:off x="5800445" y="15986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" name="Google Shape;112;p25"/>
          <p:cNvSpPr txBox="1"/>
          <p:nvPr>
            <p:ph idx="4" type="subTitle"/>
          </p:nvPr>
        </p:nvSpPr>
        <p:spPr>
          <a:xfrm>
            <a:off x="5800445" y="194545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5" type="title"/>
          </p:nvPr>
        </p:nvSpPr>
        <p:spPr>
          <a:xfrm>
            <a:off x="1945920" y="33879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5"/>
          <p:cNvSpPr txBox="1"/>
          <p:nvPr>
            <p:ph idx="6" type="subTitle"/>
          </p:nvPr>
        </p:nvSpPr>
        <p:spPr>
          <a:xfrm>
            <a:off x="1945920" y="373485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7" type="title"/>
          </p:nvPr>
        </p:nvSpPr>
        <p:spPr>
          <a:xfrm>
            <a:off x="5800445" y="33879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" name="Google Shape;116;p25"/>
          <p:cNvSpPr txBox="1"/>
          <p:nvPr>
            <p:ph idx="8" type="subTitle"/>
          </p:nvPr>
        </p:nvSpPr>
        <p:spPr>
          <a:xfrm>
            <a:off x="5800445" y="3734850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2" type="title"/>
          </p:nvPr>
        </p:nvSpPr>
        <p:spPr>
          <a:xfrm>
            <a:off x="1476538" y="19034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26"/>
          <p:cNvSpPr txBox="1"/>
          <p:nvPr>
            <p:ph idx="1" type="subTitle"/>
          </p:nvPr>
        </p:nvSpPr>
        <p:spPr>
          <a:xfrm>
            <a:off x="1476538" y="2209123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3" type="title"/>
          </p:nvPr>
        </p:nvSpPr>
        <p:spPr>
          <a:xfrm>
            <a:off x="5331063" y="19034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26"/>
          <p:cNvSpPr txBox="1"/>
          <p:nvPr>
            <p:ph idx="4" type="subTitle"/>
          </p:nvPr>
        </p:nvSpPr>
        <p:spPr>
          <a:xfrm>
            <a:off x="5331063" y="2209123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5" type="title"/>
          </p:nvPr>
        </p:nvSpPr>
        <p:spPr>
          <a:xfrm>
            <a:off x="1476538" y="36927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26"/>
          <p:cNvSpPr txBox="1"/>
          <p:nvPr>
            <p:ph idx="6" type="subTitle"/>
          </p:nvPr>
        </p:nvSpPr>
        <p:spPr>
          <a:xfrm>
            <a:off x="1476538" y="3998523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7" type="title"/>
          </p:nvPr>
        </p:nvSpPr>
        <p:spPr>
          <a:xfrm>
            <a:off x="5331063" y="3692725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" name="Google Shape;126;p26"/>
          <p:cNvSpPr txBox="1"/>
          <p:nvPr>
            <p:ph idx="8" type="subTitle"/>
          </p:nvPr>
        </p:nvSpPr>
        <p:spPr>
          <a:xfrm>
            <a:off x="5331063" y="3998523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2" type="title"/>
          </p:nvPr>
        </p:nvSpPr>
        <p:spPr>
          <a:xfrm>
            <a:off x="717475" y="1982475"/>
            <a:ext cx="2063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" name="Google Shape;130;p27"/>
          <p:cNvSpPr txBox="1"/>
          <p:nvPr>
            <p:ph idx="1" type="subTitle"/>
          </p:nvPr>
        </p:nvSpPr>
        <p:spPr>
          <a:xfrm>
            <a:off x="717475" y="2329300"/>
            <a:ext cx="2063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3" type="title"/>
          </p:nvPr>
        </p:nvSpPr>
        <p:spPr>
          <a:xfrm>
            <a:off x="3540452" y="1982475"/>
            <a:ext cx="2063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27"/>
          <p:cNvSpPr txBox="1"/>
          <p:nvPr>
            <p:ph idx="4" type="subTitle"/>
          </p:nvPr>
        </p:nvSpPr>
        <p:spPr>
          <a:xfrm>
            <a:off x="3540452" y="2329300"/>
            <a:ext cx="2063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5" type="title"/>
          </p:nvPr>
        </p:nvSpPr>
        <p:spPr>
          <a:xfrm>
            <a:off x="717475" y="3771775"/>
            <a:ext cx="2063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" name="Google Shape;134;p27"/>
          <p:cNvSpPr txBox="1"/>
          <p:nvPr>
            <p:ph idx="6" type="subTitle"/>
          </p:nvPr>
        </p:nvSpPr>
        <p:spPr>
          <a:xfrm>
            <a:off x="717475" y="4118700"/>
            <a:ext cx="2063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7" type="title"/>
          </p:nvPr>
        </p:nvSpPr>
        <p:spPr>
          <a:xfrm>
            <a:off x="3540452" y="3771775"/>
            <a:ext cx="2063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6" name="Google Shape;136;p27"/>
          <p:cNvSpPr txBox="1"/>
          <p:nvPr>
            <p:ph idx="8" type="subTitle"/>
          </p:nvPr>
        </p:nvSpPr>
        <p:spPr>
          <a:xfrm>
            <a:off x="3540452" y="4118700"/>
            <a:ext cx="2063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9" type="title"/>
          </p:nvPr>
        </p:nvSpPr>
        <p:spPr>
          <a:xfrm>
            <a:off x="6363429" y="1982475"/>
            <a:ext cx="2063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8" name="Google Shape;138;p27"/>
          <p:cNvSpPr txBox="1"/>
          <p:nvPr>
            <p:ph idx="13" type="subTitle"/>
          </p:nvPr>
        </p:nvSpPr>
        <p:spPr>
          <a:xfrm>
            <a:off x="6363429" y="2329300"/>
            <a:ext cx="2063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4" type="title"/>
          </p:nvPr>
        </p:nvSpPr>
        <p:spPr>
          <a:xfrm>
            <a:off x="6363429" y="3771775"/>
            <a:ext cx="2063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0" name="Google Shape;140;p27"/>
          <p:cNvSpPr txBox="1"/>
          <p:nvPr>
            <p:ph idx="15" type="subTitle"/>
          </p:nvPr>
        </p:nvSpPr>
        <p:spPr>
          <a:xfrm>
            <a:off x="6363429" y="4118700"/>
            <a:ext cx="2063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hasCustomPrompt="1" type="title"/>
          </p:nvPr>
        </p:nvSpPr>
        <p:spPr>
          <a:xfrm>
            <a:off x="6522127" y="3160495"/>
            <a:ext cx="15996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3" name="Google Shape;143;p28"/>
          <p:cNvSpPr txBox="1"/>
          <p:nvPr>
            <p:ph idx="1" type="subTitle"/>
          </p:nvPr>
        </p:nvSpPr>
        <p:spPr>
          <a:xfrm>
            <a:off x="6522127" y="3756927"/>
            <a:ext cx="1599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hasCustomPrompt="1" idx="2" type="title"/>
          </p:nvPr>
        </p:nvSpPr>
        <p:spPr>
          <a:xfrm>
            <a:off x="3772201" y="3160493"/>
            <a:ext cx="15996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5" name="Google Shape;145;p28"/>
          <p:cNvSpPr txBox="1"/>
          <p:nvPr>
            <p:ph idx="3" type="subTitle"/>
          </p:nvPr>
        </p:nvSpPr>
        <p:spPr>
          <a:xfrm>
            <a:off x="3772201" y="3756895"/>
            <a:ext cx="1599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hasCustomPrompt="1" idx="4" type="title"/>
          </p:nvPr>
        </p:nvSpPr>
        <p:spPr>
          <a:xfrm>
            <a:off x="1022275" y="3163470"/>
            <a:ext cx="15996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7" name="Google Shape;147;p28"/>
          <p:cNvSpPr txBox="1"/>
          <p:nvPr>
            <p:ph idx="5" type="subTitle"/>
          </p:nvPr>
        </p:nvSpPr>
        <p:spPr>
          <a:xfrm>
            <a:off x="1022275" y="3759875"/>
            <a:ext cx="15996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ctrTitle"/>
          </p:nvPr>
        </p:nvSpPr>
        <p:spPr>
          <a:xfrm>
            <a:off x="2429950" y="593625"/>
            <a:ext cx="4284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3105175" y="1948781"/>
            <a:ext cx="2933700" cy="6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2" name="Google Shape;152;p29"/>
          <p:cNvSpPr txBox="1"/>
          <p:nvPr/>
        </p:nvSpPr>
        <p:spPr>
          <a:xfrm>
            <a:off x="2568775" y="3736650"/>
            <a:ext cx="40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CRÉDITOS: este modelo de apresentação foi criado pelo </a:t>
            </a:r>
            <a:r>
              <a:rPr b="1" lang="pt-BR" sz="1000">
                <a:solidFill>
                  <a:schemeClr val="dk1"/>
                </a:solidFill>
                <a:uFill>
                  <a:noFill/>
                </a:uFill>
                <a:latin typeface="Encode Sans"/>
                <a:ea typeface="Encode Sans"/>
                <a:cs typeface="Encode Sans"/>
                <a:sym typeface="Encod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pt-BR" sz="1000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, que inclui ícones da </a:t>
            </a:r>
            <a:r>
              <a:rPr b="1" lang="pt-BR" sz="1000">
                <a:solidFill>
                  <a:schemeClr val="dk1"/>
                </a:solidFill>
                <a:uFill>
                  <a:noFill/>
                </a:uFill>
                <a:latin typeface="Encode Sans"/>
                <a:ea typeface="Encode Sans"/>
                <a:cs typeface="Encode Sans"/>
                <a:sym typeface="Encod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000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 e infográficos e imagens da </a:t>
            </a:r>
            <a:r>
              <a:rPr b="1" lang="pt-BR" sz="1000">
                <a:solidFill>
                  <a:schemeClr val="dk1"/>
                </a:solidFill>
                <a:uFill>
                  <a:noFill/>
                </a:uFill>
                <a:latin typeface="Encode Sans"/>
                <a:ea typeface="Encode Sans"/>
                <a:cs typeface="Encode Sans"/>
                <a:sym typeface="Encode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53" name="Google Shape;153;p29"/>
          <p:cNvSpPr txBox="1"/>
          <p:nvPr>
            <p:ph idx="2" type="title"/>
          </p:nvPr>
        </p:nvSpPr>
        <p:spPr>
          <a:xfrm>
            <a:off x="2368986" y="1643750"/>
            <a:ext cx="44061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 Black"/>
              <a:buNone/>
              <a:defRPr sz="28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●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○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■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●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○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■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●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○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■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58" name="Google Shape;158;p32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10.png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7" name="Google Shape;237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Test</a:t>
            </a:r>
            <a:endParaRPr/>
          </a:p>
        </p:txBody>
      </p:sp>
      <p:sp>
        <p:nvSpPr>
          <p:cNvPr id="238" name="Google Shape;238;p41"/>
          <p:cNvSpPr txBox="1"/>
          <p:nvPr>
            <p:ph idx="2" type="title"/>
          </p:nvPr>
        </p:nvSpPr>
        <p:spPr>
          <a:xfrm>
            <a:off x="1386038" y="2938150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39" name="Google Shape;239;p41"/>
          <p:cNvSpPr txBox="1"/>
          <p:nvPr>
            <p:ph idx="1" type="subTitle"/>
          </p:nvPr>
        </p:nvSpPr>
        <p:spPr>
          <a:xfrm>
            <a:off x="1386050" y="3284975"/>
            <a:ext cx="2336400" cy="87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Grouped picture injection test</a:t>
            </a:r>
            <a:endParaRPr/>
          </a:p>
        </p:txBody>
      </p:sp>
      <p:sp>
        <p:nvSpPr>
          <p:cNvPr id="240" name="Google Shape;240;p41"/>
          <p:cNvSpPr txBox="1"/>
          <p:nvPr>
            <p:ph idx="3" type="title"/>
          </p:nvPr>
        </p:nvSpPr>
        <p:spPr>
          <a:xfrm>
            <a:off x="5421563" y="2938150"/>
            <a:ext cx="23364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1" name="Google Shape;241;p41"/>
          <p:cNvSpPr txBox="1"/>
          <p:nvPr>
            <p:ph idx="4" type="subTitle"/>
          </p:nvPr>
        </p:nvSpPr>
        <p:spPr>
          <a:xfrm>
            <a:off x="5421575" y="3284975"/>
            <a:ext cx="2336400" cy="87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grpSp>
        <p:nvGrpSpPr>
          <p:cNvPr id="242" name="Google Shape;242;p41"/>
          <p:cNvGrpSpPr/>
          <p:nvPr/>
        </p:nvGrpSpPr>
        <p:grpSpPr>
          <a:xfrm>
            <a:off x="6058072" y="1704516"/>
            <a:ext cx="1063406" cy="1114747"/>
            <a:chOff x="6058072" y="1704516"/>
            <a:chExt cx="1063406" cy="1114747"/>
          </a:xfrm>
        </p:grpSpPr>
        <p:pic>
          <p:nvPicPr>
            <p:cNvPr id="243" name="Google Shape;243;p4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58072" y="1704516"/>
              <a:ext cx="1063406" cy="1114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41"/>
            <p:cNvSpPr/>
            <p:nvPr/>
          </p:nvSpPr>
          <p:spPr>
            <a:xfrm>
              <a:off x="6348377" y="2021504"/>
              <a:ext cx="482801" cy="480787"/>
            </a:xfrm>
            <a:custGeom>
              <a:rect b="b" l="l" r="r" t="t"/>
              <a:pathLst>
                <a:path extrusionOk="0" h="11300" w="11348">
                  <a:moveTo>
                    <a:pt x="7752" y="846"/>
                  </a:moveTo>
                  <a:cubicBezTo>
                    <a:pt x="7978" y="846"/>
                    <a:pt x="8133" y="1025"/>
                    <a:pt x="8133" y="1239"/>
                  </a:cubicBezTo>
                  <a:lnTo>
                    <a:pt x="8133" y="4001"/>
                  </a:lnTo>
                  <a:lnTo>
                    <a:pt x="4252" y="4001"/>
                  </a:lnTo>
                  <a:cubicBezTo>
                    <a:pt x="3763" y="4001"/>
                    <a:pt x="3359" y="4406"/>
                    <a:pt x="3359" y="4894"/>
                  </a:cubicBezTo>
                  <a:lnTo>
                    <a:pt x="3359" y="4990"/>
                  </a:lnTo>
                  <a:lnTo>
                    <a:pt x="1168" y="4990"/>
                  </a:lnTo>
                  <a:lnTo>
                    <a:pt x="1168" y="5001"/>
                  </a:lnTo>
                  <a:cubicBezTo>
                    <a:pt x="942" y="5001"/>
                    <a:pt x="787" y="4823"/>
                    <a:pt x="787" y="4609"/>
                  </a:cubicBezTo>
                  <a:lnTo>
                    <a:pt x="787" y="1239"/>
                  </a:lnTo>
                  <a:cubicBezTo>
                    <a:pt x="787" y="1013"/>
                    <a:pt x="965" y="846"/>
                    <a:pt x="1168" y="846"/>
                  </a:cubicBezTo>
                  <a:close/>
                  <a:moveTo>
                    <a:pt x="3370" y="6621"/>
                  </a:moveTo>
                  <a:lnTo>
                    <a:pt x="3370" y="6978"/>
                  </a:lnTo>
                  <a:lnTo>
                    <a:pt x="3180" y="6978"/>
                  </a:lnTo>
                  <a:lnTo>
                    <a:pt x="3370" y="6621"/>
                  </a:lnTo>
                  <a:close/>
                  <a:moveTo>
                    <a:pt x="3382" y="7335"/>
                  </a:moveTo>
                  <a:lnTo>
                    <a:pt x="3382" y="7490"/>
                  </a:lnTo>
                  <a:lnTo>
                    <a:pt x="2644" y="7490"/>
                  </a:lnTo>
                  <a:cubicBezTo>
                    <a:pt x="2597" y="7490"/>
                    <a:pt x="2573" y="7454"/>
                    <a:pt x="2573" y="7407"/>
                  </a:cubicBezTo>
                  <a:cubicBezTo>
                    <a:pt x="2573" y="7383"/>
                    <a:pt x="2585" y="7371"/>
                    <a:pt x="2597" y="7347"/>
                  </a:cubicBezTo>
                  <a:cubicBezTo>
                    <a:pt x="2620" y="7335"/>
                    <a:pt x="2632" y="7335"/>
                    <a:pt x="2656" y="7335"/>
                  </a:cubicBezTo>
                  <a:close/>
                  <a:moveTo>
                    <a:pt x="8966" y="8276"/>
                  </a:moveTo>
                  <a:cubicBezTo>
                    <a:pt x="9062" y="8276"/>
                    <a:pt x="9133" y="8347"/>
                    <a:pt x="9133" y="8442"/>
                  </a:cubicBezTo>
                  <a:lnTo>
                    <a:pt x="9133" y="8573"/>
                  </a:lnTo>
                  <a:cubicBezTo>
                    <a:pt x="9109" y="8573"/>
                    <a:pt x="9074" y="8561"/>
                    <a:pt x="9038" y="8561"/>
                  </a:cubicBezTo>
                  <a:lnTo>
                    <a:pt x="7454" y="8561"/>
                  </a:lnTo>
                  <a:cubicBezTo>
                    <a:pt x="7419" y="8561"/>
                    <a:pt x="7395" y="8561"/>
                    <a:pt x="7359" y="8573"/>
                  </a:cubicBezTo>
                  <a:lnTo>
                    <a:pt x="7359" y="8442"/>
                  </a:lnTo>
                  <a:cubicBezTo>
                    <a:pt x="7359" y="8347"/>
                    <a:pt x="7430" y="8276"/>
                    <a:pt x="7526" y="8276"/>
                  </a:cubicBezTo>
                  <a:close/>
                  <a:moveTo>
                    <a:pt x="9883" y="4347"/>
                  </a:moveTo>
                  <a:cubicBezTo>
                    <a:pt x="10193" y="4347"/>
                    <a:pt x="10443" y="4597"/>
                    <a:pt x="10443" y="4906"/>
                  </a:cubicBezTo>
                  <a:lnTo>
                    <a:pt x="10443" y="9276"/>
                  </a:lnTo>
                  <a:lnTo>
                    <a:pt x="9478" y="9276"/>
                  </a:lnTo>
                  <a:lnTo>
                    <a:pt x="9478" y="9109"/>
                  </a:lnTo>
                  <a:lnTo>
                    <a:pt x="9764" y="9109"/>
                  </a:lnTo>
                  <a:cubicBezTo>
                    <a:pt x="10038" y="9109"/>
                    <a:pt x="10264" y="8883"/>
                    <a:pt x="10264" y="8597"/>
                  </a:cubicBezTo>
                  <a:lnTo>
                    <a:pt x="10264" y="5942"/>
                  </a:lnTo>
                  <a:cubicBezTo>
                    <a:pt x="10264" y="5847"/>
                    <a:pt x="10193" y="5775"/>
                    <a:pt x="10097" y="5775"/>
                  </a:cubicBezTo>
                  <a:cubicBezTo>
                    <a:pt x="10014" y="5775"/>
                    <a:pt x="9931" y="5847"/>
                    <a:pt x="9931" y="5942"/>
                  </a:cubicBezTo>
                  <a:lnTo>
                    <a:pt x="9931" y="8585"/>
                  </a:lnTo>
                  <a:cubicBezTo>
                    <a:pt x="9931" y="8680"/>
                    <a:pt x="9859" y="8752"/>
                    <a:pt x="9764" y="8752"/>
                  </a:cubicBezTo>
                  <a:lnTo>
                    <a:pt x="9478" y="8752"/>
                  </a:lnTo>
                  <a:lnTo>
                    <a:pt x="9478" y="8419"/>
                  </a:lnTo>
                  <a:cubicBezTo>
                    <a:pt x="9478" y="8157"/>
                    <a:pt x="9252" y="7918"/>
                    <a:pt x="8966" y="7918"/>
                  </a:cubicBezTo>
                  <a:lnTo>
                    <a:pt x="7526" y="7918"/>
                  </a:lnTo>
                  <a:cubicBezTo>
                    <a:pt x="7264" y="7918"/>
                    <a:pt x="7026" y="8145"/>
                    <a:pt x="7026" y="8419"/>
                  </a:cubicBezTo>
                  <a:lnTo>
                    <a:pt x="7026" y="8752"/>
                  </a:lnTo>
                  <a:lnTo>
                    <a:pt x="4382" y="8752"/>
                  </a:lnTo>
                  <a:cubicBezTo>
                    <a:pt x="4299" y="8752"/>
                    <a:pt x="4204" y="8680"/>
                    <a:pt x="4204" y="8585"/>
                  </a:cubicBezTo>
                  <a:lnTo>
                    <a:pt x="4204" y="5121"/>
                  </a:lnTo>
                  <a:cubicBezTo>
                    <a:pt x="4204" y="5025"/>
                    <a:pt x="4287" y="4942"/>
                    <a:pt x="4382" y="4942"/>
                  </a:cubicBezTo>
                  <a:lnTo>
                    <a:pt x="9740" y="4942"/>
                  </a:lnTo>
                  <a:cubicBezTo>
                    <a:pt x="9836" y="4942"/>
                    <a:pt x="9919" y="5013"/>
                    <a:pt x="9919" y="5121"/>
                  </a:cubicBezTo>
                  <a:lnTo>
                    <a:pt x="9919" y="5251"/>
                  </a:lnTo>
                  <a:cubicBezTo>
                    <a:pt x="9919" y="5347"/>
                    <a:pt x="10002" y="5418"/>
                    <a:pt x="10086" y="5418"/>
                  </a:cubicBezTo>
                  <a:cubicBezTo>
                    <a:pt x="10181" y="5418"/>
                    <a:pt x="10252" y="5347"/>
                    <a:pt x="10252" y="5251"/>
                  </a:cubicBezTo>
                  <a:lnTo>
                    <a:pt x="10252" y="5121"/>
                  </a:lnTo>
                  <a:cubicBezTo>
                    <a:pt x="10252" y="4835"/>
                    <a:pt x="10026" y="4609"/>
                    <a:pt x="9740" y="4609"/>
                  </a:cubicBezTo>
                  <a:lnTo>
                    <a:pt x="4382" y="4609"/>
                  </a:lnTo>
                  <a:cubicBezTo>
                    <a:pt x="4109" y="4609"/>
                    <a:pt x="3882" y="4835"/>
                    <a:pt x="3882" y="5121"/>
                  </a:cubicBezTo>
                  <a:lnTo>
                    <a:pt x="3882" y="8585"/>
                  </a:lnTo>
                  <a:cubicBezTo>
                    <a:pt x="3882" y="8871"/>
                    <a:pt x="4109" y="9097"/>
                    <a:pt x="4382" y="9097"/>
                  </a:cubicBezTo>
                  <a:lnTo>
                    <a:pt x="7026" y="9097"/>
                  </a:lnTo>
                  <a:lnTo>
                    <a:pt x="7026" y="9252"/>
                  </a:lnTo>
                  <a:lnTo>
                    <a:pt x="3716" y="9252"/>
                  </a:lnTo>
                  <a:lnTo>
                    <a:pt x="3716" y="4906"/>
                  </a:lnTo>
                  <a:cubicBezTo>
                    <a:pt x="3716" y="4597"/>
                    <a:pt x="3966" y="4347"/>
                    <a:pt x="4287" y="4347"/>
                  </a:cubicBezTo>
                  <a:close/>
                  <a:moveTo>
                    <a:pt x="7038" y="9597"/>
                  </a:moveTo>
                  <a:lnTo>
                    <a:pt x="7038" y="10002"/>
                  </a:lnTo>
                  <a:lnTo>
                    <a:pt x="3549" y="10002"/>
                  </a:lnTo>
                  <a:cubicBezTo>
                    <a:pt x="3539" y="10003"/>
                    <a:pt x="3529" y="10004"/>
                    <a:pt x="3520" y="10004"/>
                  </a:cubicBezTo>
                  <a:cubicBezTo>
                    <a:pt x="3434" y="10004"/>
                    <a:pt x="3351" y="9959"/>
                    <a:pt x="3287" y="9895"/>
                  </a:cubicBezTo>
                  <a:cubicBezTo>
                    <a:pt x="3216" y="9823"/>
                    <a:pt x="3168" y="9716"/>
                    <a:pt x="3168" y="9609"/>
                  </a:cubicBezTo>
                  <a:cubicBezTo>
                    <a:pt x="3168" y="9597"/>
                    <a:pt x="3168" y="9597"/>
                    <a:pt x="3180" y="9597"/>
                  </a:cubicBezTo>
                  <a:close/>
                  <a:moveTo>
                    <a:pt x="10990" y="9609"/>
                  </a:moveTo>
                  <a:lnTo>
                    <a:pt x="10990" y="9633"/>
                  </a:lnTo>
                  <a:cubicBezTo>
                    <a:pt x="10979" y="9835"/>
                    <a:pt x="10812" y="10014"/>
                    <a:pt x="10598" y="10014"/>
                  </a:cubicBezTo>
                  <a:lnTo>
                    <a:pt x="9478" y="10014"/>
                  </a:lnTo>
                  <a:lnTo>
                    <a:pt x="9478" y="9609"/>
                  </a:lnTo>
                  <a:close/>
                  <a:moveTo>
                    <a:pt x="9050" y="8883"/>
                  </a:moveTo>
                  <a:cubicBezTo>
                    <a:pt x="9085" y="8883"/>
                    <a:pt x="9133" y="8931"/>
                    <a:pt x="9133" y="8978"/>
                  </a:cubicBezTo>
                  <a:lnTo>
                    <a:pt x="9133" y="10240"/>
                  </a:lnTo>
                  <a:cubicBezTo>
                    <a:pt x="9133" y="10288"/>
                    <a:pt x="9085" y="10324"/>
                    <a:pt x="9050" y="10324"/>
                  </a:cubicBezTo>
                  <a:lnTo>
                    <a:pt x="7454" y="10324"/>
                  </a:lnTo>
                  <a:cubicBezTo>
                    <a:pt x="7407" y="10324"/>
                    <a:pt x="7359" y="10288"/>
                    <a:pt x="7359" y="10240"/>
                  </a:cubicBezTo>
                  <a:lnTo>
                    <a:pt x="7359" y="10181"/>
                  </a:lnTo>
                  <a:lnTo>
                    <a:pt x="7359" y="8978"/>
                  </a:lnTo>
                  <a:cubicBezTo>
                    <a:pt x="7359" y="8931"/>
                    <a:pt x="7407" y="8883"/>
                    <a:pt x="7454" y="8883"/>
                  </a:cubicBezTo>
                  <a:close/>
                  <a:moveTo>
                    <a:pt x="9133" y="10645"/>
                  </a:moveTo>
                  <a:lnTo>
                    <a:pt x="9133" y="10776"/>
                  </a:lnTo>
                  <a:cubicBezTo>
                    <a:pt x="9133" y="10859"/>
                    <a:pt x="9062" y="10943"/>
                    <a:pt x="8966" y="10943"/>
                  </a:cubicBezTo>
                  <a:lnTo>
                    <a:pt x="7526" y="10943"/>
                  </a:lnTo>
                  <a:cubicBezTo>
                    <a:pt x="7442" y="10943"/>
                    <a:pt x="7359" y="10859"/>
                    <a:pt x="7359" y="10776"/>
                  </a:cubicBezTo>
                  <a:lnTo>
                    <a:pt x="7359" y="10645"/>
                  </a:lnTo>
                  <a:cubicBezTo>
                    <a:pt x="7395" y="10645"/>
                    <a:pt x="7419" y="10657"/>
                    <a:pt x="7454" y="10657"/>
                  </a:cubicBezTo>
                  <a:lnTo>
                    <a:pt x="9050" y="10657"/>
                  </a:lnTo>
                  <a:cubicBezTo>
                    <a:pt x="9074" y="10657"/>
                    <a:pt x="9109" y="10657"/>
                    <a:pt x="9133" y="10645"/>
                  </a:cubicBezTo>
                  <a:close/>
                  <a:moveTo>
                    <a:pt x="858" y="1"/>
                  </a:moveTo>
                  <a:cubicBezTo>
                    <a:pt x="382" y="1"/>
                    <a:pt x="1" y="382"/>
                    <a:pt x="1" y="858"/>
                  </a:cubicBezTo>
                  <a:lnTo>
                    <a:pt x="1" y="5561"/>
                  </a:lnTo>
                  <a:cubicBezTo>
                    <a:pt x="1" y="6037"/>
                    <a:pt x="382" y="6430"/>
                    <a:pt x="858" y="6430"/>
                  </a:cubicBezTo>
                  <a:lnTo>
                    <a:pt x="1334" y="6430"/>
                  </a:lnTo>
                  <a:cubicBezTo>
                    <a:pt x="1430" y="6430"/>
                    <a:pt x="1501" y="6359"/>
                    <a:pt x="1501" y="6264"/>
                  </a:cubicBezTo>
                  <a:cubicBezTo>
                    <a:pt x="1501" y="6180"/>
                    <a:pt x="1430" y="6097"/>
                    <a:pt x="1334" y="6097"/>
                  </a:cubicBezTo>
                  <a:lnTo>
                    <a:pt x="858" y="6097"/>
                  </a:lnTo>
                  <a:cubicBezTo>
                    <a:pt x="572" y="6097"/>
                    <a:pt x="334" y="5859"/>
                    <a:pt x="334" y="5585"/>
                  </a:cubicBezTo>
                  <a:lnTo>
                    <a:pt x="334" y="882"/>
                  </a:lnTo>
                  <a:cubicBezTo>
                    <a:pt x="334" y="596"/>
                    <a:pt x="572" y="358"/>
                    <a:pt x="858" y="358"/>
                  </a:cubicBezTo>
                  <a:lnTo>
                    <a:pt x="8062" y="358"/>
                  </a:lnTo>
                  <a:cubicBezTo>
                    <a:pt x="8347" y="358"/>
                    <a:pt x="8585" y="596"/>
                    <a:pt x="8585" y="882"/>
                  </a:cubicBezTo>
                  <a:lnTo>
                    <a:pt x="8585" y="4001"/>
                  </a:lnTo>
                  <a:lnTo>
                    <a:pt x="8478" y="4001"/>
                  </a:lnTo>
                  <a:lnTo>
                    <a:pt x="8478" y="1215"/>
                  </a:lnTo>
                  <a:cubicBezTo>
                    <a:pt x="8478" y="822"/>
                    <a:pt x="8157" y="489"/>
                    <a:pt x="7752" y="489"/>
                  </a:cubicBezTo>
                  <a:lnTo>
                    <a:pt x="1168" y="489"/>
                  </a:lnTo>
                  <a:cubicBezTo>
                    <a:pt x="775" y="489"/>
                    <a:pt x="442" y="822"/>
                    <a:pt x="442" y="1215"/>
                  </a:cubicBezTo>
                  <a:lnTo>
                    <a:pt x="442" y="4597"/>
                  </a:lnTo>
                  <a:cubicBezTo>
                    <a:pt x="442" y="5001"/>
                    <a:pt x="775" y="5323"/>
                    <a:pt x="1168" y="5323"/>
                  </a:cubicBezTo>
                  <a:lnTo>
                    <a:pt x="3370" y="5323"/>
                  </a:lnTo>
                  <a:lnTo>
                    <a:pt x="3370" y="6085"/>
                  </a:lnTo>
                  <a:lnTo>
                    <a:pt x="2001" y="6085"/>
                  </a:lnTo>
                  <a:cubicBezTo>
                    <a:pt x="1918" y="6085"/>
                    <a:pt x="1846" y="6156"/>
                    <a:pt x="1846" y="6252"/>
                  </a:cubicBezTo>
                  <a:cubicBezTo>
                    <a:pt x="1846" y="6335"/>
                    <a:pt x="1918" y="6418"/>
                    <a:pt x="2001" y="6418"/>
                  </a:cubicBezTo>
                  <a:lnTo>
                    <a:pt x="3109" y="6418"/>
                  </a:lnTo>
                  <a:lnTo>
                    <a:pt x="2811" y="6978"/>
                  </a:lnTo>
                  <a:lnTo>
                    <a:pt x="2656" y="6978"/>
                  </a:lnTo>
                  <a:cubicBezTo>
                    <a:pt x="2561" y="6978"/>
                    <a:pt x="2454" y="7026"/>
                    <a:pt x="2358" y="7097"/>
                  </a:cubicBezTo>
                  <a:cubicBezTo>
                    <a:pt x="2287" y="7168"/>
                    <a:pt x="2239" y="7276"/>
                    <a:pt x="2239" y="7395"/>
                  </a:cubicBezTo>
                  <a:cubicBezTo>
                    <a:pt x="2239" y="7621"/>
                    <a:pt x="2418" y="7811"/>
                    <a:pt x="2656" y="7811"/>
                  </a:cubicBezTo>
                  <a:lnTo>
                    <a:pt x="3394" y="7811"/>
                  </a:lnTo>
                  <a:lnTo>
                    <a:pt x="3394" y="9276"/>
                  </a:lnTo>
                  <a:lnTo>
                    <a:pt x="3192" y="9276"/>
                  </a:lnTo>
                  <a:cubicBezTo>
                    <a:pt x="3001" y="9276"/>
                    <a:pt x="2835" y="9431"/>
                    <a:pt x="2835" y="9633"/>
                  </a:cubicBezTo>
                  <a:cubicBezTo>
                    <a:pt x="2835" y="9823"/>
                    <a:pt x="2918" y="10002"/>
                    <a:pt x="3049" y="10145"/>
                  </a:cubicBezTo>
                  <a:cubicBezTo>
                    <a:pt x="3180" y="10288"/>
                    <a:pt x="3370" y="10359"/>
                    <a:pt x="3573" y="10359"/>
                  </a:cubicBezTo>
                  <a:lnTo>
                    <a:pt x="7049" y="10359"/>
                  </a:lnTo>
                  <a:lnTo>
                    <a:pt x="7049" y="10788"/>
                  </a:lnTo>
                  <a:cubicBezTo>
                    <a:pt x="7049" y="11062"/>
                    <a:pt x="7276" y="11300"/>
                    <a:pt x="7550" y="11300"/>
                  </a:cubicBezTo>
                  <a:lnTo>
                    <a:pt x="9002" y="11300"/>
                  </a:lnTo>
                  <a:cubicBezTo>
                    <a:pt x="9264" y="11300"/>
                    <a:pt x="9502" y="11074"/>
                    <a:pt x="9502" y="10788"/>
                  </a:cubicBezTo>
                  <a:lnTo>
                    <a:pt x="9502" y="10359"/>
                  </a:lnTo>
                  <a:lnTo>
                    <a:pt x="10621" y="10359"/>
                  </a:lnTo>
                  <a:cubicBezTo>
                    <a:pt x="11026" y="10359"/>
                    <a:pt x="11348" y="10026"/>
                    <a:pt x="11348" y="9633"/>
                  </a:cubicBezTo>
                  <a:cubicBezTo>
                    <a:pt x="11324" y="9526"/>
                    <a:pt x="11276" y="9431"/>
                    <a:pt x="11217" y="9371"/>
                  </a:cubicBezTo>
                  <a:cubicBezTo>
                    <a:pt x="11157" y="9312"/>
                    <a:pt x="11074" y="9276"/>
                    <a:pt x="10967" y="9276"/>
                  </a:cubicBezTo>
                  <a:lnTo>
                    <a:pt x="10776" y="9276"/>
                  </a:lnTo>
                  <a:lnTo>
                    <a:pt x="10776" y="4906"/>
                  </a:lnTo>
                  <a:cubicBezTo>
                    <a:pt x="10776" y="4418"/>
                    <a:pt x="10371" y="4013"/>
                    <a:pt x="9883" y="4013"/>
                  </a:cubicBezTo>
                  <a:lnTo>
                    <a:pt x="8931" y="4013"/>
                  </a:lnTo>
                  <a:lnTo>
                    <a:pt x="8931" y="858"/>
                  </a:lnTo>
                  <a:cubicBezTo>
                    <a:pt x="8931" y="382"/>
                    <a:pt x="8538" y="1"/>
                    <a:pt x="80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41"/>
          <p:cNvGrpSpPr/>
          <p:nvPr/>
        </p:nvGrpSpPr>
        <p:grpSpPr>
          <a:xfrm>
            <a:off x="2022554" y="1704516"/>
            <a:ext cx="1063406" cy="1114747"/>
            <a:chOff x="2022554" y="1704516"/>
            <a:chExt cx="1063406" cy="1114747"/>
          </a:xfrm>
        </p:grpSpPr>
        <p:pic>
          <p:nvPicPr>
            <p:cNvPr id="246" name="Google Shape;2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022554" y="1704516"/>
              <a:ext cx="1063406" cy="111474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7" name="Google Shape;247;p41"/>
            <p:cNvGrpSpPr/>
            <p:nvPr/>
          </p:nvGrpSpPr>
          <p:grpSpPr>
            <a:xfrm>
              <a:off x="2313606" y="2042307"/>
              <a:ext cx="481273" cy="439196"/>
              <a:chOff x="1958520" y="2302574"/>
              <a:chExt cx="359213" cy="327807"/>
            </a:xfrm>
          </p:grpSpPr>
          <p:sp>
            <p:nvSpPr>
              <p:cNvPr id="248" name="Google Shape;248;p41"/>
              <p:cNvSpPr/>
              <p:nvPr/>
            </p:nvSpPr>
            <p:spPr>
              <a:xfrm>
                <a:off x="1958520" y="2302574"/>
                <a:ext cx="359213" cy="327807"/>
              </a:xfrm>
              <a:custGeom>
                <a:rect b="b" l="l" r="r" t="t"/>
                <a:pathLst>
                  <a:path extrusionOk="0" h="10323" w="11312">
                    <a:moveTo>
                      <a:pt x="7168" y="8132"/>
                    </a:moveTo>
                    <a:lnTo>
                      <a:pt x="7501" y="9204"/>
                    </a:lnTo>
                    <a:lnTo>
                      <a:pt x="3799" y="9204"/>
                    </a:lnTo>
                    <a:lnTo>
                      <a:pt x="4120" y="8132"/>
                    </a:lnTo>
                    <a:close/>
                    <a:moveTo>
                      <a:pt x="8466" y="9537"/>
                    </a:moveTo>
                    <a:cubicBezTo>
                      <a:pt x="8597" y="9537"/>
                      <a:pt x="8704" y="9656"/>
                      <a:pt x="8704" y="9775"/>
                    </a:cubicBezTo>
                    <a:cubicBezTo>
                      <a:pt x="8704" y="9906"/>
                      <a:pt x="8597" y="10013"/>
                      <a:pt x="8466" y="10013"/>
                    </a:cubicBezTo>
                    <a:lnTo>
                      <a:pt x="2810" y="10013"/>
                    </a:lnTo>
                    <a:cubicBezTo>
                      <a:pt x="2679" y="10013"/>
                      <a:pt x="2572" y="9906"/>
                      <a:pt x="2572" y="9775"/>
                    </a:cubicBezTo>
                    <a:cubicBezTo>
                      <a:pt x="2572" y="9644"/>
                      <a:pt x="2679" y="9537"/>
                      <a:pt x="2810" y="9537"/>
                    </a:cubicBezTo>
                    <a:close/>
                    <a:moveTo>
                      <a:pt x="1072" y="0"/>
                    </a:moveTo>
                    <a:cubicBezTo>
                      <a:pt x="477" y="0"/>
                      <a:pt x="0" y="476"/>
                      <a:pt x="0" y="1072"/>
                    </a:cubicBezTo>
                    <a:lnTo>
                      <a:pt x="0" y="7049"/>
                    </a:lnTo>
                    <a:cubicBezTo>
                      <a:pt x="0" y="7644"/>
                      <a:pt x="477" y="8120"/>
                      <a:pt x="1072" y="8120"/>
                    </a:cubicBezTo>
                    <a:lnTo>
                      <a:pt x="3763" y="8120"/>
                    </a:lnTo>
                    <a:lnTo>
                      <a:pt x="3441" y="9192"/>
                    </a:lnTo>
                    <a:lnTo>
                      <a:pt x="2822" y="9192"/>
                    </a:lnTo>
                    <a:cubicBezTo>
                      <a:pt x="2513" y="9192"/>
                      <a:pt x="2263" y="9442"/>
                      <a:pt x="2263" y="9751"/>
                    </a:cubicBezTo>
                    <a:cubicBezTo>
                      <a:pt x="2263" y="10073"/>
                      <a:pt x="2513" y="10323"/>
                      <a:pt x="2822" y="10323"/>
                    </a:cubicBezTo>
                    <a:lnTo>
                      <a:pt x="8478" y="10323"/>
                    </a:lnTo>
                    <a:cubicBezTo>
                      <a:pt x="8799" y="10323"/>
                      <a:pt x="9049" y="10073"/>
                      <a:pt x="9049" y="9751"/>
                    </a:cubicBezTo>
                    <a:cubicBezTo>
                      <a:pt x="9049" y="9442"/>
                      <a:pt x="8799" y="9192"/>
                      <a:pt x="8478" y="9192"/>
                    </a:cubicBezTo>
                    <a:lnTo>
                      <a:pt x="7870" y="9192"/>
                    </a:lnTo>
                    <a:lnTo>
                      <a:pt x="7549" y="8120"/>
                    </a:lnTo>
                    <a:lnTo>
                      <a:pt x="10240" y="8120"/>
                    </a:lnTo>
                    <a:cubicBezTo>
                      <a:pt x="10835" y="8120"/>
                      <a:pt x="11311" y="7644"/>
                      <a:pt x="11311" y="7049"/>
                    </a:cubicBezTo>
                    <a:lnTo>
                      <a:pt x="11311" y="1072"/>
                    </a:lnTo>
                    <a:cubicBezTo>
                      <a:pt x="11299" y="488"/>
                      <a:pt x="10823" y="0"/>
                      <a:pt x="10228" y="0"/>
                    </a:cubicBezTo>
                    <a:lnTo>
                      <a:pt x="2786" y="0"/>
                    </a:lnTo>
                    <a:cubicBezTo>
                      <a:pt x="2691" y="0"/>
                      <a:pt x="2620" y="72"/>
                      <a:pt x="2620" y="155"/>
                    </a:cubicBezTo>
                    <a:cubicBezTo>
                      <a:pt x="2620" y="250"/>
                      <a:pt x="2691" y="322"/>
                      <a:pt x="2786" y="322"/>
                    </a:cubicBezTo>
                    <a:lnTo>
                      <a:pt x="10228" y="322"/>
                    </a:lnTo>
                    <a:cubicBezTo>
                      <a:pt x="10621" y="322"/>
                      <a:pt x="10966" y="655"/>
                      <a:pt x="10966" y="1072"/>
                    </a:cubicBezTo>
                    <a:lnTo>
                      <a:pt x="10966" y="7049"/>
                    </a:lnTo>
                    <a:cubicBezTo>
                      <a:pt x="10966" y="7453"/>
                      <a:pt x="10645" y="7799"/>
                      <a:pt x="10228" y="7799"/>
                    </a:cubicBezTo>
                    <a:lnTo>
                      <a:pt x="1072" y="7799"/>
                    </a:lnTo>
                    <a:cubicBezTo>
                      <a:pt x="667" y="7799"/>
                      <a:pt x="322" y="7465"/>
                      <a:pt x="322" y="7049"/>
                    </a:cubicBezTo>
                    <a:lnTo>
                      <a:pt x="322" y="1072"/>
                    </a:lnTo>
                    <a:cubicBezTo>
                      <a:pt x="322" y="667"/>
                      <a:pt x="655" y="322"/>
                      <a:pt x="1072" y="322"/>
                    </a:cubicBezTo>
                    <a:lnTo>
                      <a:pt x="2108" y="322"/>
                    </a:lnTo>
                    <a:cubicBezTo>
                      <a:pt x="2203" y="322"/>
                      <a:pt x="2275" y="250"/>
                      <a:pt x="2275" y="155"/>
                    </a:cubicBezTo>
                    <a:cubicBezTo>
                      <a:pt x="2275" y="72"/>
                      <a:pt x="2203" y="0"/>
                      <a:pt x="21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41"/>
              <p:cNvSpPr/>
              <p:nvPr/>
            </p:nvSpPr>
            <p:spPr>
              <a:xfrm>
                <a:off x="1986877" y="2331313"/>
                <a:ext cx="302117" cy="184909"/>
              </a:xfrm>
              <a:custGeom>
                <a:rect b="b" l="l" r="r" t="t"/>
                <a:pathLst>
                  <a:path extrusionOk="0" h="5823" w="9514">
                    <a:moveTo>
                      <a:pt x="179" y="0"/>
                    </a:moveTo>
                    <a:cubicBezTo>
                      <a:pt x="72" y="0"/>
                      <a:pt x="0" y="71"/>
                      <a:pt x="0" y="179"/>
                    </a:cubicBezTo>
                    <a:lnTo>
                      <a:pt x="0" y="5656"/>
                    </a:lnTo>
                    <a:cubicBezTo>
                      <a:pt x="0" y="5739"/>
                      <a:pt x="72" y="5822"/>
                      <a:pt x="167" y="5822"/>
                    </a:cubicBezTo>
                    <a:lnTo>
                      <a:pt x="9347" y="5822"/>
                    </a:lnTo>
                    <a:cubicBezTo>
                      <a:pt x="9430" y="5822"/>
                      <a:pt x="9513" y="5739"/>
                      <a:pt x="9513" y="5656"/>
                    </a:cubicBezTo>
                    <a:lnTo>
                      <a:pt x="9513" y="5072"/>
                    </a:lnTo>
                    <a:cubicBezTo>
                      <a:pt x="9513" y="4989"/>
                      <a:pt x="9430" y="4905"/>
                      <a:pt x="9347" y="4905"/>
                    </a:cubicBezTo>
                    <a:cubicBezTo>
                      <a:pt x="9252" y="4905"/>
                      <a:pt x="9180" y="4989"/>
                      <a:pt x="9180" y="5072"/>
                    </a:cubicBezTo>
                    <a:lnTo>
                      <a:pt x="9180" y="5489"/>
                    </a:lnTo>
                    <a:lnTo>
                      <a:pt x="346" y="5489"/>
                    </a:lnTo>
                    <a:lnTo>
                      <a:pt x="346" y="345"/>
                    </a:lnTo>
                    <a:lnTo>
                      <a:pt x="9180" y="345"/>
                    </a:lnTo>
                    <a:lnTo>
                      <a:pt x="9180" y="4405"/>
                    </a:lnTo>
                    <a:cubicBezTo>
                      <a:pt x="9168" y="4489"/>
                      <a:pt x="9240" y="4572"/>
                      <a:pt x="9347" y="4572"/>
                    </a:cubicBezTo>
                    <a:cubicBezTo>
                      <a:pt x="9430" y="4572"/>
                      <a:pt x="9513" y="4489"/>
                      <a:pt x="9513" y="4405"/>
                    </a:cubicBezTo>
                    <a:lnTo>
                      <a:pt x="9513" y="179"/>
                    </a:lnTo>
                    <a:cubicBezTo>
                      <a:pt x="9513" y="71"/>
                      <a:pt x="9430" y="0"/>
                      <a:pt x="93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41"/>
              <p:cNvSpPr/>
              <p:nvPr/>
            </p:nvSpPr>
            <p:spPr>
              <a:xfrm>
                <a:off x="2131521" y="2526701"/>
                <a:ext cx="11908" cy="10638"/>
              </a:xfrm>
              <a:custGeom>
                <a:rect b="b" l="l" r="r" t="t"/>
                <a:pathLst>
                  <a:path extrusionOk="0" h="335" w="375">
                    <a:moveTo>
                      <a:pt x="176" y="0"/>
                    </a:moveTo>
                    <a:cubicBezTo>
                      <a:pt x="167" y="0"/>
                      <a:pt x="158" y="1"/>
                      <a:pt x="148" y="3"/>
                    </a:cubicBezTo>
                    <a:cubicBezTo>
                      <a:pt x="77" y="26"/>
                      <a:pt x="17" y="86"/>
                      <a:pt x="17" y="157"/>
                    </a:cubicBezTo>
                    <a:cubicBezTo>
                      <a:pt x="1" y="258"/>
                      <a:pt x="95" y="334"/>
                      <a:pt x="186" y="334"/>
                    </a:cubicBezTo>
                    <a:cubicBezTo>
                      <a:pt x="225" y="334"/>
                      <a:pt x="263" y="320"/>
                      <a:pt x="291" y="288"/>
                    </a:cubicBezTo>
                    <a:cubicBezTo>
                      <a:pt x="375" y="229"/>
                      <a:pt x="375" y="145"/>
                      <a:pt x="327" y="86"/>
                    </a:cubicBezTo>
                    <a:cubicBezTo>
                      <a:pt x="296" y="34"/>
                      <a:pt x="238" y="0"/>
                      <a:pt x="17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: Minimalist Aesthetics by Slidesgo">
  <a:themeElements>
    <a:clrScheme name="Simple Light">
      <a:dk1>
        <a:srgbClr val="D62741"/>
      </a:dk1>
      <a:lt1>
        <a:srgbClr val="FFFFFF"/>
      </a:lt1>
      <a:dk2>
        <a:srgbClr val="48326F"/>
      </a:dk2>
      <a:lt2>
        <a:srgbClr val="D46A87"/>
      </a:lt2>
      <a:accent1>
        <a:srgbClr val="D87741"/>
      </a:accent1>
      <a:accent2>
        <a:srgbClr val="F4E8A1"/>
      </a:accent2>
      <a:accent3>
        <a:srgbClr val="8FC9BE"/>
      </a:accent3>
      <a:accent4>
        <a:srgbClr val="FFFFFF"/>
      </a:accent4>
      <a:accent5>
        <a:srgbClr val="FFFFFF"/>
      </a:accent5>
      <a:accent6>
        <a:srgbClr val="FFFFFF"/>
      </a:accent6>
      <a:hlink>
        <a:srgbClr val="D627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