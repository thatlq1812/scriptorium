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98" r:id="rId75"/>
    <p:sldId id="299" r:id="rId76"/>
    <p:sldId id="300" r:id="rId77"/>
    <p:sldId id="301" r:id="rId78"/>
    <p:sldId id="302" r:id="rId79"/>
    <p:sldId id="303" r:id="rId80"/>
    <p:sldId id="304" r:id="rId81"/>
    <p:sldId id="305" r:id="rId82"/>
    <p:sldId id="306" r:id="rId83"/>
    <p:sldId id="307" r:id="rId84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Mulish"/>
      <p:regular r:id="rId53"/>
      <p:bold r:id="rId54"/>
      <p:italic r:id="rId55"/>
      <p:boldItalic r:id="rId56"/>
    </p:embeddedFont>
    <p:embeddedFont>
      <p:font typeface="Proxima Nova"/>
      <p:regular r:id="rId57"/>
      <p:bold r:id="rId58"/>
      <p:italic r:id="rId59"/>
      <p:boldItalic r:id="rId60"/>
    </p:embeddedFont>
    <p:embeddedFont>
      <p:font typeface="Roboto Medium"/>
      <p:regular r:id="rId61"/>
      <p:bold r:id="rId62"/>
      <p:italic r:id="rId63"/>
      <p:boldItalic r:id="rId64"/>
    </p:embeddedFont>
    <p:embeddedFont>
      <p:font typeface="Amatic SC"/>
      <p:regular r:id="rId65"/>
      <p:bold r:id="rId66"/>
    </p:embeddedFont>
    <p:embeddedFont>
      <p:font typeface="Oswald Light"/>
      <p:regular r:id="rId67"/>
      <p:bold r:id="rId68"/>
    </p:embeddedFont>
    <p:embeddedFont>
      <p:font typeface="Oswald"/>
      <p:regular r:id="rId69"/>
      <p:bold r:id="rId70"/>
    </p:embeddedFont>
    <p:embeddedFont>
      <p:font typeface="Mulish Medium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B33A01-BF12-4721-8064-005749A03319}">
  <a:tblStyle styleId="{98B33A01-BF12-4721-8064-005749A033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1848696-5B3A-4723-A6F5-739DCF7237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9" Type="http://schemas.openxmlformats.org/officeDocument/2006/relationships/font" Target="fonts/Raleway-regular.fntdata"/><Relationship Id="rId50" Type="http://schemas.openxmlformats.org/officeDocument/2006/relationships/font" Target="fonts/Raleway-bold.fntdata"/><Relationship Id="rId51" Type="http://schemas.openxmlformats.org/officeDocument/2006/relationships/font" Target="fonts/Raleway-italic.fntdata"/><Relationship Id="rId52" Type="http://schemas.openxmlformats.org/officeDocument/2006/relationships/font" Target="fonts/Raleway-boldItalic.fntdata"/><Relationship Id="rId53" Type="http://schemas.openxmlformats.org/officeDocument/2006/relationships/font" Target="fonts/Mulish-regular.fntdata"/><Relationship Id="rId54" Type="http://schemas.openxmlformats.org/officeDocument/2006/relationships/font" Target="fonts/Mulish-bold.fntdata"/><Relationship Id="rId55" Type="http://schemas.openxmlformats.org/officeDocument/2006/relationships/font" Target="fonts/Mulish-italic.fntdata"/><Relationship Id="rId56" Type="http://schemas.openxmlformats.org/officeDocument/2006/relationships/font" Target="fonts/Mulish-boldItalic.fntdata"/><Relationship Id="rId57" Type="http://schemas.openxmlformats.org/officeDocument/2006/relationships/font" Target="fonts/ProximaNova-regular.fntdata"/><Relationship Id="rId58" Type="http://schemas.openxmlformats.org/officeDocument/2006/relationships/font" Target="fonts/ProximaNova-bold.fntdata"/><Relationship Id="rId59" Type="http://schemas.openxmlformats.org/officeDocument/2006/relationships/font" Target="fonts/ProximaNova-italic.fntdata"/><Relationship Id="rId60" Type="http://schemas.openxmlformats.org/officeDocument/2006/relationships/font" Target="fonts/ProximaNova-boldItalic.fntdata"/><Relationship Id="rId61" Type="http://schemas.openxmlformats.org/officeDocument/2006/relationships/font" Target="fonts/RobotoMedium-regular.fntdata"/><Relationship Id="rId62" Type="http://schemas.openxmlformats.org/officeDocument/2006/relationships/font" Target="fonts/RobotoMedium-bold.fntdata"/><Relationship Id="rId63" Type="http://schemas.openxmlformats.org/officeDocument/2006/relationships/font" Target="fonts/RobotoMedium-italic.fntdata"/><Relationship Id="rId64" Type="http://schemas.openxmlformats.org/officeDocument/2006/relationships/font" Target="fonts/RobotoMedium-boldItalic.fntdata"/><Relationship Id="rId65" Type="http://schemas.openxmlformats.org/officeDocument/2006/relationships/font" Target="fonts/AmaticSC-regular.fntdata"/><Relationship Id="rId66" Type="http://schemas.openxmlformats.org/officeDocument/2006/relationships/font" Target="fonts/AmaticSC-bold.fntdata"/><Relationship Id="rId67" Type="http://schemas.openxmlformats.org/officeDocument/2006/relationships/font" Target="fonts/OswaldLight-regular.fntdata"/><Relationship Id="rId68" Type="http://schemas.openxmlformats.org/officeDocument/2006/relationships/font" Target="fonts/OswaldLight-bold.fntdata"/><Relationship Id="rId69" Type="http://schemas.openxmlformats.org/officeDocument/2006/relationships/font" Target="fonts/Oswald-regular.fntdata"/><Relationship Id="rId70" Type="http://schemas.openxmlformats.org/officeDocument/2006/relationships/font" Target="fonts/Oswald-bold.fntdata"/><Relationship Id="rId71" Type="http://schemas.openxmlformats.org/officeDocument/2006/relationships/font" Target="fonts/MulishMedium-regular.fntdata"/><Relationship Id="rId72" Type="http://schemas.openxmlformats.org/officeDocument/2006/relationships/font" Target="fonts/MulishMedium-bold.fntdata"/><Relationship Id="rId73" Type="http://schemas.openxmlformats.org/officeDocument/2006/relationships/font" Target="fonts/MulishMedium-italic.fntdata"/><Relationship Id="rId74" Type="http://schemas.openxmlformats.org/officeDocument/2006/relationships/font" Target="fonts/MulishMedium-boldItalic.fntdata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4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c2a16a0c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c2a16a0c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9c4ebbf34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9c4ebbf34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9ab0d740d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9ab0d740d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852100"/>
            <a:ext cx="45930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910963"/>
            <a:ext cx="2338500" cy="60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22200" y="2770475"/>
            <a:ext cx="3908700" cy="15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264739" y="1580664"/>
            <a:ext cx="1053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859313" y="1942550"/>
            <a:ext cx="42948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type="title"/>
          </p:nvPr>
        </p:nvSpPr>
        <p:spPr>
          <a:xfrm>
            <a:off x="859313" y="1248050"/>
            <a:ext cx="4294800" cy="6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8" name="Google Shape;28;p7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3253825" y="654550"/>
            <a:ext cx="4982700" cy="11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3253825" y="1992788"/>
            <a:ext cx="49827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hasCustomPrompt="1" idx="2" type="title"/>
          </p:nvPr>
        </p:nvSpPr>
        <p:spPr>
          <a:xfrm>
            <a:off x="8302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/>
          <p:nvPr>
            <p:ph hasCustomPrompt="1" idx="3" type="title"/>
          </p:nvPr>
        </p:nvSpPr>
        <p:spPr>
          <a:xfrm>
            <a:off x="838276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/>
          <p:nvPr>
            <p:ph hasCustomPrompt="1" idx="4" type="title"/>
          </p:nvPr>
        </p:nvSpPr>
        <p:spPr>
          <a:xfrm>
            <a:off x="3516058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hasCustomPrompt="1" idx="5" type="title"/>
          </p:nvPr>
        </p:nvSpPr>
        <p:spPr>
          <a:xfrm>
            <a:off x="3516050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hasCustomPrompt="1" idx="6" type="title"/>
          </p:nvPr>
        </p:nvSpPr>
        <p:spPr>
          <a:xfrm>
            <a:off x="6223406" y="1478041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hasCustomPrompt="1" idx="7" type="title"/>
          </p:nvPr>
        </p:nvSpPr>
        <p:spPr>
          <a:xfrm>
            <a:off x="6224312" y="3141063"/>
            <a:ext cx="6261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72000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8" type="subTitle"/>
          </p:nvPr>
        </p:nvSpPr>
        <p:spPr>
          <a:xfrm>
            <a:off x="3419275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9" type="subTitle"/>
          </p:nvPr>
        </p:nvSpPr>
        <p:spPr>
          <a:xfrm>
            <a:off x="6118550" y="2157075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3" type="subTitle"/>
          </p:nvPr>
        </p:nvSpPr>
        <p:spPr>
          <a:xfrm>
            <a:off x="720000" y="3819050"/>
            <a:ext cx="2381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4" type="subTitle"/>
          </p:nvPr>
        </p:nvSpPr>
        <p:spPr>
          <a:xfrm>
            <a:off x="3419275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5" type="subTitle"/>
          </p:nvPr>
        </p:nvSpPr>
        <p:spPr>
          <a:xfrm>
            <a:off x="6118550" y="3819050"/>
            <a:ext cx="23055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1" name="Google Shape;61;p15"/>
          <p:cNvSpPr/>
          <p:nvPr>
            <p:ph idx="2" type="pic"/>
          </p:nvPr>
        </p:nvSpPr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603749" y="1562013"/>
            <a:ext cx="29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4603750" y="2280388"/>
            <a:ext cx="2975400" cy="13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901850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2" type="subTitle"/>
          </p:nvPr>
        </p:nvSpPr>
        <p:spPr>
          <a:xfrm>
            <a:off x="347363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3" type="subTitle"/>
          </p:nvPr>
        </p:nvSpPr>
        <p:spPr>
          <a:xfrm>
            <a:off x="6045424" y="2815848"/>
            <a:ext cx="2196600" cy="16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4" type="subTitle"/>
          </p:nvPr>
        </p:nvSpPr>
        <p:spPr>
          <a:xfrm>
            <a:off x="901850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5" type="subTitle"/>
          </p:nvPr>
        </p:nvSpPr>
        <p:spPr>
          <a:xfrm>
            <a:off x="3473636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6" type="subTitle"/>
          </p:nvPr>
        </p:nvSpPr>
        <p:spPr>
          <a:xfrm>
            <a:off x="6045421" y="2121456"/>
            <a:ext cx="21966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1682846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" type="subTitle"/>
          </p:nvPr>
        </p:nvSpPr>
        <p:spPr>
          <a:xfrm>
            <a:off x="5509397" y="1753038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3" type="subTitle"/>
          </p:nvPr>
        </p:nvSpPr>
        <p:spPr>
          <a:xfrm>
            <a:off x="1682845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4" type="subTitle"/>
          </p:nvPr>
        </p:nvSpPr>
        <p:spPr>
          <a:xfrm>
            <a:off x="5509397" y="3456125"/>
            <a:ext cx="28482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5" type="subTitle"/>
          </p:nvPr>
        </p:nvSpPr>
        <p:spPr>
          <a:xfrm>
            <a:off x="1682845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6" type="subTitle"/>
          </p:nvPr>
        </p:nvSpPr>
        <p:spPr>
          <a:xfrm>
            <a:off x="1682845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7" type="subTitle"/>
          </p:nvPr>
        </p:nvSpPr>
        <p:spPr>
          <a:xfrm>
            <a:off x="5509370" y="1459688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8" type="subTitle"/>
          </p:nvPr>
        </p:nvSpPr>
        <p:spPr>
          <a:xfrm>
            <a:off x="5509370" y="3162850"/>
            <a:ext cx="284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720000" y="1754996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2" type="subTitle"/>
          </p:nvPr>
        </p:nvSpPr>
        <p:spPr>
          <a:xfrm>
            <a:off x="3501238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3" type="subTitle"/>
          </p:nvPr>
        </p:nvSpPr>
        <p:spPr>
          <a:xfrm>
            <a:off x="720000" y="3465185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4" type="subTitle"/>
          </p:nvPr>
        </p:nvSpPr>
        <p:spPr>
          <a:xfrm>
            <a:off x="3501238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5" type="subTitle"/>
          </p:nvPr>
        </p:nvSpPr>
        <p:spPr>
          <a:xfrm>
            <a:off x="6282475" y="1754974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6" type="subTitle"/>
          </p:nvPr>
        </p:nvSpPr>
        <p:spPr>
          <a:xfrm>
            <a:off x="6282475" y="3465181"/>
            <a:ext cx="2144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7" type="subTitle"/>
          </p:nvPr>
        </p:nvSpPr>
        <p:spPr>
          <a:xfrm>
            <a:off x="72422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8" type="subTitle"/>
          </p:nvPr>
        </p:nvSpPr>
        <p:spPr>
          <a:xfrm>
            <a:off x="3505300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9" type="subTitle"/>
          </p:nvPr>
        </p:nvSpPr>
        <p:spPr>
          <a:xfrm>
            <a:off x="6286375" y="1320999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3" type="subTitle"/>
          </p:nvPr>
        </p:nvSpPr>
        <p:spPr>
          <a:xfrm>
            <a:off x="72422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14" type="subTitle"/>
          </p:nvPr>
        </p:nvSpPr>
        <p:spPr>
          <a:xfrm>
            <a:off x="3505300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15" type="subTitle"/>
          </p:nvPr>
        </p:nvSpPr>
        <p:spPr>
          <a:xfrm>
            <a:off x="6286375" y="3033384"/>
            <a:ext cx="2144400" cy="5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3982675" y="9915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subTitle"/>
          </p:nvPr>
        </p:nvSpPr>
        <p:spPr>
          <a:xfrm>
            <a:off x="3982675" y="179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/>
        </p:nvSpPr>
        <p:spPr>
          <a:xfrm>
            <a:off x="5745550" y="3377675"/>
            <a:ext cx="2685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CREDITS: This presentation template was created by</a:t>
            </a:r>
            <a:r>
              <a:rPr b="1" lang="en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" sz="1000" u="sng">
                <a:solidFill>
                  <a:schemeClr val="hlink"/>
                </a:solidFill>
                <a:latin typeface="Mulish"/>
                <a:ea typeface="Mulish"/>
                <a:cs typeface="Mulish"/>
                <a:sym typeface="Mulish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rPr>
              <a:t> </a:t>
            </a:r>
            <a:endParaRPr sz="1000" u="sng">
              <a:solidFill>
                <a:schemeClr val="dk1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3"/>
          <p:cNvGrpSpPr/>
          <p:nvPr/>
        </p:nvGrpSpPr>
        <p:grpSpPr>
          <a:xfrm>
            <a:off x="-67272" y="165288"/>
            <a:ext cx="8135622" cy="5045438"/>
            <a:chOff x="-67272" y="165288"/>
            <a:chExt cx="8135622" cy="5045438"/>
          </a:xfrm>
        </p:grpSpPr>
        <p:grpSp>
          <p:nvGrpSpPr>
            <p:cNvPr id="109" name="Google Shape;109;p23"/>
            <p:cNvGrpSpPr/>
            <p:nvPr/>
          </p:nvGrpSpPr>
          <p:grpSpPr>
            <a:xfrm>
              <a:off x="-67272" y="4073950"/>
              <a:ext cx="913949" cy="1136775"/>
              <a:chOff x="4919328" y="3607500"/>
              <a:chExt cx="913949" cy="1136775"/>
            </a:xfrm>
          </p:grpSpPr>
          <p:sp>
            <p:nvSpPr>
              <p:cNvPr id="110" name="Google Shape;110;p23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1" name="Google Shape;111;p23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12" name="Google Shape;112;p23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grpSp>
          <p:nvGrpSpPr>
            <p:cNvPr id="113" name="Google Shape;113;p23"/>
            <p:cNvGrpSpPr/>
            <p:nvPr/>
          </p:nvGrpSpPr>
          <p:grpSpPr>
            <a:xfrm>
              <a:off x="1075650" y="165288"/>
              <a:ext cx="6992700" cy="4812925"/>
              <a:chOff x="1075650" y="175550"/>
              <a:chExt cx="6992700" cy="4812925"/>
            </a:xfrm>
          </p:grpSpPr>
          <p:cxnSp>
            <p:nvCxnSpPr>
              <p:cNvPr id="114" name="Google Shape;114;p23"/>
              <p:cNvCxnSpPr/>
              <p:nvPr/>
            </p:nvCxnSpPr>
            <p:spPr>
              <a:xfrm>
                <a:off x="1075650" y="4988475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23"/>
              <p:cNvCxnSpPr/>
              <p:nvPr/>
            </p:nvCxnSpPr>
            <p:spPr>
              <a:xfrm>
                <a:off x="1075650" y="175550"/>
                <a:ext cx="69927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24"/>
          <p:cNvGrpSpPr/>
          <p:nvPr/>
        </p:nvGrpSpPr>
        <p:grpSpPr>
          <a:xfrm>
            <a:off x="64553" y="84575"/>
            <a:ext cx="9018549" cy="4998663"/>
            <a:chOff x="64553" y="84575"/>
            <a:chExt cx="9018549" cy="4998663"/>
          </a:xfrm>
        </p:grpSpPr>
        <p:grpSp>
          <p:nvGrpSpPr>
            <p:cNvPr id="118" name="Google Shape;118;p24"/>
            <p:cNvGrpSpPr/>
            <p:nvPr/>
          </p:nvGrpSpPr>
          <p:grpSpPr>
            <a:xfrm>
              <a:off x="8169153" y="84575"/>
              <a:ext cx="913949" cy="1136775"/>
              <a:chOff x="4919328" y="3607500"/>
              <a:chExt cx="913949" cy="1136775"/>
            </a:xfrm>
          </p:grpSpPr>
          <p:sp>
            <p:nvSpPr>
              <p:cNvPr id="119" name="Google Shape;119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  <p:cxnSp>
          <p:nvCxnSpPr>
            <p:cNvPr id="122" name="Google Shape;122;p24"/>
            <p:cNvCxnSpPr/>
            <p:nvPr/>
          </p:nvCxnSpPr>
          <p:spPr>
            <a:xfrm rot="-5400000">
              <a:off x="-1266212" y="248255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4"/>
            <p:cNvCxnSpPr/>
            <p:nvPr/>
          </p:nvCxnSpPr>
          <p:spPr>
            <a:xfrm rot="-5400000">
              <a:off x="7250038" y="2750002"/>
              <a:ext cx="3057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4" name="Google Shape;124;p24"/>
            <p:cNvGrpSpPr/>
            <p:nvPr/>
          </p:nvGrpSpPr>
          <p:grpSpPr>
            <a:xfrm>
              <a:off x="64553" y="3946463"/>
              <a:ext cx="913949" cy="1136775"/>
              <a:chOff x="4919328" y="3607500"/>
              <a:chExt cx="913949" cy="1136775"/>
            </a:xfrm>
          </p:grpSpPr>
          <p:sp>
            <p:nvSpPr>
              <p:cNvPr id="125" name="Google Shape;125;p24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swald"/>
              <a:buNone/>
              <a:defRPr sz="33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●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○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 Medium"/>
              <a:buChar char="■"/>
              <a:defRPr sz="1200">
                <a:solidFill>
                  <a:schemeClr val="dk1"/>
                </a:solidFill>
                <a:latin typeface="Mulish Medium"/>
                <a:ea typeface="Mulish Medium"/>
                <a:cs typeface="Mulish Medium"/>
                <a:sym typeface="Mulish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freepik.com/free-vector/flat-design-business-workshop-sale-banner-template_26560392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flat-design-business-workshop-poster-template_26560383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vector/flat-design-business-workshop-webinar-template_26560411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vector/flat-design-business-workshop-instagram-stories-template_26560416.htm/?utm_source=slidesgo_template&amp;utm_medium=referral-link&amp;utm_campaign=sg_resources&amp;utm_content=freepik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freepik.com/free-vector/flat-design-business-workshop-instagram-stories-template_26560416.htm/?utm_source=slidesgo_template&amp;utm_medium=referral-link&amp;utm_campaign=sg_resources&amp;utm_content=freepik" TargetMode="External"/><Relationship Id="rId4" Type="http://schemas.openxmlformats.org/officeDocument/2006/relationships/hyperlink" Target="https://www.flaticon.com/packs/business-management-102?word=business%20plan/?utm_source=slidesgo_template&amp;utm_medium=referral-link&amp;utm_campaign=sg_resources&amp;utm_content=flaticon" TargetMode="External"/><Relationship Id="rId5" Type="http://schemas.openxmlformats.org/officeDocument/2006/relationships/hyperlink" Target="https://www.freepik.com/free-photo/portrait-young-woman-working-her-laptop-startup-company_18843819.htm/?utm_source=slidesgo_template&amp;utm_medium=referral-link&amp;utm_campaign=sg_resources&amp;utm_content=freepik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28"/>
          <p:cNvSpPr txBox="1"/>
          <p:nvPr>
            <p:ph type="ctrTitle"/>
          </p:nvPr>
        </p:nvSpPr>
        <p:spPr>
          <a:xfrm>
            <a:off x="713225" y="539725"/>
            <a:ext cx="4593000" cy="26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Scriptorium</a:t>
            </a:r>
            <a:endParaRPr b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9" name="Google Shape;139;p28"/>
          <p:cNvSpPr txBox="1"/>
          <p:nvPr>
            <p:ph idx="1" type="subTitle"/>
          </p:nvPr>
        </p:nvSpPr>
        <p:spPr>
          <a:xfrm>
            <a:off x="713225" y="3397550"/>
            <a:ext cx="2739300" cy="111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The knowledge packaging and deployment layer for portable AI skills</a:t>
            </a:r>
            <a:endParaRPr/>
          </a:p>
        </p:txBody>
      </p:sp>
      <p:cxnSp>
        <p:nvCxnSpPr>
          <p:cNvPr id="140" name="Google Shape;140;p28"/>
          <p:cNvCxnSpPr/>
          <p:nvPr/>
        </p:nvCxnSpPr>
        <p:spPr>
          <a:xfrm>
            <a:off x="5566150" y="4604000"/>
            <a:ext cx="388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1" name="Google Shape;141;p28"/>
          <p:cNvGrpSpPr/>
          <p:nvPr/>
        </p:nvGrpSpPr>
        <p:grpSpPr>
          <a:xfrm>
            <a:off x="4919328" y="539730"/>
            <a:ext cx="3706541" cy="4204545"/>
            <a:chOff x="4919328" y="539730"/>
            <a:chExt cx="3706541" cy="4204545"/>
          </a:xfrm>
        </p:grpSpPr>
        <p:grpSp>
          <p:nvGrpSpPr>
            <p:cNvPr id="142" name="Google Shape;142;p28"/>
            <p:cNvGrpSpPr/>
            <p:nvPr/>
          </p:nvGrpSpPr>
          <p:grpSpPr>
            <a:xfrm>
              <a:off x="5331183" y="539730"/>
              <a:ext cx="3294686" cy="4111604"/>
              <a:chOff x="5331183" y="539730"/>
              <a:chExt cx="3294686" cy="4111604"/>
            </a:xfrm>
          </p:grpSpPr>
          <p:grpSp>
            <p:nvGrpSpPr>
              <p:cNvPr id="143" name="Google Shape;143;p28"/>
              <p:cNvGrpSpPr/>
              <p:nvPr/>
            </p:nvGrpSpPr>
            <p:grpSpPr>
              <a:xfrm>
                <a:off x="5331183" y="539730"/>
                <a:ext cx="1481008" cy="1481008"/>
                <a:chOff x="4970858" y="1075930"/>
                <a:chExt cx="1481008" cy="1481008"/>
              </a:xfrm>
            </p:grpSpPr>
            <p:sp>
              <p:nvSpPr>
                <p:cNvPr id="144" name="Google Shape;144;p28"/>
                <p:cNvSpPr/>
                <p:nvPr/>
              </p:nvSpPr>
              <p:spPr>
                <a:xfrm flipH="1">
                  <a:off x="5062385" y="1167457"/>
                  <a:ext cx="1298674" cy="1298674"/>
                </a:xfrm>
                <a:custGeom>
                  <a:rect b="b" l="l" r="r" t="t"/>
                  <a:pathLst>
                    <a:path extrusionOk="0" h="1802" w="1802">
                      <a:moveTo>
                        <a:pt x="1539" y="263"/>
                      </a:moveTo>
                      <a:cubicBezTo>
                        <a:pt x="1651" y="375"/>
                        <a:pt x="1731" y="514"/>
                        <a:pt x="1772" y="667"/>
                      </a:cubicBezTo>
                      <a:cubicBezTo>
                        <a:pt x="1813" y="820"/>
                        <a:pt x="1813" y="981"/>
                        <a:pt x="1772" y="1133"/>
                      </a:cubicBezTo>
                      <a:cubicBezTo>
                        <a:pt x="1731" y="1286"/>
                        <a:pt x="1651" y="1425"/>
                        <a:pt x="1539" y="1537"/>
                      </a:cubicBezTo>
                      <a:cubicBezTo>
                        <a:pt x="1427" y="1649"/>
                        <a:pt x="1288" y="1731"/>
                        <a:pt x="1135" y="1771"/>
                      </a:cubicBezTo>
                      <a:cubicBezTo>
                        <a:pt x="982" y="1812"/>
                        <a:pt x="821" y="1812"/>
                        <a:pt x="669" y="1771"/>
                      </a:cubicBezTo>
                      <a:cubicBezTo>
                        <a:pt x="516" y="1731"/>
                        <a:pt x="376" y="1649"/>
                        <a:pt x="265" y="1537"/>
                      </a:cubicBezTo>
                      <a:cubicBezTo>
                        <a:pt x="153" y="1425"/>
                        <a:pt x="72" y="1286"/>
                        <a:pt x="31" y="1133"/>
                      </a:cubicBezTo>
                      <a:cubicBezTo>
                        <a:pt x="-10" y="981"/>
                        <a:pt x="-10" y="820"/>
                        <a:pt x="31" y="667"/>
                      </a:cubicBezTo>
                      <a:cubicBezTo>
                        <a:pt x="72" y="514"/>
                        <a:pt x="153" y="375"/>
                        <a:pt x="265" y="263"/>
                      </a:cubicBezTo>
                      <a:cubicBezTo>
                        <a:pt x="376" y="151"/>
                        <a:pt x="516" y="71"/>
                        <a:pt x="669" y="30"/>
                      </a:cubicBezTo>
                      <a:cubicBezTo>
                        <a:pt x="821" y="-11"/>
                        <a:pt x="982" y="-11"/>
                        <a:pt x="1135" y="30"/>
                      </a:cubicBezTo>
                      <a:cubicBezTo>
                        <a:pt x="1288" y="71"/>
                        <a:pt x="1427" y="151"/>
                        <a:pt x="1539" y="26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28"/>
                <p:cNvSpPr/>
                <p:nvPr/>
              </p:nvSpPr>
              <p:spPr>
                <a:xfrm flipH="1">
                  <a:off x="5061664" y="1166737"/>
                  <a:ext cx="1298674" cy="649337"/>
                </a:xfrm>
                <a:custGeom>
                  <a:rect b="b" l="l" r="r" t="t"/>
                  <a:pathLst>
                    <a:path extrusionOk="0" h="901" w="1802">
                      <a:moveTo>
                        <a:pt x="1802" y="901"/>
                      </a:moveTo>
                      <a:cubicBezTo>
                        <a:pt x="1802" y="404"/>
                        <a:pt x="1398" y="0"/>
                        <a:pt x="901" y="0"/>
                      </a:cubicBezTo>
                      <a:cubicBezTo>
                        <a:pt x="403" y="0"/>
                        <a:pt x="0" y="404"/>
                        <a:pt x="0" y="901"/>
                      </a:cubicBezTo>
                      <a:lnTo>
                        <a:pt x="1802" y="90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28"/>
                <p:cNvSpPr/>
                <p:nvPr/>
              </p:nvSpPr>
              <p:spPr>
                <a:xfrm flipH="1">
                  <a:off x="4970858" y="1075930"/>
                  <a:ext cx="1481008" cy="1481008"/>
                </a:xfrm>
                <a:custGeom>
                  <a:rect b="b" l="l" r="r" t="t"/>
                  <a:pathLst>
                    <a:path extrusionOk="0" h="2055" w="2055">
                      <a:moveTo>
                        <a:pt x="1754" y="300"/>
                      </a:moveTo>
                      <a:cubicBezTo>
                        <a:pt x="1882" y="428"/>
                        <a:pt x="1973" y="587"/>
                        <a:pt x="2020" y="761"/>
                      </a:cubicBezTo>
                      <a:cubicBezTo>
                        <a:pt x="2066" y="935"/>
                        <a:pt x="2066" y="1119"/>
                        <a:pt x="2020" y="1293"/>
                      </a:cubicBezTo>
                      <a:cubicBezTo>
                        <a:pt x="1973" y="1467"/>
                        <a:pt x="1881" y="1627"/>
                        <a:pt x="1754" y="1754"/>
                      </a:cubicBezTo>
                      <a:cubicBezTo>
                        <a:pt x="1626" y="1882"/>
                        <a:pt x="1468" y="1974"/>
                        <a:pt x="1294" y="2020"/>
                      </a:cubicBezTo>
                      <a:cubicBezTo>
                        <a:pt x="1119" y="2067"/>
                        <a:pt x="936" y="2067"/>
                        <a:pt x="762" y="2020"/>
                      </a:cubicBezTo>
                      <a:cubicBezTo>
                        <a:pt x="588" y="1974"/>
                        <a:pt x="428" y="1882"/>
                        <a:pt x="301" y="1754"/>
                      </a:cubicBezTo>
                      <a:cubicBezTo>
                        <a:pt x="173" y="1627"/>
                        <a:pt x="82" y="1467"/>
                        <a:pt x="35" y="1293"/>
                      </a:cubicBezTo>
                      <a:cubicBezTo>
                        <a:pt x="-12" y="1119"/>
                        <a:pt x="-12" y="935"/>
                        <a:pt x="35" y="761"/>
                      </a:cubicBezTo>
                      <a:cubicBezTo>
                        <a:pt x="82" y="587"/>
                        <a:pt x="173" y="428"/>
                        <a:pt x="301" y="300"/>
                      </a:cubicBezTo>
                      <a:cubicBezTo>
                        <a:pt x="428" y="173"/>
                        <a:pt x="588" y="82"/>
                        <a:pt x="762" y="35"/>
                      </a:cubicBezTo>
                      <a:cubicBezTo>
                        <a:pt x="936" y="-11"/>
                        <a:pt x="1119" y="-12"/>
                        <a:pt x="1294" y="35"/>
                      </a:cubicBezTo>
                      <a:cubicBezTo>
                        <a:pt x="1468" y="81"/>
                        <a:pt x="1627" y="173"/>
                        <a:pt x="1754" y="300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5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1" anchor="ctr" bIns="45350" lIns="90350" spcFirstLastPara="1" rIns="90350" wrap="square" tIns="4535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7" name="Google Shape;147;p28"/>
                <p:cNvSpPr/>
                <p:nvPr/>
              </p:nvSpPr>
              <p:spPr>
                <a:xfrm flipH="1">
                  <a:off x="5711002" y="1166737"/>
                  <a:ext cx="649336" cy="649336"/>
                </a:xfrm>
                <a:custGeom>
                  <a:rect b="b" l="l" r="r" t="t"/>
                  <a:pathLst>
                    <a:path extrusionOk="0" h="901" w="901">
                      <a:moveTo>
                        <a:pt x="886" y="901"/>
                      </a:moveTo>
                      <a:lnTo>
                        <a:pt x="0" y="901"/>
                      </a:lnTo>
                      <a:cubicBezTo>
                        <a:pt x="0" y="404"/>
                        <a:pt x="403" y="0"/>
                        <a:pt x="901" y="0"/>
                      </a:cubicBezTo>
                      <a:lnTo>
                        <a:pt x="886" y="90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8" name="Google Shape;148;p28"/>
              <p:cNvSpPr/>
              <p:nvPr/>
            </p:nvSpPr>
            <p:spPr>
              <a:xfrm flipH="1">
                <a:off x="6960669" y="4321170"/>
                <a:ext cx="152064" cy="214043"/>
              </a:xfrm>
              <a:custGeom>
                <a:rect b="b" l="l" r="r" t="t"/>
                <a:pathLst>
                  <a:path extrusionOk="0" h="297" w="211">
                    <a:moveTo>
                      <a:pt x="0" y="6"/>
                    </a:moveTo>
                    <a:lnTo>
                      <a:pt x="28" y="204"/>
                    </a:lnTo>
                    <a:cubicBezTo>
                      <a:pt x="28" y="204"/>
                      <a:pt x="73" y="336"/>
                      <a:pt x="115" y="285"/>
                    </a:cubicBezTo>
                    <a:cubicBezTo>
                      <a:pt x="156" y="234"/>
                      <a:pt x="198" y="207"/>
                      <a:pt x="198" y="207"/>
                    </a:cubicBezTo>
                    <a:lnTo>
                      <a:pt x="2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/>
              <p:nvPr/>
            </p:nvSpPr>
            <p:spPr>
              <a:xfrm flipH="1">
                <a:off x="7591267" y="4313964"/>
                <a:ext cx="128282" cy="172243"/>
              </a:xfrm>
              <a:custGeom>
                <a:rect b="b" l="l" r="r" t="t"/>
                <a:pathLst>
                  <a:path extrusionOk="0" h="239" w="178">
                    <a:moveTo>
                      <a:pt x="178" y="0"/>
                    </a:moveTo>
                    <a:lnTo>
                      <a:pt x="116" y="199"/>
                    </a:lnTo>
                    <a:cubicBezTo>
                      <a:pt x="116" y="199"/>
                      <a:pt x="69" y="240"/>
                      <a:pt x="52" y="239"/>
                    </a:cubicBezTo>
                    <a:cubicBezTo>
                      <a:pt x="21" y="237"/>
                      <a:pt x="5" y="184"/>
                      <a:pt x="5" y="184"/>
                    </a:cubicBezTo>
                    <a:lnTo>
                      <a:pt x="0" y="0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8"/>
              <p:cNvSpPr/>
              <p:nvPr/>
            </p:nvSpPr>
            <p:spPr>
              <a:xfrm rot="701890">
                <a:off x="6808008" y="4403734"/>
                <a:ext cx="303700" cy="219088"/>
              </a:xfrm>
              <a:custGeom>
                <a:rect b="b" l="l" r="r" t="t"/>
                <a:pathLst>
                  <a:path extrusionOk="0" h="422" w="585">
                    <a:moveTo>
                      <a:pt x="295" y="76"/>
                    </a:moveTo>
                    <a:lnTo>
                      <a:pt x="520" y="0"/>
                    </a:lnTo>
                    <a:lnTo>
                      <a:pt x="584" y="301"/>
                    </a:lnTo>
                    <a:lnTo>
                      <a:pt x="584" y="301"/>
                    </a:lnTo>
                    <a:cubicBezTo>
                      <a:pt x="585" y="303"/>
                      <a:pt x="585" y="306"/>
                      <a:pt x="585" y="308"/>
                    </a:cubicBezTo>
                    <a:cubicBezTo>
                      <a:pt x="585" y="314"/>
                      <a:pt x="583" y="320"/>
                      <a:pt x="580" y="325"/>
                    </a:cubicBezTo>
                    <a:cubicBezTo>
                      <a:pt x="577" y="330"/>
                      <a:pt x="573" y="335"/>
                      <a:pt x="568" y="338"/>
                    </a:cubicBezTo>
                    <a:cubicBezTo>
                      <a:pt x="563" y="341"/>
                      <a:pt x="557" y="342"/>
                      <a:pt x="551" y="342"/>
                    </a:cubicBezTo>
                    <a:cubicBezTo>
                      <a:pt x="550" y="342"/>
                      <a:pt x="549" y="342"/>
                      <a:pt x="549" y="342"/>
                    </a:cubicBezTo>
                    <a:lnTo>
                      <a:pt x="549" y="342"/>
                    </a:lnTo>
                    <a:lnTo>
                      <a:pt x="549" y="342"/>
                    </a:lnTo>
                    <a:cubicBezTo>
                      <a:pt x="543" y="342"/>
                      <a:pt x="538" y="340"/>
                      <a:pt x="534" y="338"/>
                    </a:cubicBezTo>
                    <a:cubicBezTo>
                      <a:pt x="529" y="335"/>
                      <a:pt x="524" y="330"/>
                      <a:pt x="521" y="325"/>
                    </a:cubicBezTo>
                    <a:cubicBezTo>
                      <a:pt x="520" y="323"/>
                      <a:pt x="519" y="321"/>
                      <a:pt x="518" y="318"/>
                    </a:cubicBezTo>
                    <a:lnTo>
                      <a:pt x="494" y="239"/>
                    </a:lnTo>
                    <a:lnTo>
                      <a:pt x="480" y="291"/>
                    </a:lnTo>
                    <a:lnTo>
                      <a:pt x="480" y="291"/>
                    </a:lnTo>
                    <a:cubicBezTo>
                      <a:pt x="478" y="300"/>
                      <a:pt x="475" y="308"/>
                      <a:pt x="470" y="316"/>
                    </a:cubicBezTo>
                    <a:cubicBezTo>
                      <a:pt x="462" y="331"/>
                      <a:pt x="449" y="343"/>
                      <a:pt x="434" y="352"/>
                    </a:cubicBezTo>
                    <a:cubicBezTo>
                      <a:pt x="424" y="358"/>
                      <a:pt x="413" y="362"/>
                      <a:pt x="402" y="364"/>
                    </a:cubicBezTo>
                    <a:lnTo>
                      <a:pt x="65" y="421"/>
                    </a:lnTo>
                    <a:cubicBezTo>
                      <a:pt x="9" y="432"/>
                      <a:pt x="-24" y="362"/>
                      <a:pt x="20" y="326"/>
                    </a:cubicBezTo>
                    <a:lnTo>
                      <a:pt x="295" y="7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8"/>
              <p:cNvSpPr/>
              <p:nvPr/>
            </p:nvSpPr>
            <p:spPr>
              <a:xfrm>
                <a:off x="7500132" y="4417787"/>
                <a:ext cx="227756" cy="139592"/>
              </a:xfrm>
              <a:custGeom>
                <a:rect b="b" l="l" r="r" t="t"/>
                <a:pathLst>
                  <a:path extrusionOk="0" h="361" w="589">
                    <a:moveTo>
                      <a:pt x="290" y="53"/>
                    </a:moveTo>
                    <a:lnTo>
                      <a:pt x="589" y="0"/>
                    </a:lnTo>
                    <a:lnTo>
                      <a:pt x="588" y="276"/>
                    </a:lnTo>
                    <a:lnTo>
                      <a:pt x="588" y="276"/>
                    </a:lnTo>
                    <a:cubicBezTo>
                      <a:pt x="588" y="277"/>
                      <a:pt x="588" y="279"/>
                      <a:pt x="588" y="281"/>
                    </a:cubicBezTo>
                    <a:cubicBezTo>
                      <a:pt x="588" y="287"/>
                      <a:pt x="587" y="293"/>
                      <a:pt x="584" y="298"/>
                    </a:cubicBezTo>
                    <a:cubicBezTo>
                      <a:pt x="581" y="304"/>
                      <a:pt x="576" y="307"/>
                      <a:pt x="571" y="310"/>
                    </a:cubicBezTo>
                    <a:cubicBezTo>
                      <a:pt x="566" y="313"/>
                      <a:pt x="560" y="315"/>
                      <a:pt x="554" y="315"/>
                    </a:cubicBezTo>
                    <a:cubicBezTo>
                      <a:pt x="553" y="315"/>
                      <a:pt x="551" y="315"/>
                      <a:pt x="550" y="314"/>
                    </a:cubicBezTo>
                    <a:lnTo>
                      <a:pt x="550" y="314"/>
                    </a:lnTo>
                    <a:lnTo>
                      <a:pt x="550" y="314"/>
                    </a:lnTo>
                    <a:cubicBezTo>
                      <a:pt x="545" y="314"/>
                      <a:pt x="541" y="312"/>
                      <a:pt x="537" y="310"/>
                    </a:cubicBezTo>
                    <a:cubicBezTo>
                      <a:pt x="532" y="307"/>
                      <a:pt x="529" y="303"/>
                      <a:pt x="525" y="298"/>
                    </a:cubicBezTo>
                    <a:cubicBezTo>
                      <a:pt x="524" y="295"/>
                      <a:pt x="522" y="292"/>
                      <a:pt x="521" y="288"/>
                    </a:cubicBezTo>
                    <a:lnTo>
                      <a:pt x="502" y="208"/>
                    </a:lnTo>
                    <a:lnTo>
                      <a:pt x="485" y="259"/>
                    </a:lnTo>
                    <a:lnTo>
                      <a:pt x="485" y="259"/>
                    </a:lnTo>
                    <a:cubicBezTo>
                      <a:pt x="483" y="265"/>
                      <a:pt x="481" y="271"/>
                      <a:pt x="477" y="277"/>
                    </a:cubicBezTo>
                    <a:cubicBezTo>
                      <a:pt x="469" y="292"/>
                      <a:pt x="457" y="304"/>
                      <a:pt x="441" y="313"/>
                    </a:cubicBezTo>
                    <a:cubicBezTo>
                      <a:pt x="430" y="320"/>
                      <a:pt x="415" y="324"/>
                      <a:pt x="401" y="326"/>
                    </a:cubicBezTo>
                    <a:lnTo>
                      <a:pt x="63" y="360"/>
                    </a:lnTo>
                    <a:cubicBezTo>
                      <a:pt x="6" y="367"/>
                      <a:pt x="-22" y="294"/>
                      <a:pt x="24" y="262"/>
                    </a:cubicBezTo>
                    <a:lnTo>
                      <a:pt x="290" y="5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 flipH="1">
                <a:off x="7529707" y="637034"/>
                <a:ext cx="1096162" cy="753837"/>
              </a:xfrm>
              <a:custGeom>
                <a:rect b="b" l="l" r="r" t="t"/>
                <a:pathLst>
                  <a:path extrusionOk="0" h="1046" w="1521">
                    <a:moveTo>
                      <a:pt x="761" y="1046"/>
                    </a:moveTo>
                    <a:lnTo>
                      <a:pt x="1467" y="1046"/>
                    </a:lnTo>
                    <a:cubicBezTo>
                      <a:pt x="1497" y="1046"/>
                      <a:pt x="1521" y="1022"/>
                      <a:pt x="1521" y="992"/>
                    </a:cubicBezTo>
                    <a:lnTo>
                      <a:pt x="1521" y="54"/>
                    </a:lnTo>
                    <a:cubicBezTo>
                      <a:pt x="1521" y="24"/>
                      <a:pt x="1497" y="0"/>
                      <a:pt x="1467" y="0"/>
                    </a:cubicBezTo>
                    <a:lnTo>
                      <a:pt x="55" y="0"/>
                    </a:lnTo>
                    <a:cubicBezTo>
                      <a:pt x="25" y="0"/>
                      <a:pt x="0" y="24"/>
                      <a:pt x="0" y="54"/>
                    </a:cubicBezTo>
                    <a:lnTo>
                      <a:pt x="0" y="992"/>
                    </a:lnTo>
                    <a:cubicBezTo>
                      <a:pt x="0" y="1022"/>
                      <a:pt x="25" y="1046"/>
                      <a:pt x="55" y="1046"/>
                    </a:cubicBezTo>
                    <a:lnTo>
                      <a:pt x="761" y="10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8"/>
              <p:cNvSpPr/>
              <p:nvPr/>
            </p:nvSpPr>
            <p:spPr>
              <a:xfrm flipH="1">
                <a:off x="8163189" y="972873"/>
                <a:ext cx="191702" cy="25224"/>
              </a:xfrm>
              <a:custGeom>
                <a:rect b="b" l="l" r="r" t="t"/>
                <a:pathLst>
                  <a:path extrusionOk="0" h="35" w="266">
                    <a:moveTo>
                      <a:pt x="0" y="0"/>
                    </a:moveTo>
                    <a:lnTo>
                      <a:pt x="266" y="0"/>
                    </a:lnTo>
                    <a:lnTo>
                      <a:pt x="26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8"/>
              <p:cNvSpPr/>
              <p:nvPr/>
            </p:nvSpPr>
            <p:spPr>
              <a:xfrm flipH="1">
                <a:off x="7918156" y="905849"/>
                <a:ext cx="436735" cy="25224"/>
              </a:xfrm>
              <a:custGeom>
                <a:rect b="b" l="l" r="r" t="t"/>
                <a:pathLst>
                  <a:path extrusionOk="0" h="35" w="606">
                    <a:moveTo>
                      <a:pt x="0" y="0"/>
                    </a:moveTo>
                    <a:lnTo>
                      <a:pt x="606" y="0"/>
                    </a:lnTo>
                    <a:lnTo>
                      <a:pt x="606" y="35"/>
                    </a:lnTo>
                    <a:lnTo>
                      <a:pt x="0" y="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8"/>
              <p:cNvSpPr/>
              <p:nvPr/>
            </p:nvSpPr>
            <p:spPr>
              <a:xfrm flipH="1">
                <a:off x="6974362" y="2791158"/>
                <a:ext cx="1456502" cy="965717"/>
              </a:xfrm>
              <a:custGeom>
                <a:rect b="b" l="l" r="r" t="t"/>
                <a:pathLst>
                  <a:path extrusionOk="0" h="1340" w="2021">
                    <a:moveTo>
                      <a:pt x="18" y="0"/>
                    </a:moveTo>
                    <a:lnTo>
                      <a:pt x="2004" y="0"/>
                    </a:lnTo>
                    <a:lnTo>
                      <a:pt x="2004" y="0"/>
                    </a:lnTo>
                    <a:cubicBezTo>
                      <a:pt x="2007" y="0"/>
                      <a:pt x="2010" y="1"/>
                      <a:pt x="2013" y="2"/>
                    </a:cubicBezTo>
                    <a:cubicBezTo>
                      <a:pt x="2015" y="4"/>
                      <a:pt x="2017" y="7"/>
                      <a:pt x="2019" y="9"/>
                    </a:cubicBezTo>
                    <a:cubicBezTo>
                      <a:pt x="2020" y="12"/>
                      <a:pt x="2021" y="14"/>
                      <a:pt x="2021" y="17"/>
                    </a:cubicBezTo>
                    <a:lnTo>
                      <a:pt x="2021" y="17"/>
                    </a:lnTo>
                    <a:lnTo>
                      <a:pt x="2021" y="1340"/>
                    </a:lnTo>
                    <a:lnTo>
                      <a:pt x="0" y="1340"/>
                    </a:lnTo>
                    <a:lnTo>
                      <a:pt x="0" y="17"/>
                    </a:lnTo>
                    <a:lnTo>
                      <a:pt x="0" y="17"/>
                    </a:lnTo>
                    <a:cubicBezTo>
                      <a:pt x="0" y="14"/>
                      <a:pt x="1" y="11"/>
                      <a:pt x="2" y="9"/>
                    </a:cubicBezTo>
                    <a:cubicBezTo>
                      <a:pt x="4" y="6"/>
                      <a:pt x="6" y="4"/>
                      <a:pt x="9" y="2"/>
                    </a:cubicBezTo>
                    <a:cubicBezTo>
                      <a:pt x="12" y="1"/>
                      <a:pt x="14" y="0"/>
                      <a:pt x="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8"/>
              <p:cNvSpPr/>
              <p:nvPr/>
            </p:nvSpPr>
            <p:spPr>
              <a:xfrm rot="10800000">
                <a:off x="6974362" y="2904306"/>
                <a:ext cx="1456502" cy="0"/>
              </a:xfrm>
              <a:custGeom>
                <a:rect b="b" l="l" r="r" t="t"/>
                <a:pathLst>
                  <a:path extrusionOk="0" fill="none" h="120000" w="2021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0"/>
                    </a:lnTo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0" lIns="90350" spcFirstLastPara="1" rIns="9035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8"/>
              <p:cNvSpPr/>
              <p:nvPr/>
            </p:nvSpPr>
            <p:spPr>
              <a:xfrm flipH="1">
                <a:off x="829465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8" y="3"/>
                      <a:pt x="21" y="6"/>
                    </a:cubicBezTo>
                    <a:cubicBezTo>
                      <a:pt x="14" y="10"/>
                      <a:pt x="8" y="15"/>
                      <a:pt x="5" y="21"/>
                    </a:cubicBezTo>
                    <a:cubicBezTo>
                      <a:pt x="1" y="27"/>
                      <a:pt x="0" y="35"/>
                      <a:pt x="0" y="42"/>
                    </a:cubicBezTo>
                    <a:cubicBezTo>
                      <a:pt x="0" y="49"/>
                      <a:pt x="1" y="57"/>
                      <a:pt x="5" y="63"/>
                    </a:cubicBezTo>
                    <a:cubicBezTo>
                      <a:pt x="8" y="69"/>
                      <a:pt x="14" y="75"/>
                      <a:pt x="21" y="78"/>
                    </a:cubicBezTo>
                    <a:cubicBezTo>
                      <a:pt x="28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8"/>
              <p:cNvSpPr/>
              <p:nvPr/>
            </p:nvSpPr>
            <p:spPr>
              <a:xfrm flipH="1">
                <a:off x="8184390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9" y="21"/>
                    </a:cubicBezTo>
                    <a:cubicBezTo>
                      <a:pt x="75" y="15"/>
                      <a:pt x="70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4" y="10"/>
                      <a:pt x="10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10" y="69"/>
                      <a:pt x="14" y="75"/>
                      <a:pt x="21" y="78"/>
                    </a:cubicBezTo>
                    <a:cubicBezTo>
                      <a:pt x="27" y="82"/>
                      <a:pt x="35" y="84"/>
                      <a:pt x="42" y="84"/>
                    </a:cubicBezTo>
                    <a:lnTo>
                      <a:pt x="42" y="84"/>
                    </a:lnTo>
                    <a:cubicBezTo>
                      <a:pt x="50" y="84"/>
                      <a:pt x="56" y="82"/>
                      <a:pt x="63" y="78"/>
                    </a:cubicBezTo>
                    <a:cubicBezTo>
                      <a:pt x="70" y="75"/>
                      <a:pt x="75" y="69"/>
                      <a:pt x="79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8"/>
              <p:cNvSpPr/>
              <p:nvPr/>
            </p:nvSpPr>
            <p:spPr>
              <a:xfrm flipH="1">
                <a:off x="8073405" y="2818544"/>
                <a:ext cx="60537" cy="60537"/>
              </a:xfrm>
              <a:custGeom>
                <a:rect b="b" l="l" r="r" t="t"/>
                <a:pathLst>
                  <a:path extrusionOk="0" h="84" w="84">
                    <a:moveTo>
                      <a:pt x="84" y="42"/>
                    </a:moveTo>
                    <a:lnTo>
                      <a:pt x="84" y="42"/>
                    </a:lnTo>
                    <a:lnTo>
                      <a:pt x="84" y="42"/>
                    </a:lnTo>
                    <a:cubicBezTo>
                      <a:pt x="84" y="35"/>
                      <a:pt x="82" y="27"/>
                      <a:pt x="78" y="21"/>
                    </a:cubicBezTo>
                    <a:cubicBezTo>
                      <a:pt x="74" y="15"/>
                      <a:pt x="69" y="10"/>
                      <a:pt x="63" y="6"/>
                    </a:cubicBezTo>
                    <a:cubicBezTo>
                      <a:pt x="56" y="3"/>
                      <a:pt x="49" y="0"/>
                      <a:pt x="42" y="0"/>
                    </a:cubicBezTo>
                    <a:cubicBezTo>
                      <a:pt x="34" y="0"/>
                      <a:pt x="27" y="3"/>
                      <a:pt x="21" y="6"/>
                    </a:cubicBezTo>
                    <a:cubicBezTo>
                      <a:pt x="15" y="10"/>
                      <a:pt x="9" y="15"/>
                      <a:pt x="6" y="21"/>
                    </a:cubicBezTo>
                    <a:cubicBezTo>
                      <a:pt x="2" y="27"/>
                      <a:pt x="0" y="35"/>
                      <a:pt x="0" y="42"/>
                    </a:cubicBezTo>
                    <a:cubicBezTo>
                      <a:pt x="0" y="49"/>
                      <a:pt x="2" y="57"/>
                      <a:pt x="6" y="63"/>
                    </a:cubicBezTo>
                    <a:cubicBezTo>
                      <a:pt x="9" y="69"/>
                      <a:pt x="15" y="75"/>
                      <a:pt x="21" y="78"/>
                    </a:cubicBezTo>
                    <a:cubicBezTo>
                      <a:pt x="27" y="82"/>
                      <a:pt x="34" y="84"/>
                      <a:pt x="42" y="84"/>
                    </a:cubicBezTo>
                    <a:lnTo>
                      <a:pt x="42" y="84"/>
                    </a:lnTo>
                    <a:cubicBezTo>
                      <a:pt x="49" y="84"/>
                      <a:pt x="56" y="82"/>
                      <a:pt x="63" y="78"/>
                    </a:cubicBezTo>
                    <a:cubicBezTo>
                      <a:pt x="69" y="75"/>
                      <a:pt x="74" y="69"/>
                      <a:pt x="78" y="63"/>
                    </a:cubicBezTo>
                    <a:cubicBezTo>
                      <a:pt x="82" y="57"/>
                      <a:pt x="84" y="49"/>
                      <a:pt x="84" y="4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8"/>
              <p:cNvSpPr/>
              <p:nvPr/>
            </p:nvSpPr>
            <p:spPr>
              <a:xfrm flipH="1">
                <a:off x="7279932" y="3112583"/>
                <a:ext cx="139813" cy="18017"/>
              </a:xfrm>
              <a:custGeom>
                <a:rect b="b" l="l" r="r" t="t"/>
                <a:pathLst>
                  <a:path extrusionOk="0" h="25" w="194">
                    <a:moveTo>
                      <a:pt x="0" y="0"/>
                    </a:moveTo>
                    <a:lnTo>
                      <a:pt x="194" y="0"/>
                    </a:lnTo>
                    <a:lnTo>
                      <a:pt x="194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8"/>
              <p:cNvSpPr/>
              <p:nvPr/>
            </p:nvSpPr>
            <p:spPr>
              <a:xfrm flipH="1">
                <a:off x="7100481" y="3160869"/>
                <a:ext cx="319263" cy="18738"/>
              </a:xfrm>
              <a:custGeom>
                <a:rect b="b" l="l" r="r" t="t"/>
                <a:pathLst>
                  <a:path extrusionOk="0" h="26" w="443">
                    <a:moveTo>
                      <a:pt x="0" y="0"/>
                    </a:moveTo>
                    <a:lnTo>
                      <a:pt x="443" y="0"/>
                    </a:lnTo>
                    <a:lnTo>
                      <a:pt x="443" y="26"/>
                    </a:lnTo>
                    <a:lnTo>
                      <a:pt x="0" y="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8"/>
              <p:cNvSpPr/>
              <p:nvPr/>
            </p:nvSpPr>
            <p:spPr>
              <a:xfrm flipH="1">
                <a:off x="7032016" y="3044839"/>
                <a:ext cx="439617" cy="228457"/>
              </a:xfrm>
              <a:custGeom>
                <a:rect b="b" l="l" r="r" t="t"/>
                <a:pathLst>
                  <a:path extrusionOk="0" h="317" w="610">
                    <a:moveTo>
                      <a:pt x="0" y="0"/>
                    </a:moveTo>
                    <a:lnTo>
                      <a:pt x="610" y="0"/>
                    </a:lnTo>
                    <a:lnTo>
                      <a:pt x="610" y="317"/>
                    </a:lnTo>
                    <a:lnTo>
                      <a:pt x="0" y="317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8"/>
              <p:cNvSpPr/>
              <p:nvPr/>
            </p:nvSpPr>
            <p:spPr>
              <a:xfrm flipH="1">
                <a:off x="7197053" y="3511842"/>
                <a:ext cx="140533" cy="18017"/>
              </a:xfrm>
              <a:custGeom>
                <a:rect b="b" l="l" r="r" t="t"/>
                <a:pathLst>
                  <a:path extrusionOk="0" h="25" w="195">
                    <a:moveTo>
                      <a:pt x="0" y="0"/>
                    </a:moveTo>
                    <a:lnTo>
                      <a:pt x="195" y="0"/>
                    </a:lnTo>
                    <a:lnTo>
                      <a:pt x="195" y="25"/>
                    </a:lnTo>
                    <a:lnTo>
                      <a:pt x="0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8"/>
              <p:cNvSpPr/>
              <p:nvPr/>
            </p:nvSpPr>
            <p:spPr>
              <a:xfrm flipH="1">
                <a:off x="7379386" y="3490942"/>
                <a:ext cx="63420" cy="64141"/>
              </a:xfrm>
              <a:custGeom>
                <a:rect b="b" l="l" r="r" t="t"/>
                <a:pathLst>
                  <a:path extrusionOk="0" h="89" w="88">
                    <a:moveTo>
                      <a:pt x="88" y="45"/>
                    </a:moveTo>
                    <a:lnTo>
                      <a:pt x="88" y="45"/>
                    </a:lnTo>
                    <a:lnTo>
                      <a:pt x="88" y="45"/>
                    </a:lnTo>
                    <a:cubicBezTo>
                      <a:pt x="88" y="37"/>
                      <a:pt x="86" y="30"/>
                      <a:pt x="82" y="23"/>
                    </a:cubicBezTo>
                    <a:cubicBezTo>
                      <a:pt x="78" y="17"/>
                      <a:pt x="73" y="10"/>
                      <a:pt x="66" y="6"/>
                    </a:cubicBezTo>
                    <a:cubicBezTo>
                      <a:pt x="59" y="3"/>
                      <a:pt x="52" y="0"/>
                      <a:pt x="44" y="0"/>
                    </a:cubicBezTo>
                    <a:cubicBezTo>
                      <a:pt x="36" y="0"/>
                      <a:pt x="29" y="3"/>
                      <a:pt x="22" y="6"/>
                    </a:cubicBezTo>
                    <a:cubicBezTo>
                      <a:pt x="15" y="10"/>
                      <a:pt x="10" y="17"/>
                      <a:pt x="6" y="23"/>
                    </a:cubicBezTo>
                    <a:cubicBezTo>
                      <a:pt x="2" y="30"/>
                      <a:pt x="0" y="38"/>
                      <a:pt x="0" y="45"/>
                    </a:cubicBezTo>
                    <a:cubicBezTo>
                      <a:pt x="0" y="53"/>
                      <a:pt x="2" y="60"/>
                      <a:pt x="6" y="67"/>
                    </a:cubicBezTo>
                    <a:cubicBezTo>
                      <a:pt x="10" y="74"/>
                      <a:pt x="15" y="79"/>
                      <a:pt x="22" y="83"/>
                    </a:cubicBezTo>
                    <a:cubicBezTo>
                      <a:pt x="29" y="87"/>
                      <a:pt x="36" y="89"/>
                      <a:pt x="44" y="89"/>
                    </a:cubicBezTo>
                    <a:lnTo>
                      <a:pt x="44" y="89"/>
                    </a:lnTo>
                    <a:lnTo>
                      <a:pt x="44" y="89"/>
                    </a:lnTo>
                    <a:cubicBezTo>
                      <a:pt x="52" y="89"/>
                      <a:pt x="59" y="87"/>
                      <a:pt x="66" y="83"/>
                    </a:cubicBezTo>
                    <a:cubicBezTo>
                      <a:pt x="73" y="79"/>
                      <a:pt x="78" y="74"/>
                      <a:pt x="82" y="67"/>
                    </a:cubicBezTo>
                    <a:cubicBezTo>
                      <a:pt x="86" y="60"/>
                      <a:pt x="88" y="52"/>
                      <a:pt x="88" y="45"/>
                    </a:cubicBezTo>
                    <a:close/>
                  </a:path>
                </a:pathLst>
              </a:custGeom>
              <a:solidFill>
                <a:srgbClr val="0E77B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8"/>
              <p:cNvSpPr/>
              <p:nvPr/>
            </p:nvSpPr>
            <p:spPr>
              <a:xfrm flipH="1">
                <a:off x="7256568" y="1145837"/>
                <a:ext cx="820860" cy="1659017"/>
              </a:xfrm>
              <a:custGeom>
                <a:rect b="b" l="l" r="r" t="t"/>
                <a:pathLst>
                  <a:path extrusionOk="0" fill="none" h="2302" w="1139">
                    <a:moveTo>
                      <a:pt x="1139" y="0"/>
                    </a:moveTo>
                    <a:lnTo>
                      <a:pt x="270" y="0"/>
                    </a:lnTo>
                    <a:cubicBezTo>
                      <a:pt x="121" y="0"/>
                      <a:pt x="0" y="121"/>
                      <a:pt x="0" y="270"/>
                    </a:cubicBezTo>
                    <a:lnTo>
                      <a:pt x="0" y="2302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8"/>
              <p:cNvSpPr/>
              <p:nvPr/>
            </p:nvSpPr>
            <p:spPr>
              <a:xfrm flipH="1">
                <a:off x="6932261" y="1097551"/>
                <a:ext cx="324308" cy="96572"/>
              </a:xfrm>
              <a:custGeom>
                <a:rect b="b" l="l" r="r" t="t"/>
                <a:pathLst>
                  <a:path extrusionOk="0" h="134" w="450">
                    <a:moveTo>
                      <a:pt x="67" y="134"/>
                    </a:moveTo>
                    <a:lnTo>
                      <a:pt x="383" y="134"/>
                    </a:lnTo>
                    <a:lnTo>
                      <a:pt x="383" y="134"/>
                    </a:lnTo>
                    <a:lnTo>
                      <a:pt x="383" y="134"/>
                    </a:lnTo>
                    <a:cubicBezTo>
                      <a:pt x="395" y="134"/>
                      <a:pt x="407" y="131"/>
                      <a:pt x="417" y="125"/>
                    </a:cubicBezTo>
                    <a:cubicBezTo>
                      <a:pt x="427" y="119"/>
                      <a:pt x="435" y="111"/>
                      <a:pt x="441" y="100"/>
                    </a:cubicBezTo>
                    <a:cubicBezTo>
                      <a:pt x="447" y="90"/>
                      <a:pt x="450" y="79"/>
                      <a:pt x="450" y="67"/>
                    </a:cubicBezTo>
                    <a:lnTo>
                      <a:pt x="450" y="67"/>
                    </a:lnTo>
                    <a:lnTo>
                      <a:pt x="450" y="67"/>
                    </a:lnTo>
                    <a:lnTo>
                      <a:pt x="450" y="67"/>
                    </a:lnTo>
                    <a:cubicBezTo>
                      <a:pt x="450" y="55"/>
                      <a:pt x="447" y="44"/>
                      <a:pt x="441" y="33"/>
                    </a:cubicBezTo>
                    <a:cubicBezTo>
                      <a:pt x="435" y="23"/>
                      <a:pt x="427" y="15"/>
                      <a:pt x="417" y="9"/>
                    </a:cubicBezTo>
                    <a:cubicBezTo>
                      <a:pt x="407" y="3"/>
                      <a:pt x="395" y="0"/>
                      <a:pt x="383" y="0"/>
                    </a:cubicBezTo>
                    <a:lnTo>
                      <a:pt x="383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7" y="0"/>
                    </a:lnTo>
                    <a:cubicBezTo>
                      <a:pt x="55" y="0"/>
                      <a:pt x="44" y="3"/>
                      <a:pt x="34" y="9"/>
                    </a:cubicBezTo>
                    <a:cubicBezTo>
                      <a:pt x="24" y="15"/>
                      <a:pt x="15" y="23"/>
                      <a:pt x="9" y="33"/>
                    </a:cubicBezTo>
                    <a:cubicBezTo>
                      <a:pt x="3" y="44"/>
                      <a:pt x="0" y="55"/>
                      <a:pt x="0" y="67"/>
                    </a:cubicBez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lnTo>
                      <a:pt x="0" y="67"/>
                    </a:lnTo>
                    <a:cubicBezTo>
                      <a:pt x="0" y="79"/>
                      <a:pt x="3" y="90"/>
                      <a:pt x="9" y="100"/>
                    </a:cubicBezTo>
                    <a:cubicBezTo>
                      <a:pt x="15" y="111"/>
                      <a:pt x="24" y="119"/>
                      <a:pt x="34" y="125"/>
                    </a:cubicBezTo>
                    <a:cubicBezTo>
                      <a:pt x="44" y="131"/>
                      <a:pt x="55" y="134"/>
                      <a:pt x="67" y="1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3225" lIns="90000" spcFirstLastPara="1" rIns="90000" wrap="square" tIns="32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8"/>
              <p:cNvSpPr/>
              <p:nvPr/>
            </p:nvSpPr>
            <p:spPr>
              <a:xfrm flipH="1">
                <a:off x="7035319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8"/>
              <p:cNvSpPr/>
              <p:nvPr/>
            </p:nvSpPr>
            <p:spPr>
              <a:xfrm flipH="1">
                <a:off x="6967575" y="12474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8"/>
              <p:cNvSpPr/>
              <p:nvPr/>
            </p:nvSpPr>
            <p:spPr>
              <a:xfrm flipH="1">
                <a:off x="6967575" y="1310153"/>
                <a:ext cx="42520" cy="42520"/>
              </a:xfrm>
              <a:custGeom>
                <a:rect b="b" l="l" r="r" t="t"/>
                <a:pathLst>
                  <a:path extrusionOk="0" h="59" w="59">
                    <a:moveTo>
                      <a:pt x="0" y="0"/>
                    </a:moveTo>
                    <a:lnTo>
                      <a:pt x="59" y="0"/>
                    </a:lnTo>
                    <a:lnTo>
                      <a:pt x="59" y="59"/>
                    </a:lnTo>
                    <a:lnTo>
                      <a:pt x="0" y="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8"/>
              <p:cNvSpPr/>
              <p:nvPr/>
            </p:nvSpPr>
            <p:spPr>
              <a:xfrm flipH="1">
                <a:off x="6289712" y="1943634"/>
                <a:ext cx="588078" cy="565737"/>
              </a:xfrm>
              <a:custGeom>
                <a:rect b="b" l="l" r="r" t="t"/>
                <a:pathLst>
                  <a:path extrusionOk="0" h="785" w="816">
                    <a:moveTo>
                      <a:pt x="559" y="358"/>
                    </a:moveTo>
                    <a:cubicBezTo>
                      <a:pt x="559" y="358"/>
                      <a:pt x="84" y="856"/>
                      <a:pt x="0" y="776"/>
                    </a:cubicBezTo>
                    <a:lnTo>
                      <a:pt x="154" y="485"/>
                    </a:lnTo>
                    <a:cubicBezTo>
                      <a:pt x="154" y="493"/>
                      <a:pt x="487" y="232"/>
                      <a:pt x="487" y="232"/>
                    </a:cubicBezTo>
                    <a:cubicBezTo>
                      <a:pt x="487" y="232"/>
                      <a:pt x="555" y="61"/>
                      <a:pt x="581" y="62"/>
                    </a:cubicBezTo>
                    <a:cubicBezTo>
                      <a:pt x="607" y="62"/>
                      <a:pt x="553" y="160"/>
                      <a:pt x="562" y="172"/>
                    </a:cubicBezTo>
                    <a:cubicBezTo>
                      <a:pt x="571" y="185"/>
                      <a:pt x="734" y="-23"/>
                      <a:pt x="752" y="2"/>
                    </a:cubicBezTo>
                    <a:cubicBezTo>
                      <a:pt x="762" y="16"/>
                      <a:pt x="651" y="125"/>
                      <a:pt x="660" y="143"/>
                    </a:cubicBezTo>
                    <a:cubicBezTo>
                      <a:pt x="665" y="152"/>
                      <a:pt x="790" y="74"/>
                      <a:pt x="803" y="77"/>
                    </a:cubicBezTo>
                    <a:cubicBezTo>
                      <a:pt x="839" y="88"/>
                      <a:pt x="664" y="171"/>
                      <a:pt x="674" y="176"/>
                    </a:cubicBezTo>
                    <a:cubicBezTo>
                      <a:pt x="684" y="182"/>
                      <a:pt x="814" y="101"/>
                      <a:pt x="816" y="128"/>
                    </a:cubicBezTo>
                    <a:cubicBezTo>
                      <a:pt x="817" y="145"/>
                      <a:pt x="697" y="204"/>
                      <a:pt x="699" y="215"/>
                    </a:cubicBezTo>
                    <a:cubicBezTo>
                      <a:pt x="701" y="226"/>
                      <a:pt x="767" y="183"/>
                      <a:pt x="789" y="191"/>
                    </a:cubicBezTo>
                    <a:cubicBezTo>
                      <a:pt x="810" y="200"/>
                      <a:pt x="699" y="255"/>
                      <a:pt x="692" y="264"/>
                    </a:cubicBezTo>
                    <a:cubicBezTo>
                      <a:pt x="684" y="273"/>
                      <a:pt x="621" y="332"/>
                      <a:pt x="559" y="358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8"/>
              <p:cNvSpPr/>
              <p:nvPr/>
            </p:nvSpPr>
            <p:spPr>
              <a:xfrm flipH="1">
                <a:off x="6756715" y="1939310"/>
                <a:ext cx="304849" cy="565016"/>
              </a:xfrm>
              <a:custGeom>
                <a:rect b="b" l="l" r="r" t="t"/>
                <a:pathLst>
                  <a:path extrusionOk="0" h="784" w="423">
                    <a:moveTo>
                      <a:pt x="129" y="0"/>
                    </a:moveTo>
                    <a:cubicBezTo>
                      <a:pt x="129" y="0"/>
                      <a:pt x="244" y="39"/>
                      <a:pt x="272" y="126"/>
                    </a:cubicBezTo>
                    <a:cubicBezTo>
                      <a:pt x="299" y="214"/>
                      <a:pt x="423" y="477"/>
                      <a:pt x="423" y="477"/>
                    </a:cubicBezTo>
                    <a:lnTo>
                      <a:pt x="257" y="784"/>
                    </a:lnTo>
                    <a:cubicBezTo>
                      <a:pt x="257" y="784"/>
                      <a:pt x="-222" y="172"/>
                      <a:pt x="129" y="0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8"/>
              <p:cNvSpPr/>
              <p:nvPr/>
            </p:nvSpPr>
            <p:spPr>
              <a:xfrm flipH="1">
                <a:off x="6755994" y="1917689"/>
                <a:ext cx="339442" cy="448265"/>
              </a:xfrm>
              <a:custGeom>
                <a:rect b="b" l="l" r="r" t="t"/>
                <a:pathLst>
                  <a:path extrusionOk="0" h="622" w="471">
                    <a:moveTo>
                      <a:pt x="167" y="1"/>
                    </a:moveTo>
                    <a:cubicBezTo>
                      <a:pt x="291" y="-18"/>
                      <a:pt x="360" y="127"/>
                      <a:pt x="471" y="394"/>
                    </a:cubicBezTo>
                    <a:lnTo>
                      <a:pt x="187" y="622"/>
                    </a:lnTo>
                    <a:cubicBezTo>
                      <a:pt x="187" y="622"/>
                      <a:pt x="-220" y="61"/>
                      <a:pt x="1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8"/>
              <p:cNvSpPr/>
              <p:nvPr/>
            </p:nvSpPr>
            <p:spPr>
              <a:xfrm flipH="1">
                <a:off x="6954903" y="1461496"/>
                <a:ext cx="330073" cy="335118"/>
              </a:xfrm>
              <a:custGeom>
                <a:rect b="b" l="l" r="r" t="t"/>
                <a:pathLst>
                  <a:path extrusionOk="0" h="465" w="458">
                    <a:moveTo>
                      <a:pt x="431" y="95"/>
                    </a:moveTo>
                    <a:cubicBezTo>
                      <a:pt x="372" y="21"/>
                      <a:pt x="234" y="-28"/>
                      <a:pt x="121" y="18"/>
                    </a:cubicBezTo>
                    <a:cubicBezTo>
                      <a:pt x="121" y="18"/>
                      <a:pt x="120" y="18"/>
                      <a:pt x="119" y="19"/>
                    </a:cubicBezTo>
                    <a:cubicBezTo>
                      <a:pt x="47" y="43"/>
                      <a:pt x="-3" y="112"/>
                      <a:pt x="0" y="188"/>
                    </a:cubicBezTo>
                    <a:cubicBezTo>
                      <a:pt x="2" y="238"/>
                      <a:pt x="14" y="287"/>
                      <a:pt x="36" y="325"/>
                    </a:cubicBezTo>
                    <a:cubicBezTo>
                      <a:pt x="86" y="416"/>
                      <a:pt x="183" y="455"/>
                      <a:pt x="283" y="449"/>
                    </a:cubicBezTo>
                    <a:cubicBezTo>
                      <a:pt x="304" y="448"/>
                      <a:pt x="320" y="454"/>
                      <a:pt x="332" y="465"/>
                    </a:cubicBezTo>
                    <a:lnTo>
                      <a:pt x="448" y="265"/>
                    </a:lnTo>
                    <a:cubicBezTo>
                      <a:pt x="463" y="237"/>
                      <a:pt x="466" y="138"/>
                      <a:pt x="431" y="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8"/>
              <p:cNvSpPr/>
              <p:nvPr/>
            </p:nvSpPr>
            <p:spPr>
              <a:xfrm flipH="1">
                <a:off x="7258311" y="1589778"/>
                <a:ext cx="159271" cy="159271"/>
              </a:xfrm>
              <a:custGeom>
                <a:rect b="b" l="l" r="r" t="t"/>
                <a:pathLst>
                  <a:path extrusionOk="0" h="221" w="221">
                    <a:moveTo>
                      <a:pt x="221" y="110"/>
                    </a:moveTo>
                    <a:cubicBezTo>
                      <a:pt x="221" y="130"/>
                      <a:pt x="215" y="150"/>
                      <a:pt x="206" y="166"/>
                    </a:cubicBezTo>
                    <a:cubicBezTo>
                      <a:pt x="196" y="183"/>
                      <a:pt x="183" y="196"/>
                      <a:pt x="166" y="206"/>
                    </a:cubicBezTo>
                    <a:cubicBezTo>
                      <a:pt x="149" y="216"/>
                      <a:pt x="130" y="221"/>
                      <a:pt x="111" y="221"/>
                    </a:cubicBezTo>
                    <a:cubicBezTo>
                      <a:pt x="91" y="221"/>
                      <a:pt x="71" y="216"/>
                      <a:pt x="55" y="206"/>
                    </a:cubicBezTo>
                    <a:cubicBezTo>
                      <a:pt x="38" y="196"/>
                      <a:pt x="25" y="183"/>
                      <a:pt x="15" y="166"/>
                    </a:cubicBezTo>
                    <a:cubicBezTo>
                      <a:pt x="5" y="150"/>
                      <a:pt x="0" y="130"/>
                      <a:pt x="0" y="110"/>
                    </a:cubicBezTo>
                    <a:cubicBezTo>
                      <a:pt x="0" y="91"/>
                      <a:pt x="5" y="72"/>
                      <a:pt x="15" y="55"/>
                    </a:cubicBezTo>
                    <a:cubicBezTo>
                      <a:pt x="25" y="38"/>
                      <a:pt x="38" y="25"/>
                      <a:pt x="55" y="15"/>
                    </a:cubicBezTo>
                    <a:cubicBezTo>
                      <a:pt x="71" y="5"/>
                      <a:pt x="91" y="0"/>
                      <a:pt x="111" y="0"/>
                    </a:cubicBezTo>
                    <a:cubicBezTo>
                      <a:pt x="130" y="0"/>
                      <a:pt x="149" y="5"/>
                      <a:pt x="166" y="15"/>
                    </a:cubicBezTo>
                    <a:cubicBezTo>
                      <a:pt x="183" y="25"/>
                      <a:pt x="197" y="38"/>
                      <a:pt x="206" y="55"/>
                    </a:cubicBezTo>
                    <a:cubicBezTo>
                      <a:pt x="216" y="72"/>
                      <a:pt x="221" y="91"/>
                      <a:pt x="221" y="11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34550" lIns="90000" spcFirstLastPara="1" rIns="90000" wrap="square" tIns="345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8"/>
              <p:cNvSpPr/>
              <p:nvPr/>
            </p:nvSpPr>
            <p:spPr>
              <a:xfrm flipH="1">
                <a:off x="6956344" y="1532123"/>
                <a:ext cx="314939" cy="476372"/>
              </a:xfrm>
              <a:custGeom>
                <a:rect b="b" l="l" r="r" t="t"/>
                <a:pathLst>
                  <a:path extrusionOk="0" h="661" w="437">
                    <a:moveTo>
                      <a:pt x="133" y="196"/>
                    </a:moveTo>
                    <a:cubicBezTo>
                      <a:pt x="131" y="200"/>
                      <a:pt x="117" y="170"/>
                      <a:pt x="113" y="168"/>
                    </a:cubicBezTo>
                    <a:cubicBezTo>
                      <a:pt x="97" y="162"/>
                      <a:pt x="61" y="145"/>
                      <a:pt x="40" y="186"/>
                    </a:cubicBezTo>
                    <a:cubicBezTo>
                      <a:pt x="20" y="227"/>
                      <a:pt x="52" y="266"/>
                      <a:pt x="76" y="276"/>
                    </a:cubicBezTo>
                    <a:cubicBezTo>
                      <a:pt x="83" y="279"/>
                      <a:pt x="106" y="294"/>
                      <a:pt x="109" y="301"/>
                    </a:cubicBezTo>
                    <a:cubicBezTo>
                      <a:pt x="139" y="360"/>
                      <a:pt x="99" y="485"/>
                      <a:pt x="95" y="533"/>
                    </a:cubicBezTo>
                    <a:cubicBezTo>
                      <a:pt x="86" y="639"/>
                      <a:pt x="0" y="523"/>
                      <a:pt x="0" y="523"/>
                    </a:cubicBezTo>
                    <a:cubicBezTo>
                      <a:pt x="0" y="523"/>
                      <a:pt x="286" y="749"/>
                      <a:pt x="329" y="623"/>
                    </a:cubicBezTo>
                    <a:cubicBezTo>
                      <a:pt x="294" y="562"/>
                      <a:pt x="272" y="372"/>
                      <a:pt x="303" y="383"/>
                    </a:cubicBezTo>
                    <a:cubicBezTo>
                      <a:pt x="343" y="398"/>
                      <a:pt x="426" y="348"/>
                      <a:pt x="437" y="166"/>
                    </a:cubicBezTo>
                    <a:cubicBezTo>
                      <a:pt x="390" y="31"/>
                      <a:pt x="332" y="11"/>
                      <a:pt x="331" y="0"/>
                    </a:cubicBezTo>
                    <a:cubicBezTo>
                      <a:pt x="327" y="94"/>
                      <a:pt x="274" y="157"/>
                      <a:pt x="133" y="19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8"/>
              <p:cNvSpPr/>
              <p:nvPr/>
            </p:nvSpPr>
            <p:spPr>
              <a:xfrm flipH="1">
                <a:off x="7194891" y="1671215"/>
                <a:ext cx="37476" cy="36755"/>
              </a:xfrm>
              <a:custGeom>
                <a:rect b="b" l="l" r="r" t="t"/>
                <a:pathLst>
                  <a:path extrusionOk="0" h="51" w="52">
                    <a:moveTo>
                      <a:pt x="0" y="12"/>
                    </a:moveTo>
                    <a:cubicBezTo>
                      <a:pt x="0" y="12"/>
                      <a:pt x="45" y="-33"/>
                      <a:pt x="52" y="51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8"/>
              <p:cNvSpPr/>
              <p:nvPr/>
            </p:nvSpPr>
            <p:spPr>
              <a:xfrm flipH="1">
                <a:off x="7061564" y="1684908"/>
                <a:ext cx="58375" cy="58375"/>
              </a:xfrm>
              <a:custGeom>
                <a:rect b="b" l="l" r="r" t="t"/>
                <a:pathLst>
                  <a:path extrusionOk="0" h="81" w="81">
                    <a:moveTo>
                      <a:pt x="54" y="2"/>
                    </a:moveTo>
                    <a:lnTo>
                      <a:pt x="54" y="2"/>
                    </a:lnTo>
                    <a:cubicBezTo>
                      <a:pt x="56" y="3"/>
                      <a:pt x="59" y="4"/>
                      <a:pt x="61" y="5"/>
                    </a:cubicBezTo>
                    <a:cubicBezTo>
                      <a:pt x="67" y="9"/>
                      <a:pt x="72" y="14"/>
                      <a:pt x="76" y="20"/>
                    </a:cubicBezTo>
                    <a:cubicBezTo>
                      <a:pt x="80" y="26"/>
                      <a:pt x="81" y="34"/>
                      <a:pt x="81" y="41"/>
                    </a:cubicBezTo>
                    <a:cubicBezTo>
                      <a:pt x="81" y="49"/>
                      <a:pt x="80" y="55"/>
                      <a:pt x="76" y="61"/>
                    </a:cubicBezTo>
                    <a:cubicBezTo>
                      <a:pt x="72" y="67"/>
                      <a:pt x="67" y="73"/>
                      <a:pt x="61" y="76"/>
                    </a:cubicBezTo>
                    <a:cubicBezTo>
                      <a:pt x="55" y="80"/>
                      <a:pt x="48" y="81"/>
                      <a:pt x="41" y="81"/>
                    </a:cubicBezTo>
                    <a:cubicBezTo>
                      <a:pt x="34" y="81"/>
                      <a:pt x="27" y="80"/>
                      <a:pt x="21" y="76"/>
                    </a:cubicBezTo>
                    <a:cubicBezTo>
                      <a:pt x="15" y="73"/>
                      <a:pt x="9" y="67"/>
                      <a:pt x="6" y="61"/>
                    </a:cubicBezTo>
                    <a:cubicBezTo>
                      <a:pt x="2" y="55"/>
                      <a:pt x="0" y="48"/>
                      <a:pt x="0" y="41"/>
                    </a:cubicBezTo>
                    <a:cubicBezTo>
                      <a:pt x="0" y="36"/>
                      <a:pt x="1" y="32"/>
                      <a:pt x="3" y="28"/>
                    </a:cubicBezTo>
                    <a:lnTo>
                      <a:pt x="3" y="28"/>
                    </a:lnTo>
                    <a:cubicBezTo>
                      <a:pt x="3" y="25"/>
                      <a:pt x="4" y="23"/>
                      <a:pt x="6" y="20"/>
                    </a:cubicBezTo>
                    <a:cubicBezTo>
                      <a:pt x="9" y="14"/>
                      <a:pt x="15" y="9"/>
                      <a:pt x="21" y="5"/>
                    </a:cubicBezTo>
                    <a:cubicBezTo>
                      <a:pt x="27" y="2"/>
                      <a:pt x="34" y="0"/>
                      <a:pt x="41" y="0"/>
                    </a:cubicBezTo>
                    <a:cubicBezTo>
                      <a:pt x="45" y="0"/>
                      <a:pt x="50" y="1"/>
                      <a:pt x="54" y="2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8"/>
              <p:cNvSpPr/>
              <p:nvPr/>
            </p:nvSpPr>
            <p:spPr>
              <a:xfrm flipH="1">
                <a:off x="6959948" y="1683467"/>
                <a:ext cx="25224" cy="54051"/>
              </a:xfrm>
              <a:custGeom>
                <a:rect b="b" l="l" r="r" t="t"/>
                <a:pathLst>
                  <a:path extrusionOk="0" h="75" w="35">
                    <a:moveTo>
                      <a:pt x="21" y="75"/>
                    </a:moveTo>
                    <a:lnTo>
                      <a:pt x="21" y="75"/>
                    </a:lnTo>
                    <a:cubicBezTo>
                      <a:pt x="14" y="72"/>
                      <a:pt x="9" y="66"/>
                      <a:pt x="6" y="60"/>
                    </a:cubicBezTo>
                    <a:cubicBezTo>
                      <a:pt x="2" y="54"/>
                      <a:pt x="0" y="47"/>
                      <a:pt x="0" y="40"/>
                    </a:cubicBezTo>
                    <a:cubicBezTo>
                      <a:pt x="0" y="33"/>
                      <a:pt x="2" y="26"/>
                      <a:pt x="6" y="20"/>
                    </a:cubicBezTo>
                    <a:cubicBezTo>
                      <a:pt x="9" y="14"/>
                      <a:pt x="14" y="9"/>
                      <a:pt x="21" y="5"/>
                    </a:cubicBezTo>
                    <a:cubicBezTo>
                      <a:pt x="24" y="4"/>
                      <a:pt x="29" y="1"/>
                      <a:pt x="33" y="0"/>
                    </a:cubicBezTo>
                    <a:cubicBezTo>
                      <a:pt x="37" y="-1"/>
                      <a:pt x="34" y="48"/>
                      <a:pt x="21" y="75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8"/>
              <p:cNvSpPr/>
              <p:nvPr/>
            </p:nvSpPr>
            <p:spPr>
              <a:xfrm flipH="1">
                <a:off x="6993099" y="1673377"/>
                <a:ext cx="20900" cy="32431"/>
              </a:xfrm>
              <a:custGeom>
                <a:rect b="b" l="l" r="r" t="t"/>
                <a:pathLst>
                  <a:path extrusionOk="0" h="45" w="29">
                    <a:moveTo>
                      <a:pt x="6" y="0"/>
                    </a:moveTo>
                    <a:lnTo>
                      <a:pt x="0" y="45"/>
                    </a:lnTo>
                    <a:lnTo>
                      <a:pt x="24" y="43"/>
                    </a:lnTo>
                    <a:lnTo>
                      <a:pt x="24" y="43"/>
                    </a:lnTo>
                    <a:cubicBezTo>
                      <a:pt x="25" y="43"/>
                      <a:pt x="25" y="43"/>
                      <a:pt x="26" y="42"/>
                    </a:cubicBezTo>
                    <a:cubicBezTo>
                      <a:pt x="27" y="42"/>
                      <a:pt x="27" y="41"/>
                      <a:pt x="28" y="40"/>
                    </a:cubicBezTo>
                    <a:cubicBezTo>
                      <a:pt x="28" y="39"/>
                      <a:pt x="29" y="38"/>
                      <a:pt x="29" y="37"/>
                    </a:cubicBezTo>
                    <a:cubicBezTo>
                      <a:pt x="29" y="36"/>
                      <a:pt x="29" y="35"/>
                      <a:pt x="28" y="34"/>
                    </a:cubicBezTo>
                    <a:lnTo>
                      <a:pt x="28" y="3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8"/>
              <p:cNvSpPr/>
              <p:nvPr/>
            </p:nvSpPr>
            <p:spPr>
              <a:xfrm flipH="1">
                <a:off x="7032737" y="1627974"/>
                <a:ext cx="28827" cy="15855"/>
              </a:xfrm>
              <a:custGeom>
                <a:rect b="b" l="l" r="r" t="t"/>
                <a:pathLst>
                  <a:path extrusionOk="0" h="22" w="40">
                    <a:moveTo>
                      <a:pt x="3" y="21"/>
                    </a:moveTo>
                    <a:cubicBezTo>
                      <a:pt x="-5" y="26"/>
                      <a:pt x="6" y="3"/>
                      <a:pt x="17" y="0"/>
                    </a:cubicBezTo>
                    <a:cubicBezTo>
                      <a:pt x="27" y="-2"/>
                      <a:pt x="38" y="2"/>
                      <a:pt x="40" y="11"/>
                    </a:cubicBezTo>
                    <a:lnTo>
                      <a:pt x="40" y="11"/>
                    </a:lnTo>
                    <a:cubicBezTo>
                      <a:pt x="39" y="11"/>
                      <a:pt x="37" y="11"/>
                      <a:pt x="35" y="11"/>
                    </a:cubicBezTo>
                    <a:cubicBezTo>
                      <a:pt x="25" y="11"/>
                      <a:pt x="15" y="13"/>
                      <a:pt x="7" y="18"/>
                    </a:cubicBezTo>
                    <a:cubicBezTo>
                      <a:pt x="5" y="19"/>
                      <a:pt x="4" y="20"/>
                      <a:pt x="3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8"/>
              <p:cNvSpPr/>
              <p:nvPr/>
            </p:nvSpPr>
            <p:spPr>
              <a:xfrm flipH="1">
                <a:off x="6968596" y="1625092"/>
                <a:ext cx="28107" cy="16576"/>
              </a:xfrm>
              <a:custGeom>
                <a:rect b="b" l="l" r="r" t="t"/>
                <a:pathLst>
                  <a:path extrusionOk="0" h="23" w="39">
                    <a:moveTo>
                      <a:pt x="37" y="22"/>
                    </a:moveTo>
                    <a:cubicBezTo>
                      <a:pt x="45" y="28"/>
                      <a:pt x="33" y="4"/>
                      <a:pt x="23" y="1"/>
                    </a:cubicBezTo>
                    <a:cubicBezTo>
                      <a:pt x="13" y="-2"/>
                      <a:pt x="3" y="3"/>
                      <a:pt x="0" y="12"/>
                    </a:cubicBezTo>
                    <a:lnTo>
                      <a:pt x="0" y="12"/>
                    </a:lnTo>
                    <a:cubicBezTo>
                      <a:pt x="2" y="12"/>
                      <a:pt x="3" y="12"/>
                      <a:pt x="5" y="12"/>
                    </a:cubicBezTo>
                    <a:cubicBezTo>
                      <a:pt x="15" y="12"/>
                      <a:pt x="25" y="15"/>
                      <a:pt x="33" y="20"/>
                    </a:cubicBezTo>
                    <a:cubicBezTo>
                      <a:pt x="35" y="20"/>
                      <a:pt x="36" y="21"/>
                      <a:pt x="37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8"/>
              <p:cNvSpPr/>
              <p:nvPr/>
            </p:nvSpPr>
            <p:spPr>
              <a:xfrm flipH="1">
                <a:off x="7032737" y="1662567"/>
                <a:ext cx="10090" cy="20900"/>
              </a:xfrm>
              <a:custGeom>
                <a:rect b="b" l="l" r="r" t="t"/>
                <a:pathLst>
                  <a:path extrusionOk="0" h="29" w="14">
                    <a:moveTo>
                      <a:pt x="0" y="15"/>
                    </a:moveTo>
                    <a:cubicBezTo>
                      <a:pt x="0" y="23"/>
                      <a:pt x="3" y="29"/>
                      <a:pt x="7" y="29"/>
                    </a:cubicBezTo>
                    <a:cubicBezTo>
                      <a:pt x="11" y="29"/>
                      <a:pt x="14" y="23"/>
                      <a:pt x="14" y="15"/>
                    </a:cubicBezTo>
                    <a:cubicBezTo>
                      <a:pt x="13" y="7"/>
                      <a:pt x="10" y="0"/>
                      <a:pt x="6" y="0"/>
                    </a:cubicBezTo>
                    <a:cubicBezTo>
                      <a:pt x="2" y="1"/>
                      <a:pt x="-1" y="7"/>
                      <a:pt x="0" y="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8"/>
              <p:cNvSpPr/>
              <p:nvPr/>
            </p:nvSpPr>
            <p:spPr>
              <a:xfrm flipH="1">
                <a:off x="6988055" y="1658964"/>
                <a:ext cx="9369" cy="19458"/>
              </a:xfrm>
              <a:custGeom>
                <a:rect b="b" l="l" r="r" t="t"/>
                <a:pathLst>
                  <a:path extrusionOk="0" h="27" w="13">
                    <a:moveTo>
                      <a:pt x="0" y="14"/>
                    </a:moveTo>
                    <a:cubicBezTo>
                      <a:pt x="0" y="21"/>
                      <a:pt x="3" y="27"/>
                      <a:pt x="7" y="27"/>
                    </a:cubicBezTo>
                    <a:cubicBezTo>
                      <a:pt x="11" y="27"/>
                      <a:pt x="13" y="21"/>
                      <a:pt x="13" y="13"/>
                    </a:cubicBezTo>
                    <a:cubicBezTo>
                      <a:pt x="13" y="6"/>
                      <a:pt x="9" y="0"/>
                      <a:pt x="6" y="0"/>
                    </a:cubicBezTo>
                    <a:cubicBezTo>
                      <a:pt x="2" y="0"/>
                      <a:pt x="-1" y="6"/>
                      <a:pt x="0" y="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8"/>
              <p:cNvSpPr/>
              <p:nvPr/>
            </p:nvSpPr>
            <p:spPr>
              <a:xfrm flipH="1">
                <a:off x="7059402" y="1781480"/>
                <a:ext cx="72789" cy="50448"/>
              </a:xfrm>
              <a:custGeom>
                <a:rect b="b" l="l" r="r" t="t"/>
                <a:pathLst>
                  <a:path extrusionOk="0" h="70" w="101">
                    <a:moveTo>
                      <a:pt x="101" y="36"/>
                    </a:moveTo>
                    <a:cubicBezTo>
                      <a:pt x="101" y="36"/>
                      <a:pt x="45" y="17"/>
                      <a:pt x="9" y="1"/>
                    </a:cubicBezTo>
                    <a:cubicBezTo>
                      <a:pt x="-27" y="-14"/>
                      <a:pt x="62" y="133"/>
                      <a:pt x="101" y="36"/>
                    </a:cubicBezTo>
                    <a:close/>
                  </a:path>
                </a:pathLst>
              </a:custGeom>
              <a:solidFill>
                <a:srgbClr val="63382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8"/>
              <p:cNvSpPr/>
              <p:nvPr/>
            </p:nvSpPr>
            <p:spPr>
              <a:xfrm flipH="1">
                <a:off x="6877069" y="2398386"/>
                <a:ext cx="858335" cy="1976836"/>
              </a:xfrm>
              <a:custGeom>
                <a:rect b="b" l="l" r="r" t="t"/>
                <a:pathLst>
                  <a:path extrusionOk="0" h="2743" w="1191">
                    <a:moveTo>
                      <a:pt x="586" y="1"/>
                    </a:moveTo>
                    <a:cubicBezTo>
                      <a:pt x="509" y="136"/>
                      <a:pt x="409" y="280"/>
                      <a:pt x="365" y="451"/>
                    </a:cubicBezTo>
                    <a:cubicBezTo>
                      <a:pt x="314" y="650"/>
                      <a:pt x="24" y="2341"/>
                      <a:pt x="0" y="2703"/>
                    </a:cubicBezTo>
                    <a:cubicBezTo>
                      <a:pt x="62" y="2718"/>
                      <a:pt x="156" y="2708"/>
                      <a:pt x="196" y="2706"/>
                    </a:cubicBezTo>
                    <a:cubicBezTo>
                      <a:pt x="322" y="2345"/>
                      <a:pt x="703" y="1022"/>
                      <a:pt x="757" y="794"/>
                    </a:cubicBezTo>
                    <a:cubicBezTo>
                      <a:pt x="765" y="759"/>
                      <a:pt x="819" y="767"/>
                      <a:pt x="815" y="803"/>
                    </a:cubicBezTo>
                    <a:cubicBezTo>
                      <a:pt x="784" y="1063"/>
                      <a:pt x="862" y="2022"/>
                      <a:pt x="862" y="2734"/>
                    </a:cubicBezTo>
                    <a:cubicBezTo>
                      <a:pt x="895" y="2751"/>
                      <a:pt x="1038" y="2739"/>
                      <a:pt x="1076" y="2734"/>
                    </a:cubicBezTo>
                    <a:cubicBezTo>
                      <a:pt x="1117" y="2289"/>
                      <a:pt x="1346" y="582"/>
                      <a:pt x="1015" y="35"/>
                    </a:cubicBezTo>
                    <a:cubicBezTo>
                      <a:pt x="864" y="14"/>
                      <a:pt x="739" y="-4"/>
                      <a:pt x="5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8"/>
              <p:cNvSpPr/>
              <p:nvPr/>
            </p:nvSpPr>
            <p:spPr>
              <a:xfrm flipH="1">
                <a:off x="6909500" y="1866521"/>
                <a:ext cx="531144" cy="604654"/>
              </a:xfrm>
              <a:custGeom>
                <a:rect b="b" l="l" r="r" t="t"/>
                <a:pathLst>
                  <a:path extrusionOk="0" h="839" w="737">
                    <a:moveTo>
                      <a:pt x="537" y="58"/>
                    </a:moveTo>
                    <a:cubicBezTo>
                      <a:pt x="552" y="70"/>
                      <a:pt x="692" y="400"/>
                      <a:pt x="687" y="505"/>
                    </a:cubicBezTo>
                    <a:cubicBezTo>
                      <a:pt x="682" y="611"/>
                      <a:pt x="737" y="812"/>
                      <a:pt x="737" y="812"/>
                    </a:cubicBezTo>
                    <a:cubicBezTo>
                      <a:pt x="737" y="812"/>
                      <a:pt x="566" y="876"/>
                      <a:pt x="114" y="805"/>
                    </a:cubicBezTo>
                    <a:cubicBezTo>
                      <a:pt x="2" y="564"/>
                      <a:pt x="-61" y="281"/>
                      <a:pt x="87" y="131"/>
                    </a:cubicBezTo>
                    <a:cubicBezTo>
                      <a:pt x="87" y="131"/>
                      <a:pt x="292" y="3"/>
                      <a:pt x="330" y="0"/>
                    </a:cubicBezTo>
                    <a:cubicBezTo>
                      <a:pt x="330" y="0"/>
                      <a:pt x="465" y="196"/>
                      <a:pt x="521" y="195"/>
                    </a:cubicBezTo>
                    <a:cubicBezTo>
                      <a:pt x="547" y="195"/>
                      <a:pt x="540" y="95"/>
                      <a:pt x="537" y="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8"/>
              <p:cNvSpPr/>
              <p:nvPr/>
            </p:nvSpPr>
            <p:spPr>
              <a:xfrm flipH="1">
                <a:off x="6998144" y="1816073"/>
                <a:ext cx="220529" cy="253681"/>
              </a:xfrm>
              <a:custGeom>
                <a:rect b="b" l="l" r="r" t="t"/>
                <a:pathLst>
                  <a:path extrusionOk="0" h="352" w="306">
                    <a:moveTo>
                      <a:pt x="0" y="80"/>
                    </a:moveTo>
                    <a:lnTo>
                      <a:pt x="3" y="0"/>
                    </a:lnTo>
                    <a:lnTo>
                      <a:pt x="290" y="70"/>
                    </a:lnTo>
                    <a:lnTo>
                      <a:pt x="271" y="163"/>
                    </a:lnTo>
                    <a:cubicBezTo>
                      <a:pt x="271" y="163"/>
                      <a:pt x="366" y="383"/>
                      <a:pt x="245" y="348"/>
                    </a:cubicBezTo>
                    <a:cubicBezTo>
                      <a:pt x="124" y="313"/>
                      <a:pt x="0" y="80"/>
                      <a:pt x="0" y="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8"/>
              <p:cNvSpPr/>
              <p:nvPr/>
            </p:nvSpPr>
            <p:spPr>
              <a:xfrm flipH="1">
                <a:off x="7228042" y="1986875"/>
                <a:ext cx="181612" cy="477093"/>
              </a:xfrm>
              <a:custGeom>
                <a:rect b="b" l="l" r="r" t="t"/>
                <a:pathLst>
                  <a:path extrusionOk="0" h="662" w="252">
                    <a:moveTo>
                      <a:pt x="86" y="93"/>
                    </a:moveTo>
                    <a:cubicBezTo>
                      <a:pt x="114" y="236"/>
                      <a:pt x="172" y="373"/>
                      <a:pt x="212" y="513"/>
                    </a:cubicBezTo>
                    <a:cubicBezTo>
                      <a:pt x="226" y="562"/>
                      <a:pt x="239" y="612"/>
                      <a:pt x="252" y="662"/>
                    </a:cubicBezTo>
                    <a:cubicBezTo>
                      <a:pt x="200" y="657"/>
                      <a:pt x="140" y="649"/>
                      <a:pt x="71" y="638"/>
                    </a:cubicBezTo>
                    <a:cubicBezTo>
                      <a:pt x="-17" y="448"/>
                      <a:pt x="-23" y="179"/>
                      <a:pt x="53" y="0"/>
                    </a:cubicBezTo>
                    <a:cubicBezTo>
                      <a:pt x="64" y="31"/>
                      <a:pt x="75" y="62"/>
                      <a:pt x="86" y="93"/>
                    </a:cubicBezTo>
                    <a:close/>
                  </a:path>
                </a:pathLst>
              </a:custGeom>
              <a:solidFill>
                <a:srgbClr val="3D1E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8"/>
              <p:cNvSpPr/>
              <p:nvPr/>
            </p:nvSpPr>
            <p:spPr>
              <a:xfrm flipH="1">
                <a:off x="6668071" y="2263618"/>
                <a:ext cx="774735" cy="341604"/>
              </a:xfrm>
              <a:custGeom>
                <a:rect b="b" l="l" r="r" t="t"/>
                <a:pathLst>
                  <a:path extrusionOk="0" h="474" w="1075">
                    <a:moveTo>
                      <a:pt x="701" y="416"/>
                    </a:moveTo>
                    <a:cubicBezTo>
                      <a:pt x="701" y="416"/>
                      <a:pt x="79" y="539"/>
                      <a:pt x="44" y="427"/>
                    </a:cubicBezTo>
                    <a:lnTo>
                      <a:pt x="0" y="80"/>
                    </a:lnTo>
                    <a:lnTo>
                      <a:pt x="272" y="0"/>
                    </a:lnTo>
                    <a:lnTo>
                      <a:pt x="304" y="249"/>
                    </a:lnTo>
                    <a:cubicBezTo>
                      <a:pt x="301" y="256"/>
                      <a:pt x="780" y="304"/>
                      <a:pt x="780" y="304"/>
                    </a:cubicBezTo>
                    <a:cubicBezTo>
                      <a:pt x="780" y="304"/>
                      <a:pt x="877" y="304"/>
                      <a:pt x="931" y="330"/>
                    </a:cubicBezTo>
                    <a:cubicBezTo>
                      <a:pt x="934" y="331"/>
                      <a:pt x="1041" y="411"/>
                      <a:pt x="1075" y="459"/>
                    </a:cubicBezTo>
                    <a:lnTo>
                      <a:pt x="871" y="474"/>
                    </a:lnTo>
                    <a:cubicBezTo>
                      <a:pt x="849" y="473"/>
                      <a:pt x="701" y="416"/>
                      <a:pt x="701" y="416"/>
                    </a:cubicBezTo>
                    <a:close/>
                  </a:path>
                </a:pathLst>
              </a:custGeom>
              <a:solidFill>
                <a:srgbClr val="9C554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8"/>
              <p:cNvSpPr/>
              <p:nvPr/>
            </p:nvSpPr>
            <p:spPr>
              <a:xfrm flipH="1">
                <a:off x="7235249" y="1941472"/>
                <a:ext cx="242871" cy="390611"/>
              </a:xfrm>
              <a:custGeom>
                <a:rect b="b" l="l" r="r" t="t"/>
                <a:pathLst>
                  <a:path extrusionOk="0" h="542" w="337">
                    <a:moveTo>
                      <a:pt x="255" y="0"/>
                    </a:moveTo>
                    <a:cubicBezTo>
                      <a:pt x="255" y="0"/>
                      <a:pt x="353" y="71"/>
                      <a:pt x="335" y="161"/>
                    </a:cubicBezTo>
                    <a:cubicBezTo>
                      <a:pt x="316" y="251"/>
                      <a:pt x="328" y="467"/>
                      <a:pt x="328" y="467"/>
                    </a:cubicBezTo>
                    <a:lnTo>
                      <a:pt x="39" y="542"/>
                    </a:lnTo>
                    <a:cubicBezTo>
                      <a:pt x="39" y="542"/>
                      <a:pt x="-136" y="-21"/>
                      <a:pt x="2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1" name="Google Shape;191;p28"/>
              <p:cNvCxnSpPr/>
              <p:nvPr/>
            </p:nvCxnSpPr>
            <p:spPr>
              <a:xfrm>
                <a:off x="6476369" y="2694587"/>
                <a:ext cx="0" cy="188579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92" name="Google Shape;192;p28"/>
              <p:cNvSpPr/>
              <p:nvPr/>
            </p:nvSpPr>
            <p:spPr>
              <a:xfrm flipH="1">
                <a:off x="6387725" y="3302123"/>
                <a:ext cx="178730" cy="178730"/>
              </a:xfrm>
              <a:custGeom>
                <a:rect b="b" l="l" r="r" t="t"/>
                <a:pathLst>
                  <a:path extrusionOk="0" h="248" w="248">
                    <a:moveTo>
                      <a:pt x="243" y="88"/>
                    </a:moveTo>
                    <a:cubicBezTo>
                      <a:pt x="249" y="109"/>
                      <a:pt x="250" y="132"/>
                      <a:pt x="245" y="153"/>
                    </a:cubicBezTo>
                    <a:cubicBezTo>
                      <a:pt x="240" y="175"/>
                      <a:pt x="230" y="193"/>
                      <a:pt x="215" y="209"/>
                    </a:cubicBezTo>
                    <a:cubicBezTo>
                      <a:pt x="200" y="225"/>
                      <a:pt x="181" y="237"/>
                      <a:pt x="160" y="243"/>
                    </a:cubicBezTo>
                    <a:cubicBezTo>
                      <a:pt x="139" y="250"/>
                      <a:pt x="117" y="250"/>
                      <a:pt x="96" y="245"/>
                    </a:cubicBezTo>
                    <a:cubicBezTo>
                      <a:pt x="74" y="240"/>
                      <a:pt x="55" y="230"/>
                      <a:pt x="39" y="215"/>
                    </a:cubicBezTo>
                    <a:cubicBezTo>
                      <a:pt x="23" y="200"/>
                      <a:pt x="11" y="181"/>
                      <a:pt x="5" y="160"/>
                    </a:cubicBezTo>
                    <a:cubicBezTo>
                      <a:pt x="-1" y="139"/>
                      <a:pt x="-2" y="117"/>
                      <a:pt x="3" y="96"/>
                    </a:cubicBezTo>
                    <a:cubicBezTo>
                      <a:pt x="8" y="75"/>
                      <a:pt x="18" y="55"/>
                      <a:pt x="33" y="39"/>
                    </a:cubicBezTo>
                    <a:cubicBezTo>
                      <a:pt x="48" y="23"/>
                      <a:pt x="67" y="11"/>
                      <a:pt x="88" y="5"/>
                    </a:cubicBezTo>
                    <a:cubicBezTo>
                      <a:pt x="109" y="-1"/>
                      <a:pt x="131" y="-2"/>
                      <a:pt x="152" y="3"/>
                    </a:cubicBezTo>
                    <a:cubicBezTo>
                      <a:pt x="174" y="8"/>
                      <a:pt x="193" y="19"/>
                      <a:pt x="209" y="33"/>
                    </a:cubicBezTo>
                    <a:cubicBezTo>
                      <a:pt x="225" y="48"/>
                      <a:pt x="237" y="67"/>
                      <a:pt x="243" y="8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4275" lIns="90000" spcFirstLastPara="1" rIns="90000" wrap="square" tIns="4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8"/>
              <p:cNvSpPr/>
              <p:nvPr/>
            </p:nvSpPr>
            <p:spPr>
              <a:xfrm flipH="1">
                <a:off x="6322863" y="3237982"/>
                <a:ext cx="306291" cy="307012"/>
              </a:xfrm>
              <a:custGeom>
                <a:rect b="b" l="l" r="r" t="t"/>
                <a:pathLst>
                  <a:path extrusionOk="0" h="426" w="425">
                    <a:moveTo>
                      <a:pt x="363" y="62"/>
                    </a:moveTo>
                    <a:cubicBezTo>
                      <a:pt x="389" y="89"/>
                      <a:pt x="408" y="121"/>
                      <a:pt x="418" y="157"/>
                    </a:cubicBezTo>
                    <a:cubicBezTo>
                      <a:pt x="427" y="194"/>
                      <a:pt x="427" y="232"/>
                      <a:pt x="418" y="268"/>
                    </a:cubicBezTo>
                    <a:cubicBezTo>
                      <a:pt x="408" y="304"/>
                      <a:pt x="389" y="337"/>
                      <a:pt x="363" y="363"/>
                    </a:cubicBezTo>
                    <a:cubicBezTo>
                      <a:pt x="336" y="389"/>
                      <a:pt x="303" y="408"/>
                      <a:pt x="267" y="418"/>
                    </a:cubicBezTo>
                    <a:cubicBezTo>
                      <a:pt x="231" y="428"/>
                      <a:pt x="193" y="428"/>
                      <a:pt x="157" y="418"/>
                    </a:cubicBezTo>
                    <a:cubicBezTo>
                      <a:pt x="121" y="408"/>
                      <a:pt x="88" y="389"/>
                      <a:pt x="62" y="363"/>
                    </a:cubicBezTo>
                    <a:cubicBezTo>
                      <a:pt x="35" y="337"/>
                      <a:pt x="16" y="304"/>
                      <a:pt x="7" y="268"/>
                    </a:cubicBezTo>
                    <a:cubicBezTo>
                      <a:pt x="-3" y="232"/>
                      <a:pt x="-3" y="194"/>
                      <a:pt x="7" y="157"/>
                    </a:cubicBezTo>
                    <a:cubicBezTo>
                      <a:pt x="16" y="121"/>
                      <a:pt x="35" y="89"/>
                      <a:pt x="62" y="62"/>
                    </a:cubicBezTo>
                    <a:cubicBezTo>
                      <a:pt x="88" y="36"/>
                      <a:pt x="121" y="17"/>
                      <a:pt x="157" y="7"/>
                    </a:cubicBezTo>
                    <a:cubicBezTo>
                      <a:pt x="193" y="-3"/>
                      <a:pt x="231" y="-3"/>
                      <a:pt x="267" y="7"/>
                    </a:cubicBezTo>
                    <a:cubicBezTo>
                      <a:pt x="303" y="17"/>
                      <a:pt x="336" y="36"/>
                      <a:pt x="363" y="6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5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8"/>
              <p:cNvSpPr/>
              <p:nvPr/>
            </p:nvSpPr>
            <p:spPr>
              <a:xfrm flipH="1">
                <a:off x="6725726" y="2582160"/>
                <a:ext cx="405024" cy="47565"/>
              </a:xfrm>
              <a:custGeom>
                <a:rect b="b" l="l" r="r" t="t"/>
                <a:pathLst>
                  <a:path extrusionOk="0" h="66" w="562">
                    <a:moveTo>
                      <a:pt x="0" y="0"/>
                    </a:moveTo>
                    <a:lnTo>
                      <a:pt x="562" y="0"/>
                    </a:lnTo>
                    <a:lnTo>
                      <a:pt x="562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8"/>
              <p:cNvSpPr/>
              <p:nvPr/>
            </p:nvSpPr>
            <p:spPr>
              <a:xfrm flipH="1">
                <a:off x="6866259" y="2582160"/>
                <a:ext cx="264491" cy="47565"/>
              </a:xfrm>
              <a:custGeom>
                <a:rect b="b" l="l" r="r" t="t"/>
                <a:pathLst>
                  <a:path extrusionOk="0" h="66" w="367">
                    <a:moveTo>
                      <a:pt x="0" y="0"/>
                    </a:moveTo>
                    <a:lnTo>
                      <a:pt x="367" y="0"/>
                    </a:lnTo>
                    <a:lnTo>
                      <a:pt x="338" y="66"/>
                    </a:lnTo>
                    <a:lnTo>
                      <a:pt x="0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8"/>
              <p:cNvSpPr/>
              <p:nvPr/>
            </p:nvSpPr>
            <p:spPr>
              <a:xfrm flipH="1">
                <a:off x="6066300" y="2190108"/>
                <a:ext cx="791311" cy="439617"/>
              </a:xfrm>
              <a:custGeom>
                <a:rect b="b" l="l" r="r" t="t"/>
                <a:pathLst>
                  <a:path extrusionOk="0" h="610" w="1098">
                    <a:moveTo>
                      <a:pt x="884" y="610"/>
                    </a:moveTo>
                    <a:lnTo>
                      <a:pt x="0" y="610"/>
                    </a:lnTo>
                    <a:lnTo>
                      <a:pt x="213" y="0"/>
                    </a:lnTo>
                    <a:lnTo>
                      <a:pt x="1098" y="0"/>
                    </a:lnTo>
                    <a:lnTo>
                      <a:pt x="884" y="6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8"/>
              <p:cNvSpPr/>
              <p:nvPr/>
            </p:nvSpPr>
            <p:spPr>
              <a:xfrm flipH="1">
                <a:off x="6424480" y="2382530"/>
                <a:ext cx="79996" cy="79996"/>
              </a:xfrm>
              <a:custGeom>
                <a:rect b="b" l="l" r="r" t="t"/>
                <a:pathLst>
                  <a:path extrusionOk="0" h="111" w="111">
                    <a:moveTo>
                      <a:pt x="111" y="55"/>
                    </a:moveTo>
                    <a:lnTo>
                      <a:pt x="111" y="55"/>
                    </a:lnTo>
                    <a:lnTo>
                      <a:pt x="111" y="55"/>
                    </a:lnTo>
                    <a:cubicBezTo>
                      <a:pt x="111" y="45"/>
                      <a:pt x="108" y="36"/>
                      <a:pt x="103" y="27"/>
                    </a:cubicBezTo>
                    <a:cubicBezTo>
                      <a:pt x="98" y="19"/>
                      <a:pt x="91" y="12"/>
                      <a:pt x="83" y="7"/>
                    </a:cubicBezTo>
                    <a:cubicBezTo>
                      <a:pt x="74" y="2"/>
                      <a:pt x="65" y="0"/>
                      <a:pt x="55" y="0"/>
                    </a:cubicBezTo>
                    <a:cubicBezTo>
                      <a:pt x="45" y="0"/>
                      <a:pt x="35" y="2"/>
                      <a:pt x="27" y="7"/>
                    </a:cubicBezTo>
                    <a:cubicBezTo>
                      <a:pt x="18" y="12"/>
                      <a:pt x="12" y="19"/>
                      <a:pt x="7" y="27"/>
                    </a:cubicBezTo>
                    <a:cubicBezTo>
                      <a:pt x="2" y="36"/>
                      <a:pt x="0" y="45"/>
                      <a:pt x="0" y="55"/>
                    </a:cubicBezTo>
                    <a:cubicBezTo>
                      <a:pt x="0" y="65"/>
                      <a:pt x="2" y="75"/>
                      <a:pt x="7" y="83"/>
                    </a:cubicBezTo>
                    <a:cubicBezTo>
                      <a:pt x="12" y="91"/>
                      <a:pt x="18" y="98"/>
                      <a:pt x="27" y="103"/>
                    </a:cubicBezTo>
                    <a:cubicBezTo>
                      <a:pt x="35" y="108"/>
                      <a:pt x="45" y="111"/>
                      <a:pt x="55" y="111"/>
                    </a:cubicBezTo>
                    <a:lnTo>
                      <a:pt x="55" y="111"/>
                    </a:lnTo>
                    <a:lnTo>
                      <a:pt x="55" y="111"/>
                    </a:lnTo>
                    <a:cubicBezTo>
                      <a:pt x="65" y="111"/>
                      <a:pt x="74" y="108"/>
                      <a:pt x="83" y="103"/>
                    </a:cubicBezTo>
                    <a:cubicBezTo>
                      <a:pt x="91" y="98"/>
                      <a:pt x="98" y="91"/>
                      <a:pt x="103" y="83"/>
                    </a:cubicBezTo>
                    <a:cubicBezTo>
                      <a:pt x="108" y="75"/>
                      <a:pt x="111" y="65"/>
                      <a:pt x="111" y="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8"/>
              <p:cNvSpPr/>
              <p:nvPr/>
            </p:nvSpPr>
            <p:spPr>
              <a:xfrm flipH="1">
                <a:off x="5824871" y="2629725"/>
                <a:ext cx="1416865" cy="63420"/>
              </a:xfrm>
              <a:custGeom>
                <a:rect b="b" l="l" r="r" t="t"/>
                <a:pathLst>
                  <a:path extrusionOk="0" h="88" w="1966">
                    <a:moveTo>
                      <a:pt x="0" y="0"/>
                    </a:moveTo>
                    <a:lnTo>
                      <a:pt x="1966" y="0"/>
                    </a:lnTo>
                    <a:lnTo>
                      <a:pt x="1966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8"/>
              <p:cNvSpPr/>
              <p:nvPr/>
            </p:nvSpPr>
            <p:spPr>
              <a:xfrm rot="10800000">
                <a:off x="7719812" y="3044856"/>
                <a:ext cx="498447" cy="498447"/>
              </a:xfrm>
              <a:custGeom>
                <a:rect b="b" l="l" r="r" t="t"/>
                <a:pathLst>
                  <a:path extrusionOk="0" h="1802" w="1802">
                    <a:moveTo>
                      <a:pt x="1539" y="263"/>
                    </a:moveTo>
                    <a:cubicBezTo>
                      <a:pt x="1651" y="375"/>
                      <a:pt x="1731" y="514"/>
                      <a:pt x="1772" y="667"/>
                    </a:cubicBezTo>
                    <a:cubicBezTo>
                      <a:pt x="1813" y="820"/>
                      <a:pt x="1813" y="981"/>
                      <a:pt x="1772" y="1133"/>
                    </a:cubicBezTo>
                    <a:cubicBezTo>
                      <a:pt x="1731" y="1286"/>
                      <a:pt x="1651" y="1425"/>
                      <a:pt x="1539" y="1537"/>
                    </a:cubicBezTo>
                    <a:cubicBezTo>
                      <a:pt x="1427" y="1649"/>
                      <a:pt x="1288" y="1731"/>
                      <a:pt x="1135" y="1771"/>
                    </a:cubicBezTo>
                    <a:cubicBezTo>
                      <a:pt x="982" y="1812"/>
                      <a:pt x="821" y="1812"/>
                      <a:pt x="669" y="1771"/>
                    </a:cubicBezTo>
                    <a:cubicBezTo>
                      <a:pt x="516" y="1731"/>
                      <a:pt x="376" y="1649"/>
                      <a:pt x="265" y="1537"/>
                    </a:cubicBezTo>
                    <a:cubicBezTo>
                      <a:pt x="153" y="1425"/>
                      <a:pt x="72" y="1286"/>
                      <a:pt x="31" y="1133"/>
                    </a:cubicBezTo>
                    <a:cubicBezTo>
                      <a:pt x="-10" y="981"/>
                      <a:pt x="-10" y="820"/>
                      <a:pt x="31" y="667"/>
                    </a:cubicBezTo>
                    <a:cubicBezTo>
                      <a:pt x="72" y="514"/>
                      <a:pt x="153" y="375"/>
                      <a:pt x="265" y="263"/>
                    </a:cubicBezTo>
                    <a:cubicBezTo>
                      <a:pt x="376" y="151"/>
                      <a:pt x="516" y="71"/>
                      <a:pt x="669" y="30"/>
                    </a:cubicBezTo>
                    <a:cubicBezTo>
                      <a:pt x="821" y="-11"/>
                      <a:pt x="982" y="-11"/>
                      <a:pt x="1135" y="30"/>
                    </a:cubicBezTo>
                    <a:cubicBezTo>
                      <a:pt x="1288" y="71"/>
                      <a:pt x="1427" y="151"/>
                      <a:pt x="1539" y="2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8"/>
              <p:cNvSpPr/>
              <p:nvPr/>
            </p:nvSpPr>
            <p:spPr>
              <a:xfrm rot="10800000">
                <a:off x="7719535" y="3294356"/>
                <a:ext cx="498447" cy="249223"/>
              </a:xfrm>
              <a:custGeom>
                <a:rect b="b" l="l" r="r" t="t"/>
                <a:pathLst>
                  <a:path extrusionOk="0" h="901" w="1802">
                    <a:moveTo>
                      <a:pt x="1802" y="901"/>
                    </a:moveTo>
                    <a:cubicBezTo>
                      <a:pt x="1802" y="404"/>
                      <a:pt x="1398" y="0"/>
                      <a:pt x="901" y="0"/>
                    </a:cubicBezTo>
                    <a:cubicBezTo>
                      <a:pt x="403" y="0"/>
                      <a:pt x="0" y="404"/>
                      <a:pt x="0" y="901"/>
                    </a:cubicBezTo>
                    <a:lnTo>
                      <a:pt x="1802" y="90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7968758" y="3294356"/>
                <a:ext cx="249223" cy="249223"/>
              </a:xfrm>
              <a:custGeom>
                <a:rect b="b" l="l" r="r" t="t"/>
                <a:pathLst>
                  <a:path extrusionOk="0" h="901" w="901">
                    <a:moveTo>
                      <a:pt x="886" y="901"/>
                    </a:moveTo>
                    <a:lnTo>
                      <a:pt x="0" y="901"/>
                    </a:lnTo>
                    <a:cubicBezTo>
                      <a:pt x="0" y="404"/>
                      <a:pt x="403" y="0"/>
                      <a:pt x="901" y="0"/>
                    </a:cubicBezTo>
                    <a:lnTo>
                      <a:pt x="886" y="90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8"/>
            <p:cNvGrpSpPr/>
            <p:nvPr/>
          </p:nvGrpSpPr>
          <p:grpSpPr>
            <a:xfrm>
              <a:off x="4919328" y="3607500"/>
              <a:ext cx="913949" cy="1136775"/>
              <a:chOff x="4919328" y="3607500"/>
              <a:chExt cx="913949" cy="1136775"/>
            </a:xfrm>
          </p:grpSpPr>
          <p:sp>
            <p:nvSpPr>
              <p:cNvPr id="203" name="Google Shape;203;p28"/>
              <p:cNvSpPr/>
              <p:nvPr/>
            </p:nvSpPr>
            <p:spPr>
              <a:xfrm>
                <a:off x="5100633" y="3861850"/>
                <a:ext cx="626100" cy="6261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4" name="Google Shape;204;p28"/>
              <p:cNvSpPr/>
              <p:nvPr/>
            </p:nvSpPr>
            <p:spPr>
              <a:xfrm>
                <a:off x="4919328" y="3607500"/>
                <a:ext cx="354000" cy="3540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  <p:sp>
            <p:nvSpPr>
              <p:cNvPr id="205" name="Google Shape;205;p28"/>
              <p:cNvSpPr/>
              <p:nvPr/>
            </p:nvSpPr>
            <p:spPr>
              <a:xfrm>
                <a:off x="5385677" y="4296675"/>
                <a:ext cx="447600" cy="447600"/>
              </a:xfrm>
              <a:prstGeom prst="roundRect">
                <a:avLst>
                  <a:gd fmla="val 16667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ulish Medium"/>
                  <a:ea typeface="Mulish Medium"/>
                  <a:cs typeface="Mulish Medium"/>
                  <a:sym typeface="Mulish Medium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Why Scriptorium exists</a:t>
            </a:r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problem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Not an engineering failure -- the agentic loop and tool dispatcher had substantially landed</a:t>
            </a:r>
            <a:endParaRPr/>
          </a:p>
          <a:p>
            <a:r>
              <a:rPr sz="1600"/>
              <a:t>Stalled from governance-before-traction</a:t>
            </a:r>
          </a:p>
          <a:p>
            <a:r>
              <a:rPr sz="1600"/>
              <a:t>18 enforcement rules, a 5-tier compliance engine, a fully vendored legal corpus</a:t>
            </a:r>
          </a:p>
          <a:p>
            <a:r>
              <a:rPr sz="1600"/>
              <a:t>All built before a single real pilot with real teachers ever ran</a:t>
            </a:r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EduStation's real failure mode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" name="Google Shape;332;p33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Stop building a dedicated agent harness -- that layer is being commoditized industry-wide</a:t>
            </a:r>
            <a:endParaRPr/>
          </a:p>
          <a:p>
            <a:r>
              <a:rPr sz="1600"/>
              <a:t>Build the layer nobody has actually solved: turning a real expert's tacit process into a portable, audited skill</a:t>
            </a:r>
          </a:p>
          <a:p>
            <a:r>
              <a:rPr sz="1600"/>
              <a:t>Every skill runs on whatever harness the consuming agent already has</a:t>
            </a:r>
          </a:p>
          <a:p>
            <a:r>
              <a:rPr sz="1600"/>
              <a:t>Scriptorium itself never calls an AI API</a:t>
            </a:r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pivot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8" name="Google Shape;338;p34"/>
          <p:cNvSpPr txBox="1"/>
          <p:nvPr>
            <p:ph idx="4" type="subTitle"/>
          </p:nvPr>
        </p:nvSpPr>
        <p:spPr>
          <a:xfrm>
            <a:off x="5029202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339" name="Google Shape;33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Two disciplines, every skill</a:t>
            </a:r>
            <a:endParaRPr/>
          </a:p>
        </p:txBody>
      </p:sp>
      <p:sp>
        <p:nvSpPr>
          <p:cNvPr id="340" name="Google Shape;340;p34"/>
          <p:cNvSpPr txBox="1"/>
          <p:nvPr>
            <p:ph idx="1" type="subTitle"/>
          </p:nvPr>
        </p:nvSpPr>
        <p:spPr>
          <a:xfrm>
            <a:off x="5029200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Where a script can decide pass or fail, a script decides it</a:t>
            </a:r>
            <a:endParaRPr/>
          </a:p>
          <a:p>
            <a:r>
              <a:rPr sz="1600"/>
              <a:t>Quality evaluation and security audit are always two separate gates</a:t>
            </a:r>
          </a:p>
        </p:txBody>
      </p:sp>
      <p:sp>
        <p:nvSpPr>
          <p:cNvPr id="341" name="Google Shape;341;p34"/>
          <p:cNvSpPr txBox="1"/>
          <p:nvPr>
            <p:ph idx="2" type="subTitle"/>
          </p:nvPr>
        </p:nvSpPr>
        <p:spPr>
          <a:xfrm>
            <a:off x="961925" y="2817076"/>
            <a:ext cx="30549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A claim without a real citable source is a bug, not a style choice</a:t>
            </a:r>
            <a:endParaRPr/>
          </a:p>
          <a:p>
            <a:r>
              <a:rPr sz="1600"/>
              <a:t>Refuses loudly rather than guessing a plausible-looking answer</a:t>
            </a:r>
          </a:p>
        </p:txBody>
      </p:sp>
      <p:sp>
        <p:nvSpPr>
          <p:cNvPr id="342" name="Google Shape;342;p34"/>
          <p:cNvSpPr txBox="1"/>
          <p:nvPr>
            <p:ph idx="3" type="subTitle"/>
          </p:nvPr>
        </p:nvSpPr>
        <p:spPr>
          <a:xfrm>
            <a:off x="961925" y="2292300"/>
            <a:ext cx="305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343" name="Google Shape;343;p34"/>
          <p:cNvSpPr/>
          <p:nvPr/>
        </p:nvSpPr>
        <p:spPr>
          <a:xfrm>
            <a:off x="1075449" y="128245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5118864" y="1282456"/>
            <a:ext cx="756300" cy="7563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grpSp>
        <p:nvGrpSpPr>
          <p:cNvPr id="345" name="Google Shape;345;p34"/>
          <p:cNvGrpSpPr/>
          <p:nvPr/>
        </p:nvGrpSpPr>
        <p:grpSpPr>
          <a:xfrm>
            <a:off x="1222892" y="1399392"/>
            <a:ext cx="461398" cy="522460"/>
            <a:chOff x="23760" y="2584080"/>
            <a:chExt cx="435240" cy="492840"/>
          </a:xfrm>
        </p:grpSpPr>
        <p:sp>
          <p:nvSpPr>
            <p:cNvPr id="346" name="Google Shape;346;p34"/>
            <p:cNvSpPr/>
            <p:nvPr/>
          </p:nvSpPr>
          <p:spPr>
            <a:xfrm>
              <a:off x="23760" y="2584080"/>
              <a:ext cx="435240" cy="492840"/>
            </a:xfrm>
            <a:custGeom>
              <a:rect b="b" l="l" r="r" t="t"/>
              <a:pathLst>
                <a:path extrusionOk="0" h="1369" w="1209">
                  <a:moveTo>
                    <a:pt x="913" y="190"/>
                  </a:moveTo>
                  <a:lnTo>
                    <a:pt x="913" y="0"/>
                  </a:lnTo>
                  <a:lnTo>
                    <a:pt x="184" y="0"/>
                  </a:lnTo>
                  <a:lnTo>
                    <a:pt x="0" y="184"/>
                  </a:lnTo>
                  <a:lnTo>
                    <a:pt x="0" y="1179"/>
                  </a:lnTo>
                  <a:lnTo>
                    <a:pt x="295" y="1179"/>
                  </a:lnTo>
                  <a:lnTo>
                    <a:pt x="295" y="1369"/>
                  </a:lnTo>
                  <a:lnTo>
                    <a:pt x="1209" y="1369"/>
                  </a:lnTo>
                  <a:lnTo>
                    <a:pt x="1209" y="190"/>
                  </a:lnTo>
                  <a:lnTo>
                    <a:pt x="913" y="190"/>
                  </a:lnTo>
                  <a:moveTo>
                    <a:pt x="210" y="87"/>
                  </a:moveTo>
                  <a:lnTo>
                    <a:pt x="210" y="211"/>
                  </a:lnTo>
                  <a:lnTo>
                    <a:pt x="87" y="211"/>
                  </a:lnTo>
                  <a:lnTo>
                    <a:pt x="210" y="87"/>
                  </a:lnTo>
                  <a:moveTo>
                    <a:pt x="80" y="1099"/>
                  </a:moveTo>
                  <a:lnTo>
                    <a:pt x="80" y="291"/>
                  </a:lnTo>
                  <a:lnTo>
                    <a:pt x="291" y="291"/>
                  </a:lnTo>
                  <a:lnTo>
                    <a:pt x="291" y="81"/>
                  </a:lnTo>
                  <a:lnTo>
                    <a:pt x="833" y="81"/>
                  </a:lnTo>
                  <a:lnTo>
                    <a:pt x="833" y="1099"/>
                  </a:lnTo>
                  <a:lnTo>
                    <a:pt x="80" y="1099"/>
                  </a:lnTo>
                  <a:moveTo>
                    <a:pt x="1129" y="1288"/>
                  </a:moveTo>
                  <a:lnTo>
                    <a:pt x="376" y="1288"/>
                  </a:lnTo>
                  <a:lnTo>
                    <a:pt x="376" y="1179"/>
                  </a:lnTo>
                  <a:lnTo>
                    <a:pt x="913" y="1179"/>
                  </a:lnTo>
                  <a:lnTo>
                    <a:pt x="913" y="270"/>
                  </a:lnTo>
                  <a:lnTo>
                    <a:pt x="1129" y="270"/>
                  </a:lnTo>
                  <a:lnTo>
                    <a:pt x="1129" y="12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94320" y="2717640"/>
              <a:ext cx="187920" cy="29160"/>
            </a:xfrm>
            <a:custGeom>
              <a:rect b="b" l="l" r="r" t="t"/>
              <a:pathLst>
                <a:path extrusionOk="0" h="81" w="522">
                  <a:moveTo>
                    <a:pt x="0" y="0"/>
                  </a:moveTo>
                  <a:lnTo>
                    <a:pt x="522" y="0"/>
                  </a:lnTo>
                  <a:lnTo>
                    <a:pt x="522" y="8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94320" y="2775600"/>
              <a:ext cx="187920" cy="28800"/>
            </a:xfrm>
            <a:custGeom>
              <a:rect b="b" l="l" r="r" t="t"/>
              <a:pathLst>
                <a:path extrusionOk="0" h="80" w="522">
                  <a:moveTo>
                    <a:pt x="0" y="0"/>
                  </a:moveTo>
                  <a:lnTo>
                    <a:pt x="522" y="0"/>
                  </a:lnTo>
                  <a:lnTo>
                    <a:pt x="522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94320" y="2832840"/>
              <a:ext cx="187920" cy="29160"/>
            </a:xfrm>
            <a:custGeom>
              <a:rect b="b" l="l" r="r" t="t"/>
              <a:pathLst>
                <a:path extrusionOk="0" h="81" w="522">
                  <a:moveTo>
                    <a:pt x="0" y="0"/>
                  </a:moveTo>
                  <a:lnTo>
                    <a:pt x="522" y="0"/>
                  </a:lnTo>
                  <a:lnTo>
                    <a:pt x="522" y="81"/>
                  </a:lnTo>
                  <a:lnTo>
                    <a:pt x="0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34"/>
          <p:cNvGrpSpPr/>
          <p:nvPr/>
        </p:nvGrpSpPr>
        <p:grpSpPr>
          <a:xfrm>
            <a:off x="5238265" y="1399193"/>
            <a:ext cx="517498" cy="522841"/>
            <a:chOff x="6392160" y="1803600"/>
            <a:chExt cx="488160" cy="493200"/>
          </a:xfrm>
        </p:grpSpPr>
        <p:sp>
          <p:nvSpPr>
            <p:cNvPr id="351" name="Google Shape;351;p34"/>
            <p:cNvSpPr/>
            <p:nvPr/>
          </p:nvSpPr>
          <p:spPr>
            <a:xfrm>
              <a:off x="6543720" y="1804320"/>
              <a:ext cx="180360" cy="231480"/>
            </a:xfrm>
            <a:custGeom>
              <a:rect b="b" l="l" r="r" t="t"/>
              <a:pathLst>
                <a:path extrusionOk="0" h="643" w="501">
                  <a:moveTo>
                    <a:pt x="501" y="490"/>
                  </a:moveTo>
                  <a:cubicBezTo>
                    <a:pt x="501" y="459"/>
                    <a:pt x="493" y="429"/>
                    <a:pt x="478" y="403"/>
                  </a:cubicBezTo>
                  <a:cubicBezTo>
                    <a:pt x="462" y="376"/>
                    <a:pt x="440" y="354"/>
                    <a:pt x="414" y="339"/>
                  </a:cubicBezTo>
                  <a:cubicBezTo>
                    <a:pt x="405" y="334"/>
                    <a:pt x="395" y="329"/>
                    <a:pt x="384" y="326"/>
                  </a:cubicBezTo>
                  <a:cubicBezTo>
                    <a:pt x="387" y="322"/>
                    <a:pt x="390" y="318"/>
                    <a:pt x="392" y="313"/>
                  </a:cubicBezTo>
                  <a:cubicBezTo>
                    <a:pt x="407" y="289"/>
                    <a:pt x="414" y="261"/>
                    <a:pt x="414" y="232"/>
                  </a:cubicBezTo>
                  <a:lnTo>
                    <a:pt x="414" y="232"/>
                  </a:lnTo>
                  <a:lnTo>
                    <a:pt x="414" y="162"/>
                  </a:lnTo>
                  <a:cubicBezTo>
                    <a:pt x="414" y="134"/>
                    <a:pt x="406" y="106"/>
                    <a:pt x="392" y="82"/>
                  </a:cubicBezTo>
                  <a:cubicBezTo>
                    <a:pt x="378" y="57"/>
                    <a:pt x="357" y="36"/>
                    <a:pt x="332" y="22"/>
                  </a:cubicBezTo>
                  <a:cubicBezTo>
                    <a:pt x="307" y="7"/>
                    <a:pt x="279" y="0"/>
                    <a:pt x="250" y="0"/>
                  </a:cubicBezTo>
                  <a:cubicBezTo>
                    <a:pt x="222" y="0"/>
                    <a:pt x="194" y="7"/>
                    <a:pt x="169" y="22"/>
                  </a:cubicBezTo>
                  <a:cubicBezTo>
                    <a:pt x="145" y="36"/>
                    <a:pt x="123" y="57"/>
                    <a:pt x="109" y="82"/>
                  </a:cubicBezTo>
                  <a:cubicBezTo>
                    <a:pt x="95" y="106"/>
                    <a:pt x="87" y="134"/>
                    <a:pt x="87" y="162"/>
                  </a:cubicBezTo>
                  <a:lnTo>
                    <a:pt x="87" y="232"/>
                  </a:lnTo>
                  <a:lnTo>
                    <a:pt x="87" y="232"/>
                  </a:lnTo>
                  <a:cubicBezTo>
                    <a:pt x="87" y="261"/>
                    <a:pt x="94" y="289"/>
                    <a:pt x="108" y="313"/>
                  </a:cubicBezTo>
                  <a:cubicBezTo>
                    <a:pt x="111" y="318"/>
                    <a:pt x="114" y="322"/>
                    <a:pt x="116" y="326"/>
                  </a:cubicBezTo>
                  <a:cubicBezTo>
                    <a:pt x="106" y="329"/>
                    <a:pt x="96" y="334"/>
                    <a:pt x="87" y="339"/>
                  </a:cubicBezTo>
                  <a:cubicBezTo>
                    <a:pt x="60" y="354"/>
                    <a:pt x="38" y="376"/>
                    <a:pt x="23" y="403"/>
                  </a:cubicBezTo>
                  <a:cubicBezTo>
                    <a:pt x="8" y="429"/>
                    <a:pt x="0" y="459"/>
                    <a:pt x="0" y="490"/>
                  </a:cubicBezTo>
                  <a:lnTo>
                    <a:pt x="0" y="643"/>
                  </a:lnTo>
                  <a:lnTo>
                    <a:pt x="501" y="643"/>
                  </a:lnTo>
                  <a:lnTo>
                    <a:pt x="501" y="490"/>
                  </a:lnTo>
                  <a:moveTo>
                    <a:pt x="167" y="162"/>
                  </a:moveTo>
                  <a:cubicBezTo>
                    <a:pt x="167" y="148"/>
                    <a:pt x="171" y="134"/>
                    <a:pt x="178" y="121"/>
                  </a:cubicBezTo>
                  <a:cubicBezTo>
                    <a:pt x="185" y="109"/>
                    <a:pt x="197" y="98"/>
                    <a:pt x="209" y="91"/>
                  </a:cubicBezTo>
                  <a:cubicBezTo>
                    <a:pt x="222" y="83"/>
                    <a:pt x="236" y="80"/>
                    <a:pt x="250" y="80"/>
                  </a:cubicBezTo>
                  <a:cubicBezTo>
                    <a:pt x="265" y="80"/>
                    <a:pt x="279" y="83"/>
                    <a:pt x="292" y="91"/>
                  </a:cubicBezTo>
                  <a:cubicBezTo>
                    <a:pt x="305" y="98"/>
                    <a:pt x="315" y="109"/>
                    <a:pt x="323" y="121"/>
                  </a:cubicBezTo>
                  <a:cubicBezTo>
                    <a:pt x="330" y="134"/>
                    <a:pt x="334" y="148"/>
                    <a:pt x="334" y="162"/>
                  </a:cubicBezTo>
                  <a:lnTo>
                    <a:pt x="334" y="232"/>
                  </a:lnTo>
                  <a:lnTo>
                    <a:pt x="334" y="233"/>
                  </a:lnTo>
                  <a:cubicBezTo>
                    <a:pt x="334" y="248"/>
                    <a:pt x="331" y="262"/>
                    <a:pt x="323" y="275"/>
                  </a:cubicBezTo>
                  <a:cubicBezTo>
                    <a:pt x="316" y="288"/>
                    <a:pt x="305" y="297"/>
                    <a:pt x="292" y="305"/>
                  </a:cubicBezTo>
                  <a:cubicBezTo>
                    <a:pt x="279" y="312"/>
                    <a:pt x="265" y="317"/>
                    <a:pt x="250" y="317"/>
                  </a:cubicBezTo>
                  <a:cubicBezTo>
                    <a:pt x="236" y="317"/>
                    <a:pt x="222" y="312"/>
                    <a:pt x="209" y="305"/>
                  </a:cubicBezTo>
                  <a:cubicBezTo>
                    <a:pt x="197" y="297"/>
                    <a:pt x="185" y="288"/>
                    <a:pt x="178" y="275"/>
                  </a:cubicBezTo>
                  <a:cubicBezTo>
                    <a:pt x="171" y="262"/>
                    <a:pt x="167" y="248"/>
                    <a:pt x="167" y="233"/>
                  </a:cubicBezTo>
                  <a:lnTo>
                    <a:pt x="167" y="232"/>
                  </a:lnTo>
                  <a:lnTo>
                    <a:pt x="167" y="162"/>
                  </a:lnTo>
                  <a:moveTo>
                    <a:pt x="421" y="563"/>
                  </a:moveTo>
                  <a:lnTo>
                    <a:pt x="80" y="563"/>
                  </a:lnTo>
                  <a:lnTo>
                    <a:pt x="80" y="490"/>
                  </a:lnTo>
                  <a:cubicBezTo>
                    <a:pt x="80" y="473"/>
                    <a:pt x="84" y="457"/>
                    <a:pt x="93" y="443"/>
                  </a:cubicBezTo>
                  <a:cubicBezTo>
                    <a:pt x="101" y="429"/>
                    <a:pt x="113" y="417"/>
                    <a:pt x="127" y="409"/>
                  </a:cubicBezTo>
                  <a:cubicBezTo>
                    <a:pt x="141" y="400"/>
                    <a:pt x="157" y="396"/>
                    <a:pt x="174" y="396"/>
                  </a:cubicBezTo>
                  <a:lnTo>
                    <a:pt x="327" y="396"/>
                  </a:lnTo>
                  <a:cubicBezTo>
                    <a:pt x="344" y="396"/>
                    <a:pt x="360" y="400"/>
                    <a:pt x="374" y="409"/>
                  </a:cubicBezTo>
                  <a:cubicBezTo>
                    <a:pt x="388" y="417"/>
                    <a:pt x="400" y="429"/>
                    <a:pt x="408" y="443"/>
                  </a:cubicBezTo>
                  <a:cubicBezTo>
                    <a:pt x="416" y="457"/>
                    <a:pt x="421" y="473"/>
                    <a:pt x="421" y="490"/>
                  </a:cubicBezTo>
                  <a:lnTo>
                    <a:pt x="421" y="5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6392160" y="2063880"/>
              <a:ext cx="483480" cy="232920"/>
            </a:xfrm>
            <a:custGeom>
              <a:rect b="b" l="l" r="r" t="t"/>
              <a:pathLst>
                <a:path extrusionOk="0" h="647" w="1343">
                  <a:moveTo>
                    <a:pt x="1234" y="317"/>
                  </a:moveTo>
                  <a:cubicBezTo>
                    <a:pt x="1249" y="292"/>
                    <a:pt x="1256" y="264"/>
                    <a:pt x="1256" y="236"/>
                  </a:cubicBezTo>
                  <a:lnTo>
                    <a:pt x="1256" y="236"/>
                  </a:lnTo>
                  <a:lnTo>
                    <a:pt x="1256" y="166"/>
                  </a:lnTo>
                  <a:cubicBezTo>
                    <a:pt x="1256" y="165"/>
                    <a:pt x="1256" y="165"/>
                    <a:pt x="1256" y="164"/>
                  </a:cubicBezTo>
                  <a:cubicBezTo>
                    <a:pt x="1256" y="135"/>
                    <a:pt x="1249" y="107"/>
                    <a:pt x="1234" y="82"/>
                  </a:cubicBezTo>
                  <a:cubicBezTo>
                    <a:pt x="1220" y="57"/>
                    <a:pt x="1199" y="36"/>
                    <a:pt x="1174" y="22"/>
                  </a:cubicBezTo>
                  <a:cubicBezTo>
                    <a:pt x="1149" y="7"/>
                    <a:pt x="1121" y="0"/>
                    <a:pt x="1092" y="0"/>
                  </a:cubicBezTo>
                  <a:cubicBezTo>
                    <a:pt x="1064" y="0"/>
                    <a:pt x="1036" y="7"/>
                    <a:pt x="1011" y="22"/>
                  </a:cubicBezTo>
                  <a:cubicBezTo>
                    <a:pt x="986" y="36"/>
                    <a:pt x="966" y="57"/>
                    <a:pt x="951" y="82"/>
                  </a:cubicBezTo>
                  <a:cubicBezTo>
                    <a:pt x="937" y="107"/>
                    <a:pt x="929" y="135"/>
                    <a:pt x="929" y="164"/>
                  </a:cubicBezTo>
                  <a:cubicBezTo>
                    <a:pt x="929" y="165"/>
                    <a:pt x="929" y="165"/>
                    <a:pt x="929" y="166"/>
                  </a:cubicBezTo>
                  <a:lnTo>
                    <a:pt x="929" y="236"/>
                  </a:lnTo>
                  <a:lnTo>
                    <a:pt x="929" y="236"/>
                  </a:lnTo>
                  <a:cubicBezTo>
                    <a:pt x="929" y="264"/>
                    <a:pt x="936" y="292"/>
                    <a:pt x="951" y="317"/>
                  </a:cubicBezTo>
                  <a:cubicBezTo>
                    <a:pt x="953" y="321"/>
                    <a:pt x="956" y="325"/>
                    <a:pt x="958" y="329"/>
                  </a:cubicBezTo>
                  <a:cubicBezTo>
                    <a:pt x="948" y="333"/>
                    <a:pt x="938" y="338"/>
                    <a:pt x="929" y="343"/>
                  </a:cubicBezTo>
                  <a:cubicBezTo>
                    <a:pt x="911" y="353"/>
                    <a:pt x="895" y="367"/>
                    <a:pt x="882" y="383"/>
                  </a:cubicBezTo>
                  <a:cubicBezTo>
                    <a:pt x="869" y="367"/>
                    <a:pt x="853" y="353"/>
                    <a:pt x="835" y="343"/>
                  </a:cubicBezTo>
                  <a:cubicBezTo>
                    <a:pt x="826" y="338"/>
                    <a:pt x="816" y="333"/>
                    <a:pt x="806" y="329"/>
                  </a:cubicBezTo>
                  <a:cubicBezTo>
                    <a:pt x="808" y="325"/>
                    <a:pt x="811" y="321"/>
                    <a:pt x="813" y="317"/>
                  </a:cubicBezTo>
                  <a:cubicBezTo>
                    <a:pt x="828" y="292"/>
                    <a:pt x="835" y="264"/>
                    <a:pt x="835" y="236"/>
                  </a:cubicBezTo>
                  <a:lnTo>
                    <a:pt x="835" y="236"/>
                  </a:lnTo>
                  <a:lnTo>
                    <a:pt x="835" y="166"/>
                  </a:lnTo>
                  <a:cubicBezTo>
                    <a:pt x="835" y="165"/>
                    <a:pt x="835" y="165"/>
                    <a:pt x="835" y="164"/>
                  </a:cubicBezTo>
                  <a:cubicBezTo>
                    <a:pt x="835" y="135"/>
                    <a:pt x="828" y="107"/>
                    <a:pt x="813" y="82"/>
                  </a:cubicBezTo>
                  <a:cubicBezTo>
                    <a:pt x="799" y="57"/>
                    <a:pt x="778" y="36"/>
                    <a:pt x="753" y="22"/>
                  </a:cubicBezTo>
                  <a:cubicBezTo>
                    <a:pt x="728" y="7"/>
                    <a:pt x="700" y="0"/>
                    <a:pt x="671" y="0"/>
                  </a:cubicBezTo>
                  <a:cubicBezTo>
                    <a:pt x="643" y="0"/>
                    <a:pt x="615" y="7"/>
                    <a:pt x="590" y="22"/>
                  </a:cubicBezTo>
                  <a:cubicBezTo>
                    <a:pt x="566" y="36"/>
                    <a:pt x="545" y="57"/>
                    <a:pt x="530" y="82"/>
                  </a:cubicBezTo>
                  <a:cubicBezTo>
                    <a:pt x="516" y="107"/>
                    <a:pt x="508" y="135"/>
                    <a:pt x="508" y="164"/>
                  </a:cubicBezTo>
                  <a:cubicBezTo>
                    <a:pt x="508" y="165"/>
                    <a:pt x="508" y="165"/>
                    <a:pt x="508" y="166"/>
                  </a:cubicBezTo>
                  <a:lnTo>
                    <a:pt x="508" y="236"/>
                  </a:lnTo>
                  <a:lnTo>
                    <a:pt x="508" y="236"/>
                  </a:lnTo>
                  <a:cubicBezTo>
                    <a:pt x="508" y="264"/>
                    <a:pt x="515" y="292"/>
                    <a:pt x="530" y="317"/>
                  </a:cubicBezTo>
                  <a:cubicBezTo>
                    <a:pt x="532" y="321"/>
                    <a:pt x="535" y="325"/>
                    <a:pt x="537" y="329"/>
                  </a:cubicBezTo>
                  <a:cubicBezTo>
                    <a:pt x="527" y="333"/>
                    <a:pt x="517" y="338"/>
                    <a:pt x="508" y="343"/>
                  </a:cubicBezTo>
                  <a:cubicBezTo>
                    <a:pt x="490" y="353"/>
                    <a:pt x="474" y="367"/>
                    <a:pt x="461" y="383"/>
                  </a:cubicBezTo>
                  <a:cubicBezTo>
                    <a:pt x="448" y="367"/>
                    <a:pt x="432" y="353"/>
                    <a:pt x="414" y="343"/>
                  </a:cubicBezTo>
                  <a:cubicBezTo>
                    <a:pt x="405" y="338"/>
                    <a:pt x="395" y="333"/>
                    <a:pt x="384" y="329"/>
                  </a:cubicBezTo>
                  <a:cubicBezTo>
                    <a:pt x="387" y="325"/>
                    <a:pt x="390" y="321"/>
                    <a:pt x="392" y="317"/>
                  </a:cubicBezTo>
                  <a:cubicBezTo>
                    <a:pt x="407" y="292"/>
                    <a:pt x="414" y="264"/>
                    <a:pt x="414" y="236"/>
                  </a:cubicBezTo>
                  <a:lnTo>
                    <a:pt x="414" y="236"/>
                  </a:lnTo>
                  <a:lnTo>
                    <a:pt x="414" y="166"/>
                  </a:lnTo>
                  <a:cubicBezTo>
                    <a:pt x="414" y="165"/>
                    <a:pt x="414" y="165"/>
                    <a:pt x="414" y="164"/>
                  </a:cubicBezTo>
                  <a:cubicBezTo>
                    <a:pt x="414" y="135"/>
                    <a:pt x="407" y="107"/>
                    <a:pt x="392" y="82"/>
                  </a:cubicBezTo>
                  <a:cubicBezTo>
                    <a:pt x="378" y="57"/>
                    <a:pt x="357" y="36"/>
                    <a:pt x="332" y="22"/>
                  </a:cubicBezTo>
                  <a:cubicBezTo>
                    <a:pt x="307" y="7"/>
                    <a:pt x="279" y="0"/>
                    <a:pt x="250" y="0"/>
                  </a:cubicBezTo>
                  <a:cubicBezTo>
                    <a:pt x="222" y="0"/>
                    <a:pt x="194" y="7"/>
                    <a:pt x="169" y="22"/>
                  </a:cubicBezTo>
                  <a:cubicBezTo>
                    <a:pt x="145" y="36"/>
                    <a:pt x="124" y="57"/>
                    <a:pt x="109" y="82"/>
                  </a:cubicBezTo>
                  <a:cubicBezTo>
                    <a:pt x="95" y="107"/>
                    <a:pt x="87" y="135"/>
                    <a:pt x="87" y="164"/>
                  </a:cubicBezTo>
                  <a:cubicBezTo>
                    <a:pt x="87" y="165"/>
                    <a:pt x="87" y="165"/>
                    <a:pt x="87" y="166"/>
                  </a:cubicBezTo>
                  <a:lnTo>
                    <a:pt x="87" y="236"/>
                  </a:lnTo>
                  <a:lnTo>
                    <a:pt x="87" y="236"/>
                  </a:lnTo>
                  <a:cubicBezTo>
                    <a:pt x="87" y="264"/>
                    <a:pt x="94" y="292"/>
                    <a:pt x="108" y="317"/>
                  </a:cubicBezTo>
                  <a:cubicBezTo>
                    <a:pt x="111" y="321"/>
                    <a:pt x="114" y="325"/>
                    <a:pt x="116" y="329"/>
                  </a:cubicBezTo>
                  <a:cubicBezTo>
                    <a:pt x="106" y="333"/>
                    <a:pt x="96" y="338"/>
                    <a:pt x="87" y="343"/>
                  </a:cubicBezTo>
                  <a:cubicBezTo>
                    <a:pt x="60" y="358"/>
                    <a:pt x="38" y="380"/>
                    <a:pt x="23" y="407"/>
                  </a:cubicBezTo>
                  <a:cubicBezTo>
                    <a:pt x="8" y="433"/>
                    <a:pt x="0" y="463"/>
                    <a:pt x="0" y="494"/>
                  </a:cubicBezTo>
                  <a:lnTo>
                    <a:pt x="0" y="647"/>
                  </a:lnTo>
                  <a:lnTo>
                    <a:pt x="1343" y="647"/>
                  </a:lnTo>
                  <a:lnTo>
                    <a:pt x="1343" y="494"/>
                  </a:lnTo>
                  <a:cubicBezTo>
                    <a:pt x="1343" y="463"/>
                    <a:pt x="1335" y="433"/>
                    <a:pt x="1320" y="407"/>
                  </a:cubicBezTo>
                  <a:cubicBezTo>
                    <a:pt x="1305" y="380"/>
                    <a:pt x="1283" y="358"/>
                    <a:pt x="1256" y="343"/>
                  </a:cubicBezTo>
                  <a:cubicBezTo>
                    <a:pt x="1247" y="338"/>
                    <a:pt x="1237" y="333"/>
                    <a:pt x="1227" y="329"/>
                  </a:cubicBezTo>
                  <a:cubicBezTo>
                    <a:pt x="1229" y="325"/>
                    <a:pt x="1232" y="321"/>
                    <a:pt x="1234" y="317"/>
                  </a:cubicBezTo>
                  <a:moveTo>
                    <a:pt x="167" y="166"/>
                  </a:moveTo>
                  <a:cubicBezTo>
                    <a:pt x="167" y="165"/>
                    <a:pt x="167" y="165"/>
                    <a:pt x="167" y="164"/>
                  </a:cubicBezTo>
                  <a:cubicBezTo>
                    <a:pt x="167" y="150"/>
                    <a:pt x="171" y="135"/>
                    <a:pt x="178" y="123"/>
                  </a:cubicBezTo>
                  <a:cubicBezTo>
                    <a:pt x="185" y="110"/>
                    <a:pt x="197" y="99"/>
                    <a:pt x="209" y="92"/>
                  </a:cubicBezTo>
                  <a:cubicBezTo>
                    <a:pt x="222" y="84"/>
                    <a:pt x="236" y="81"/>
                    <a:pt x="250" y="81"/>
                  </a:cubicBezTo>
                  <a:cubicBezTo>
                    <a:pt x="265" y="81"/>
                    <a:pt x="279" y="84"/>
                    <a:pt x="292" y="92"/>
                  </a:cubicBezTo>
                  <a:cubicBezTo>
                    <a:pt x="305" y="99"/>
                    <a:pt x="316" y="110"/>
                    <a:pt x="323" y="123"/>
                  </a:cubicBezTo>
                  <a:cubicBezTo>
                    <a:pt x="331" y="135"/>
                    <a:pt x="334" y="150"/>
                    <a:pt x="334" y="164"/>
                  </a:cubicBezTo>
                  <a:cubicBezTo>
                    <a:pt x="334" y="165"/>
                    <a:pt x="334" y="165"/>
                    <a:pt x="334" y="166"/>
                  </a:cubicBezTo>
                  <a:lnTo>
                    <a:pt x="334" y="236"/>
                  </a:lnTo>
                  <a:lnTo>
                    <a:pt x="334" y="237"/>
                  </a:lnTo>
                  <a:cubicBezTo>
                    <a:pt x="334" y="252"/>
                    <a:pt x="331" y="266"/>
                    <a:pt x="323" y="279"/>
                  </a:cubicBezTo>
                  <a:cubicBezTo>
                    <a:pt x="316" y="291"/>
                    <a:pt x="305" y="301"/>
                    <a:pt x="292" y="309"/>
                  </a:cubicBezTo>
                  <a:cubicBezTo>
                    <a:pt x="279" y="316"/>
                    <a:pt x="265" y="320"/>
                    <a:pt x="250" y="320"/>
                  </a:cubicBezTo>
                  <a:cubicBezTo>
                    <a:pt x="236" y="320"/>
                    <a:pt x="222" y="316"/>
                    <a:pt x="209" y="309"/>
                  </a:cubicBezTo>
                  <a:cubicBezTo>
                    <a:pt x="197" y="301"/>
                    <a:pt x="185" y="291"/>
                    <a:pt x="178" y="279"/>
                  </a:cubicBezTo>
                  <a:cubicBezTo>
                    <a:pt x="171" y="266"/>
                    <a:pt x="167" y="252"/>
                    <a:pt x="167" y="237"/>
                  </a:cubicBezTo>
                  <a:lnTo>
                    <a:pt x="167" y="236"/>
                  </a:lnTo>
                  <a:lnTo>
                    <a:pt x="167" y="166"/>
                  </a:lnTo>
                  <a:moveTo>
                    <a:pt x="421" y="566"/>
                  </a:moveTo>
                  <a:lnTo>
                    <a:pt x="80" y="566"/>
                  </a:lnTo>
                  <a:lnTo>
                    <a:pt x="80" y="494"/>
                  </a:lnTo>
                  <a:cubicBezTo>
                    <a:pt x="80" y="477"/>
                    <a:pt x="84" y="461"/>
                    <a:pt x="92" y="447"/>
                  </a:cubicBezTo>
                  <a:cubicBezTo>
                    <a:pt x="101" y="433"/>
                    <a:pt x="112" y="421"/>
                    <a:pt x="127" y="412"/>
                  </a:cubicBezTo>
                  <a:cubicBezTo>
                    <a:pt x="141" y="404"/>
                    <a:pt x="157" y="400"/>
                    <a:pt x="173" y="400"/>
                  </a:cubicBezTo>
                  <a:lnTo>
                    <a:pt x="327" y="400"/>
                  </a:lnTo>
                  <a:cubicBezTo>
                    <a:pt x="343" y="400"/>
                    <a:pt x="360" y="404"/>
                    <a:pt x="374" y="412"/>
                  </a:cubicBezTo>
                  <a:cubicBezTo>
                    <a:pt x="388" y="421"/>
                    <a:pt x="400" y="433"/>
                    <a:pt x="408" y="447"/>
                  </a:cubicBezTo>
                  <a:cubicBezTo>
                    <a:pt x="416" y="461"/>
                    <a:pt x="421" y="477"/>
                    <a:pt x="421" y="494"/>
                  </a:cubicBezTo>
                  <a:lnTo>
                    <a:pt x="421" y="566"/>
                  </a:lnTo>
                  <a:moveTo>
                    <a:pt x="588" y="166"/>
                  </a:moveTo>
                  <a:cubicBezTo>
                    <a:pt x="588" y="165"/>
                    <a:pt x="588" y="165"/>
                    <a:pt x="588" y="164"/>
                  </a:cubicBezTo>
                  <a:cubicBezTo>
                    <a:pt x="588" y="150"/>
                    <a:pt x="592" y="135"/>
                    <a:pt x="599" y="123"/>
                  </a:cubicBezTo>
                  <a:cubicBezTo>
                    <a:pt x="606" y="110"/>
                    <a:pt x="618" y="99"/>
                    <a:pt x="630" y="92"/>
                  </a:cubicBezTo>
                  <a:cubicBezTo>
                    <a:pt x="643" y="84"/>
                    <a:pt x="657" y="81"/>
                    <a:pt x="671" y="81"/>
                  </a:cubicBezTo>
                  <a:cubicBezTo>
                    <a:pt x="686" y="81"/>
                    <a:pt x="700" y="84"/>
                    <a:pt x="713" y="92"/>
                  </a:cubicBezTo>
                  <a:cubicBezTo>
                    <a:pt x="726" y="99"/>
                    <a:pt x="737" y="110"/>
                    <a:pt x="744" y="123"/>
                  </a:cubicBezTo>
                  <a:cubicBezTo>
                    <a:pt x="752" y="135"/>
                    <a:pt x="755" y="150"/>
                    <a:pt x="755" y="164"/>
                  </a:cubicBezTo>
                  <a:cubicBezTo>
                    <a:pt x="755" y="165"/>
                    <a:pt x="755" y="165"/>
                    <a:pt x="755" y="166"/>
                  </a:cubicBezTo>
                  <a:lnTo>
                    <a:pt x="755" y="236"/>
                  </a:lnTo>
                  <a:lnTo>
                    <a:pt x="755" y="237"/>
                  </a:lnTo>
                  <a:cubicBezTo>
                    <a:pt x="755" y="252"/>
                    <a:pt x="752" y="266"/>
                    <a:pt x="744" y="279"/>
                  </a:cubicBezTo>
                  <a:cubicBezTo>
                    <a:pt x="737" y="291"/>
                    <a:pt x="726" y="301"/>
                    <a:pt x="713" y="309"/>
                  </a:cubicBezTo>
                  <a:cubicBezTo>
                    <a:pt x="700" y="316"/>
                    <a:pt x="686" y="320"/>
                    <a:pt x="671" y="320"/>
                  </a:cubicBezTo>
                  <a:cubicBezTo>
                    <a:pt x="657" y="320"/>
                    <a:pt x="643" y="316"/>
                    <a:pt x="630" y="309"/>
                  </a:cubicBezTo>
                  <a:cubicBezTo>
                    <a:pt x="618" y="301"/>
                    <a:pt x="606" y="291"/>
                    <a:pt x="599" y="279"/>
                  </a:cubicBezTo>
                  <a:cubicBezTo>
                    <a:pt x="592" y="266"/>
                    <a:pt x="588" y="252"/>
                    <a:pt x="588" y="237"/>
                  </a:cubicBezTo>
                  <a:lnTo>
                    <a:pt x="588" y="236"/>
                  </a:lnTo>
                  <a:lnTo>
                    <a:pt x="588" y="166"/>
                  </a:lnTo>
                  <a:moveTo>
                    <a:pt x="842" y="566"/>
                  </a:moveTo>
                  <a:lnTo>
                    <a:pt x="501" y="566"/>
                  </a:lnTo>
                  <a:lnTo>
                    <a:pt x="501" y="494"/>
                  </a:lnTo>
                  <a:cubicBezTo>
                    <a:pt x="501" y="477"/>
                    <a:pt x="505" y="461"/>
                    <a:pt x="514" y="447"/>
                  </a:cubicBezTo>
                  <a:cubicBezTo>
                    <a:pt x="522" y="433"/>
                    <a:pt x="534" y="421"/>
                    <a:pt x="548" y="412"/>
                  </a:cubicBezTo>
                  <a:cubicBezTo>
                    <a:pt x="562" y="404"/>
                    <a:pt x="578" y="400"/>
                    <a:pt x="595" y="400"/>
                  </a:cubicBezTo>
                  <a:lnTo>
                    <a:pt x="748" y="400"/>
                  </a:lnTo>
                  <a:cubicBezTo>
                    <a:pt x="765" y="400"/>
                    <a:pt x="781" y="404"/>
                    <a:pt x="795" y="412"/>
                  </a:cubicBezTo>
                  <a:cubicBezTo>
                    <a:pt x="809" y="421"/>
                    <a:pt x="821" y="433"/>
                    <a:pt x="829" y="447"/>
                  </a:cubicBezTo>
                  <a:cubicBezTo>
                    <a:pt x="837" y="461"/>
                    <a:pt x="842" y="477"/>
                    <a:pt x="842" y="494"/>
                  </a:cubicBezTo>
                  <a:lnTo>
                    <a:pt x="842" y="566"/>
                  </a:lnTo>
                  <a:moveTo>
                    <a:pt x="1009" y="166"/>
                  </a:moveTo>
                  <a:lnTo>
                    <a:pt x="1009" y="166"/>
                  </a:lnTo>
                  <a:cubicBezTo>
                    <a:pt x="1009" y="151"/>
                    <a:pt x="1013" y="137"/>
                    <a:pt x="1020" y="124"/>
                  </a:cubicBezTo>
                  <a:cubicBezTo>
                    <a:pt x="1028" y="111"/>
                    <a:pt x="1039" y="100"/>
                    <a:pt x="1051" y="93"/>
                  </a:cubicBezTo>
                  <a:cubicBezTo>
                    <a:pt x="1064" y="85"/>
                    <a:pt x="1078" y="82"/>
                    <a:pt x="1092" y="82"/>
                  </a:cubicBezTo>
                  <a:cubicBezTo>
                    <a:pt x="1107" y="82"/>
                    <a:pt x="1122" y="85"/>
                    <a:pt x="1134" y="93"/>
                  </a:cubicBezTo>
                  <a:cubicBezTo>
                    <a:pt x="1147" y="100"/>
                    <a:pt x="1158" y="111"/>
                    <a:pt x="1165" y="124"/>
                  </a:cubicBezTo>
                  <a:cubicBezTo>
                    <a:pt x="1173" y="137"/>
                    <a:pt x="1176" y="151"/>
                    <a:pt x="1176" y="166"/>
                  </a:cubicBezTo>
                  <a:lnTo>
                    <a:pt x="1176" y="166"/>
                  </a:lnTo>
                  <a:lnTo>
                    <a:pt x="1176" y="236"/>
                  </a:lnTo>
                  <a:lnTo>
                    <a:pt x="1176" y="236"/>
                  </a:lnTo>
                  <a:cubicBezTo>
                    <a:pt x="1176" y="250"/>
                    <a:pt x="1173" y="264"/>
                    <a:pt x="1165" y="277"/>
                  </a:cubicBezTo>
                  <a:cubicBezTo>
                    <a:pt x="1158" y="289"/>
                    <a:pt x="1147" y="301"/>
                    <a:pt x="1134" y="308"/>
                  </a:cubicBezTo>
                  <a:cubicBezTo>
                    <a:pt x="1122" y="315"/>
                    <a:pt x="1107" y="319"/>
                    <a:pt x="1092" y="319"/>
                  </a:cubicBezTo>
                  <a:cubicBezTo>
                    <a:pt x="1078" y="319"/>
                    <a:pt x="1064" y="315"/>
                    <a:pt x="1051" y="308"/>
                  </a:cubicBezTo>
                  <a:cubicBezTo>
                    <a:pt x="1039" y="301"/>
                    <a:pt x="1028" y="289"/>
                    <a:pt x="1020" y="277"/>
                  </a:cubicBezTo>
                  <a:cubicBezTo>
                    <a:pt x="1013" y="264"/>
                    <a:pt x="1009" y="250"/>
                    <a:pt x="1009" y="236"/>
                  </a:cubicBezTo>
                  <a:lnTo>
                    <a:pt x="1009" y="236"/>
                  </a:lnTo>
                  <a:lnTo>
                    <a:pt x="1009" y="166"/>
                  </a:lnTo>
                  <a:moveTo>
                    <a:pt x="1263" y="566"/>
                  </a:moveTo>
                  <a:lnTo>
                    <a:pt x="922" y="566"/>
                  </a:lnTo>
                  <a:lnTo>
                    <a:pt x="922" y="494"/>
                  </a:lnTo>
                  <a:cubicBezTo>
                    <a:pt x="922" y="477"/>
                    <a:pt x="926" y="461"/>
                    <a:pt x="935" y="447"/>
                  </a:cubicBezTo>
                  <a:cubicBezTo>
                    <a:pt x="943" y="433"/>
                    <a:pt x="955" y="421"/>
                    <a:pt x="969" y="412"/>
                  </a:cubicBezTo>
                  <a:cubicBezTo>
                    <a:pt x="983" y="404"/>
                    <a:pt x="999" y="400"/>
                    <a:pt x="1016" y="400"/>
                  </a:cubicBezTo>
                  <a:lnTo>
                    <a:pt x="1169" y="400"/>
                  </a:lnTo>
                  <a:cubicBezTo>
                    <a:pt x="1186" y="400"/>
                    <a:pt x="1202" y="404"/>
                    <a:pt x="1216" y="412"/>
                  </a:cubicBezTo>
                  <a:cubicBezTo>
                    <a:pt x="1230" y="421"/>
                    <a:pt x="1242" y="433"/>
                    <a:pt x="1250" y="447"/>
                  </a:cubicBezTo>
                  <a:cubicBezTo>
                    <a:pt x="1259" y="461"/>
                    <a:pt x="1263" y="477"/>
                    <a:pt x="1263" y="494"/>
                  </a:cubicBezTo>
                  <a:lnTo>
                    <a:pt x="1263" y="5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6718680" y="1803600"/>
              <a:ext cx="161640" cy="135720"/>
            </a:xfrm>
            <a:custGeom>
              <a:rect b="b" l="l" r="r" t="t"/>
              <a:pathLst>
                <a:path extrusionOk="0" h="377" w="449">
                  <a:moveTo>
                    <a:pt x="82" y="0"/>
                  </a:moveTo>
                  <a:lnTo>
                    <a:pt x="82" y="238"/>
                  </a:lnTo>
                  <a:lnTo>
                    <a:pt x="0" y="320"/>
                  </a:lnTo>
                  <a:lnTo>
                    <a:pt x="57" y="377"/>
                  </a:lnTo>
                  <a:lnTo>
                    <a:pt x="139" y="294"/>
                  </a:lnTo>
                  <a:lnTo>
                    <a:pt x="449" y="294"/>
                  </a:lnTo>
                  <a:lnTo>
                    <a:pt x="449" y="0"/>
                  </a:lnTo>
                  <a:lnTo>
                    <a:pt x="82" y="0"/>
                  </a:lnTo>
                  <a:moveTo>
                    <a:pt x="369" y="214"/>
                  </a:moveTo>
                  <a:lnTo>
                    <a:pt x="162" y="214"/>
                  </a:lnTo>
                  <a:lnTo>
                    <a:pt x="162" y="80"/>
                  </a:lnTo>
                  <a:lnTo>
                    <a:pt x="369" y="80"/>
                  </a:lnTo>
                  <a:lnTo>
                    <a:pt x="369" y="21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52" name="Google Shape;952;p50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The 9-step pipeline</a:t>
            </a:r>
            <a:endParaRPr/>
          </a:p>
        </p:txBody>
      </p:sp>
      <p:sp>
        <p:nvSpPr>
          <p:cNvPr id="953" name="Google Shape;953;p50"/>
          <p:cNvSpPr txBox="1"/>
          <p:nvPr>
            <p:ph idx="1" type="subTitle"/>
          </p:nvPr>
        </p:nvSpPr>
        <p:spPr>
          <a:xfrm>
            <a:off x="722375" y="1115425"/>
            <a:ext cx="7708500" cy="14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Research and elicit a real tacit process from a real source</a:t>
            </a:r>
            <a:endParaRPr/>
          </a:p>
          <a:p>
            <a:r>
              <a:rPr sz="1600"/>
              <a:t>skill-creator builds the artifact</a:t>
            </a:r>
          </a:p>
          <a:p>
            <a:r>
              <a:rPr sz="1600"/>
              <a:t>Quality evaluation across at least two harnesses</a:t>
            </a:r>
          </a:p>
          <a:p>
            <a:r>
              <a:rPr sz="1600"/>
              <a:t>Security audit -- a separate stage, never merged with quality eval</a:t>
            </a:r>
          </a:p>
          <a:p>
            <a:r>
              <a:rPr sz="1600"/>
              <a:t>Scout and harvest existing prior art, license-compliance check</a:t>
            </a:r>
          </a:p>
          <a:p>
            <a:r>
              <a:rPr sz="1600"/>
              <a:t>Dedup and novelty check, then a registry entry</a:t>
            </a:r>
          </a:p>
        </p:txBody>
      </p:sp>
      <p:cxnSp>
        <p:nvCxnSpPr>
          <p:cNvPr id="954" name="Google Shape;954;p50"/>
          <p:cNvCxnSpPr/>
          <p:nvPr/>
        </p:nvCxnSpPr>
        <p:spPr>
          <a:xfrm>
            <a:off x="1658740" y="2790625"/>
            <a:ext cx="32700" cy="324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5" name="Google Shape;955;p50"/>
          <p:cNvCxnSpPr/>
          <p:nvPr/>
        </p:nvCxnSpPr>
        <p:spPr>
          <a:xfrm>
            <a:off x="1789060" y="2736625"/>
            <a:ext cx="0" cy="462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956" name="Google Shape;956;p50"/>
          <p:cNvCxnSpPr/>
          <p:nvPr/>
        </p:nvCxnSpPr>
        <p:spPr>
          <a:xfrm flipH="1">
            <a:off x="1887040" y="2790625"/>
            <a:ext cx="32700" cy="32400"/>
          </a:xfrm>
          <a:prstGeom prst="straightConnector1">
            <a:avLst/>
          </a:prstGeom>
          <a:noFill/>
          <a:ln cap="rnd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957" name="Google Shape;957;p50"/>
          <p:cNvGrpSpPr/>
          <p:nvPr/>
        </p:nvGrpSpPr>
        <p:grpSpPr>
          <a:xfrm>
            <a:off x="1105055" y="2795305"/>
            <a:ext cx="1681200" cy="1818025"/>
            <a:chOff x="722380" y="2795305"/>
            <a:chExt cx="1681200" cy="1818025"/>
          </a:xfrm>
        </p:grpSpPr>
        <p:sp>
          <p:nvSpPr>
            <p:cNvPr id="958" name="Google Shape;958;p50"/>
            <p:cNvSpPr/>
            <p:nvPr/>
          </p:nvSpPr>
          <p:spPr>
            <a:xfrm>
              <a:off x="1853860" y="4301185"/>
              <a:ext cx="190440" cy="256320"/>
            </a:xfrm>
            <a:custGeom>
              <a:rect b="b" l="l" r="r" t="t"/>
              <a:pathLst>
                <a:path extrusionOk="0" h="712" w="529">
                  <a:moveTo>
                    <a:pt x="57" y="0"/>
                  </a:moveTo>
                  <a:cubicBezTo>
                    <a:pt x="83" y="318"/>
                    <a:pt x="-24" y="570"/>
                    <a:pt x="5" y="648"/>
                  </a:cubicBezTo>
                  <a:cubicBezTo>
                    <a:pt x="34" y="726"/>
                    <a:pt x="562" y="717"/>
                    <a:pt x="527" y="702"/>
                  </a:cubicBezTo>
                  <a:cubicBezTo>
                    <a:pt x="433" y="659"/>
                    <a:pt x="274" y="500"/>
                    <a:pt x="274" y="500"/>
                  </a:cubicBezTo>
                  <a:cubicBezTo>
                    <a:pt x="274" y="500"/>
                    <a:pt x="274" y="332"/>
                    <a:pt x="305" y="96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0"/>
            <p:cNvSpPr/>
            <p:nvPr/>
          </p:nvSpPr>
          <p:spPr>
            <a:xfrm>
              <a:off x="1327180" y="4323505"/>
              <a:ext cx="377640" cy="186480"/>
            </a:xfrm>
            <a:custGeom>
              <a:rect b="b" l="l" r="r" t="t"/>
              <a:pathLst>
                <a:path extrusionOk="0" fill="none" h="518" w="1049">
                  <a:moveTo>
                    <a:pt x="1049" y="518"/>
                  </a:moveTo>
                  <a:lnTo>
                    <a:pt x="1049" y="399"/>
                  </a:lnTo>
                  <a:cubicBezTo>
                    <a:pt x="1049" y="179"/>
                    <a:pt x="871" y="0"/>
                    <a:pt x="650" y="0"/>
                  </a:cubicBezTo>
                  <a:lnTo>
                    <a:pt x="400" y="0"/>
                  </a:lnTo>
                  <a:cubicBezTo>
                    <a:pt x="179" y="0"/>
                    <a:pt x="0" y="179"/>
                    <a:pt x="0" y="399"/>
                  </a:cubicBezTo>
                  <a:lnTo>
                    <a:pt x="0" y="518"/>
                  </a:lnTo>
                </a:path>
              </a:pathLst>
            </a:cu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47150" lIns="92150" spcFirstLastPara="1" rIns="92150" wrap="square" tIns="4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0"/>
            <p:cNvSpPr/>
            <p:nvPr/>
          </p:nvSpPr>
          <p:spPr>
            <a:xfrm>
              <a:off x="1661980" y="4414585"/>
              <a:ext cx="95760" cy="95400"/>
            </a:xfrm>
            <a:custGeom>
              <a:rect b="b" l="l" r="r" t="t"/>
              <a:pathLst>
                <a:path extrusionOk="0" h="265" w="266">
                  <a:moveTo>
                    <a:pt x="226" y="38"/>
                  </a:moveTo>
                  <a:cubicBezTo>
                    <a:pt x="243" y="55"/>
                    <a:pt x="255" y="76"/>
                    <a:pt x="261" y="98"/>
                  </a:cubicBezTo>
                  <a:cubicBezTo>
                    <a:pt x="267" y="121"/>
                    <a:pt x="267" y="144"/>
                    <a:pt x="261" y="166"/>
                  </a:cubicBezTo>
                  <a:cubicBezTo>
                    <a:pt x="255" y="189"/>
                    <a:pt x="243" y="210"/>
                    <a:pt x="226" y="226"/>
                  </a:cubicBezTo>
                  <a:cubicBezTo>
                    <a:pt x="210" y="243"/>
                    <a:pt x="190" y="254"/>
                    <a:pt x="167" y="260"/>
                  </a:cubicBezTo>
                  <a:cubicBezTo>
                    <a:pt x="145" y="266"/>
                    <a:pt x="121" y="266"/>
                    <a:pt x="98" y="260"/>
                  </a:cubicBezTo>
                  <a:cubicBezTo>
                    <a:pt x="76" y="254"/>
                    <a:pt x="56" y="243"/>
                    <a:pt x="39" y="226"/>
                  </a:cubicBezTo>
                  <a:cubicBezTo>
                    <a:pt x="23" y="210"/>
                    <a:pt x="10" y="189"/>
                    <a:pt x="4" y="166"/>
                  </a:cubicBezTo>
                  <a:cubicBezTo>
                    <a:pt x="-2" y="144"/>
                    <a:pt x="-2" y="120"/>
                    <a:pt x="4" y="98"/>
                  </a:cubicBezTo>
                  <a:cubicBezTo>
                    <a:pt x="10" y="75"/>
                    <a:pt x="23" y="55"/>
                    <a:pt x="39" y="38"/>
                  </a:cubicBezTo>
                  <a:cubicBezTo>
                    <a:pt x="56" y="22"/>
                    <a:pt x="76" y="10"/>
                    <a:pt x="98" y="4"/>
                  </a:cubicBezTo>
                  <a:cubicBezTo>
                    <a:pt x="121" y="-2"/>
                    <a:pt x="144" y="-2"/>
                    <a:pt x="167" y="4"/>
                  </a:cubicBezTo>
                  <a:cubicBezTo>
                    <a:pt x="189" y="10"/>
                    <a:pt x="210" y="22"/>
                    <a:pt x="226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0"/>
            <p:cNvSpPr/>
            <p:nvPr/>
          </p:nvSpPr>
          <p:spPr>
            <a:xfrm>
              <a:off x="1686820" y="4439065"/>
              <a:ext cx="45720" cy="46080"/>
            </a:xfrm>
            <a:custGeom>
              <a:rect b="b" l="l" r="r" t="t"/>
              <a:pathLst>
                <a:path extrusionOk="0" h="128" w="127">
                  <a:moveTo>
                    <a:pt x="0" y="64"/>
                  </a:moveTo>
                  <a:lnTo>
                    <a:pt x="0" y="64"/>
                  </a:lnTo>
                  <a:cubicBezTo>
                    <a:pt x="0" y="53"/>
                    <a:pt x="3" y="42"/>
                    <a:pt x="8" y="32"/>
                  </a:cubicBezTo>
                  <a:cubicBezTo>
                    <a:pt x="14" y="22"/>
                    <a:pt x="23" y="15"/>
                    <a:pt x="32" y="9"/>
                  </a:cubicBezTo>
                  <a:cubicBezTo>
                    <a:pt x="42" y="4"/>
                    <a:pt x="53" y="0"/>
                    <a:pt x="64" y="0"/>
                  </a:cubicBezTo>
                  <a:cubicBezTo>
                    <a:pt x="76" y="0"/>
                    <a:pt x="86" y="4"/>
                    <a:pt x="95" y="9"/>
                  </a:cubicBezTo>
                  <a:cubicBezTo>
                    <a:pt x="105" y="15"/>
                    <a:pt x="114" y="22"/>
                    <a:pt x="119" y="32"/>
                  </a:cubicBezTo>
                  <a:cubicBezTo>
                    <a:pt x="125" y="42"/>
                    <a:pt x="127" y="53"/>
                    <a:pt x="127" y="64"/>
                  </a:cubicBezTo>
                  <a:cubicBezTo>
                    <a:pt x="127" y="75"/>
                    <a:pt x="125" y="86"/>
                    <a:pt x="119" y="96"/>
                  </a:cubicBezTo>
                  <a:cubicBezTo>
                    <a:pt x="114" y="106"/>
                    <a:pt x="105" y="113"/>
                    <a:pt x="95" y="119"/>
                  </a:cubicBezTo>
                  <a:cubicBezTo>
                    <a:pt x="86" y="125"/>
                    <a:pt x="75" y="128"/>
                    <a:pt x="64" y="128"/>
                  </a:cubicBezTo>
                  <a:lnTo>
                    <a:pt x="64" y="128"/>
                  </a:lnTo>
                  <a:lnTo>
                    <a:pt x="64" y="128"/>
                  </a:lnTo>
                  <a:lnTo>
                    <a:pt x="64" y="128"/>
                  </a:lnTo>
                  <a:cubicBezTo>
                    <a:pt x="52" y="128"/>
                    <a:pt x="42" y="125"/>
                    <a:pt x="32" y="119"/>
                  </a:cubicBezTo>
                  <a:cubicBezTo>
                    <a:pt x="23" y="113"/>
                    <a:pt x="14" y="106"/>
                    <a:pt x="8" y="96"/>
                  </a:cubicBezTo>
                  <a:cubicBezTo>
                    <a:pt x="3" y="86"/>
                    <a:pt x="0" y="75"/>
                    <a:pt x="0" y="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1075" lIns="90000" spcFirstLastPara="1" rIns="90000" wrap="square" tIns="1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50"/>
            <p:cNvCxnSpPr/>
            <p:nvPr/>
          </p:nvCxnSpPr>
          <p:spPr>
            <a:xfrm>
              <a:off x="1513660" y="3960265"/>
              <a:ext cx="0" cy="358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63" name="Google Shape;963;p50"/>
            <p:cNvSpPr/>
            <p:nvPr/>
          </p:nvSpPr>
          <p:spPr>
            <a:xfrm>
              <a:off x="1451740" y="4280305"/>
              <a:ext cx="124200" cy="43200"/>
            </a:xfrm>
            <a:custGeom>
              <a:rect b="b" l="l" r="r" t="t"/>
              <a:pathLst>
                <a:path extrusionOk="0" h="120" w="345">
                  <a:moveTo>
                    <a:pt x="0" y="120"/>
                  </a:moveTo>
                  <a:lnTo>
                    <a:pt x="345" y="120"/>
                  </a:lnTo>
                  <a:lnTo>
                    <a:pt x="345" y="120"/>
                  </a:lnTo>
                  <a:lnTo>
                    <a:pt x="345" y="120"/>
                  </a:lnTo>
                  <a:cubicBezTo>
                    <a:pt x="345" y="99"/>
                    <a:pt x="340" y="78"/>
                    <a:pt x="329" y="60"/>
                  </a:cubicBezTo>
                  <a:cubicBezTo>
                    <a:pt x="319" y="42"/>
                    <a:pt x="303" y="27"/>
                    <a:pt x="285" y="16"/>
                  </a:cubicBezTo>
                  <a:cubicBezTo>
                    <a:pt x="267" y="6"/>
                    <a:pt x="246" y="0"/>
                    <a:pt x="225" y="0"/>
                  </a:cubicBezTo>
                  <a:lnTo>
                    <a:pt x="225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19" y="0"/>
                  </a:lnTo>
                  <a:cubicBezTo>
                    <a:pt x="98" y="0"/>
                    <a:pt x="78" y="6"/>
                    <a:pt x="59" y="16"/>
                  </a:cubicBezTo>
                  <a:cubicBezTo>
                    <a:pt x="41" y="27"/>
                    <a:pt x="27" y="42"/>
                    <a:pt x="16" y="60"/>
                  </a:cubicBezTo>
                  <a:cubicBezTo>
                    <a:pt x="6" y="78"/>
                    <a:pt x="0" y="99"/>
                    <a:pt x="0" y="1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0"/>
            <p:cNvSpPr/>
            <p:nvPr/>
          </p:nvSpPr>
          <p:spPr>
            <a:xfrm>
              <a:off x="1284340" y="4414225"/>
              <a:ext cx="95400" cy="95760"/>
            </a:xfrm>
            <a:custGeom>
              <a:rect b="b" l="l" r="r" t="t"/>
              <a:pathLst>
                <a:path extrusionOk="0" h="266" w="265">
                  <a:moveTo>
                    <a:pt x="0" y="133"/>
                  </a:moveTo>
                  <a:lnTo>
                    <a:pt x="0" y="133"/>
                  </a:lnTo>
                  <a:cubicBezTo>
                    <a:pt x="0" y="110"/>
                    <a:pt x="7" y="87"/>
                    <a:pt x="18" y="67"/>
                  </a:cubicBezTo>
                  <a:cubicBezTo>
                    <a:pt x="30" y="46"/>
                    <a:pt x="46" y="30"/>
                    <a:pt x="66" y="18"/>
                  </a:cubicBezTo>
                  <a:cubicBezTo>
                    <a:pt x="86" y="6"/>
                    <a:pt x="110" y="0"/>
                    <a:pt x="133" y="0"/>
                  </a:cubicBezTo>
                  <a:cubicBezTo>
                    <a:pt x="157" y="0"/>
                    <a:pt x="179" y="6"/>
                    <a:pt x="199" y="18"/>
                  </a:cubicBezTo>
                  <a:cubicBezTo>
                    <a:pt x="219" y="30"/>
                    <a:pt x="237" y="47"/>
                    <a:pt x="248" y="67"/>
                  </a:cubicBezTo>
                  <a:cubicBezTo>
                    <a:pt x="260" y="88"/>
                    <a:pt x="265" y="110"/>
                    <a:pt x="265" y="133"/>
                  </a:cubicBezTo>
                  <a:cubicBezTo>
                    <a:pt x="265" y="156"/>
                    <a:pt x="260" y="179"/>
                    <a:pt x="248" y="199"/>
                  </a:cubicBezTo>
                  <a:cubicBezTo>
                    <a:pt x="237" y="220"/>
                    <a:pt x="219" y="236"/>
                    <a:pt x="199" y="248"/>
                  </a:cubicBezTo>
                  <a:cubicBezTo>
                    <a:pt x="179" y="260"/>
                    <a:pt x="156" y="266"/>
                    <a:pt x="133" y="266"/>
                  </a:cubicBezTo>
                  <a:lnTo>
                    <a:pt x="133" y="266"/>
                  </a:lnTo>
                  <a:lnTo>
                    <a:pt x="133" y="266"/>
                  </a:lnTo>
                  <a:cubicBezTo>
                    <a:pt x="109" y="266"/>
                    <a:pt x="86" y="260"/>
                    <a:pt x="66" y="248"/>
                  </a:cubicBezTo>
                  <a:cubicBezTo>
                    <a:pt x="46" y="236"/>
                    <a:pt x="30" y="220"/>
                    <a:pt x="18" y="199"/>
                  </a:cubicBezTo>
                  <a:cubicBezTo>
                    <a:pt x="7" y="179"/>
                    <a:pt x="0" y="156"/>
                    <a:pt x="0" y="1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0"/>
            <p:cNvSpPr/>
            <p:nvPr/>
          </p:nvSpPr>
          <p:spPr>
            <a:xfrm>
              <a:off x="1306660" y="4439065"/>
              <a:ext cx="46080" cy="46080"/>
            </a:xfrm>
            <a:custGeom>
              <a:rect b="b" l="l" r="r" t="t"/>
              <a:pathLst>
                <a:path extrusionOk="0" h="128" w="128">
                  <a:moveTo>
                    <a:pt x="0" y="64"/>
                  </a:moveTo>
                  <a:lnTo>
                    <a:pt x="0" y="64"/>
                  </a:lnTo>
                  <a:cubicBezTo>
                    <a:pt x="0" y="53"/>
                    <a:pt x="4" y="42"/>
                    <a:pt x="9" y="32"/>
                  </a:cubicBezTo>
                  <a:cubicBezTo>
                    <a:pt x="15" y="22"/>
                    <a:pt x="22" y="15"/>
                    <a:pt x="32" y="9"/>
                  </a:cubicBezTo>
                  <a:cubicBezTo>
                    <a:pt x="42" y="4"/>
                    <a:pt x="53" y="0"/>
                    <a:pt x="64" y="0"/>
                  </a:cubicBezTo>
                  <a:cubicBezTo>
                    <a:pt x="75" y="0"/>
                    <a:pt x="87" y="4"/>
                    <a:pt x="96" y="9"/>
                  </a:cubicBezTo>
                  <a:cubicBezTo>
                    <a:pt x="106" y="15"/>
                    <a:pt x="114" y="22"/>
                    <a:pt x="119" y="32"/>
                  </a:cubicBezTo>
                  <a:cubicBezTo>
                    <a:pt x="125" y="42"/>
                    <a:pt x="128" y="53"/>
                    <a:pt x="128" y="64"/>
                  </a:cubicBezTo>
                  <a:cubicBezTo>
                    <a:pt x="128" y="75"/>
                    <a:pt x="125" y="87"/>
                    <a:pt x="119" y="96"/>
                  </a:cubicBezTo>
                  <a:cubicBezTo>
                    <a:pt x="114" y="106"/>
                    <a:pt x="106" y="113"/>
                    <a:pt x="96" y="119"/>
                  </a:cubicBezTo>
                  <a:cubicBezTo>
                    <a:pt x="87" y="125"/>
                    <a:pt x="75" y="128"/>
                    <a:pt x="64" y="128"/>
                  </a:cubicBezTo>
                  <a:lnTo>
                    <a:pt x="64" y="128"/>
                  </a:lnTo>
                  <a:lnTo>
                    <a:pt x="64" y="128"/>
                  </a:lnTo>
                  <a:lnTo>
                    <a:pt x="64" y="128"/>
                  </a:lnTo>
                  <a:cubicBezTo>
                    <a:pt x="53" y="128"/>
                    <a:pt x="42" y="125"/>
                    <a:pt x="32" y="119"/>
                  </a:cubicBezTo>
                  <a:cubicBezTo>
                    <a:pt x="22" y="113"/>
                    <a:pt x="15" y="106"/>
                    <a:pt x="9" y="96"/>
                  </a:cubicBezTo>
                  <a:cubicBezTo>
                    <a:pt x="4" y="87"/>
                    <a:pt x="0" y="75"/>
                    <a:pt x="0" y="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1075" lIns="90000" spcFirstLastPara="1" rIns="90000" wrap="square" tIns="10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0"/>
            <p:cNvSpPr/>
            <p:nvPr/>
          </p:nvSpPr>
          <p:spPr>
            <a:xfrm>
              <a:off x="1111180" y="3171865"/>
              <a:ext cx="655560" cy="789840"/>
            </a:xfrm>
            <a:custGeom>
              <a:rect b="b" l="l" r="r" t="t"/>
              <a:pathLst>
                <a:path extrusionOk="0" h="2194" w="1821">
                  <a:moveTo>
                    <a:pt x="417" y="24"/>
                  </a:moveTo>
                  <a:lnTo>
                    <a:pt x="1061" y="0"/>
                  </a:lnTo>
                  <a:lnTo>
                    <a:pt x="1581" y="1954"/>
                  </a:lnTo>
                  <a:lnTo>
                    <a:pt x="1801" y="2027"/>
                  </a:lnTo>
                  <a:cubicBezTo>
                    <a:pt x="1873" y="2027"/>
                    <a:pt x="1722" y="2122"/>
                    <a:pt x="1722" y="2194"/>
                  </a:cubicBezTo>
                  <a:lnTo>
                    <a:pt x="1618" y="2194"/>
                  </a:lnTo>
                  <a:lnTo>
                    <a:pt x="517" y="2193"/>
                  </a:lnTo>
                  <a:cubicBezTo>
                    <a:pt x="426" y="2194"/>
                    <a:pt x="379" y="2171"/>
                    <a:pt x="362" y="2082"/>
                  </a:cubicBezTo>
                  <a:lnTo>
                    <a:pt x="9" y="545"/>
                  </a:lnTo>
                  <a:cubicBezTo>
                    <a:pt x="-44" y="283"/>
                    <a:pt x="150" y="36"/>
                    <a:pt x="41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0"/>
            <p:cNvSpPr/>
            <p:nvPr/>
          </p:nvSpPr>
          <p:spPr>
            <a:xfrm>
              <a:off x="1143220" y="3172585"/>
              <a:ext cx="544320" cy="739800"/>
            </a:xfrm>
            <a:custGeom>
              <a:rect b="b" l="l" r="r" t="t"/>
              <a:pathLst>
                <a:path extrusionOk="0" h="2055" w="1512">
                  <a:moveTo>
                    <a:pt x="356" y="2055"/>
                  </a:moveTo>
                  <a:lnTo>
                    <a:pt x="1512" y="2015"/>
                  </a:lnTo>
                  <a:lnTo>
                    <a:pt x="1285" y="243"/>
                  </a:lnTo>
                  <a:lnTo>
                    <a:pt x="1285" y="243"/>
                  </a:lnTo>
                  <a:cubicBezTo>
                    <a:pt x="1280" y="207"/>
                    <a:pt x="1268" y="173"/>
                    <a:pt x="1250" y="141"/>
                  </a:cubicBezTo>
                  <a:cubicBezTo>
                    <a:pt x="1225" y="98"/>
                    <a:pt x="1191" y="63"/>
                    <a:pt x="1147" y="38"/>
                  </a:cubicBezTo>
                  <a:cubicBezTo>
                    <a:pt x="1104" y="14"/>
                    <a:pt x="1055" y="0"/>
                    <a:pt x="1005" y="0"/>
                  </a:cubicBezTo>
                  <a:cubicBezTo>
                    <a:pt x="1001" y="0"/>
                    <a:pt x="997" y="0"/>
                    <a:pt x="994" y="0"/>
                  </a:cubicBezTo>
                  <a:lnTo>
                    <a:pt x="416" y="22"/>
                  </a:lnTo>
                  <a:cubicBezTo>
                    <a:pt x="149" y="34"/>
                    <a:pt x="-45" y="281"/>
                    <a:pt x="9" y="543"/>
                  </a:cubicBezTo>
                  <a:lnTo>
                    <a:pt x="356" y="20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0"/>
            <p:cNvSpPr/>
            <p:nvPr/>
          </p:nvSpPr>
          <p:spPr>
            <a:xfrm>
              <a:off x="1573420" y="3300385"/>
              <a:ext cx="281160" cy="291960"/>
            </a:xfrm>
            <a:custGeom>
              <a:rect b="b" l="l" r="r" t="t"/>
              <a:pathLst>
                <a:path extrusionOk="0" h="811" w="781">
                  <a:moveTo>
                    <a:pt x="734" y="235"/>
                  </a:moveTo>
                  <a:cubicBezTo>
                    <a:pt x="734" y="235"/>
                    <a:pt x="115" y="900"/>
                    <a:pt x="0" y="801"/>
                  </a:cubicBezTo>
                  <a:lnTo>
                    <a:pt x="177" y="414"/>
                  </a:lnTo>
                  <a:cubicBezTo>
                    <a:pt x="178" y="424"/>
                    <a:pt x="598" y="84"/>
                    <a:pt x="598" y="84"/>
                  </a:cubicBezTo>
                  <a:cubicBezTo>
                    <a:pt x="598" y="84"/>
                    <a:pt x="714" y="4"/>
                    <a:pt x="752" y="0"/>
                  </a:cubicBezTo>
                  <a:lnTo>
                    <a:pt x="752" y="0"/>
                  </a:lnTo>
                  <a:lnTo>
                    <a:pt x="752" y="0"/>
                  </a:lnTo>
                  <a:cubicBezTo>
                    <a:pt x="755" y="1"/>
                    <a:pt x="758" y="2"/>
                    <a:pt x="761" y="4"/>
                  </a:cubicBezTo>
                  <a:cubicBezTo>
                    <a:pt x="767" y="7"/>
                    <a:pt x="772" y="13"/>
                    <a:pt x="776" y="19"/>
                  </a:cubicBezTo>
                  <a:cubicBezTo>
                    <a:pt x="780" y="25"/>
                    <a:pt x="781" y="32"/>
                    <a:pt x="781" y="39"/>
                  </a:cubicBezTo>
                  <a:cubicBezTo>
                    <a:pt x="781" y="42"/>
                    <a:pt x="781" y="45"/>
                    <a:pt x="780" y="48"/>
                  </a:cubicBezTo>
                  <a:lnTo>
                    <a:pt x="741" y="225"/>
                  </a:lnTo>
                  <a:lnTo>
                    <a:pt x="734" y="235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9" name="Google Shape;969;p50"/>
            <p:cNvCxnSpPr/>
            <p:nvPr/>
          </p:nvCxnSpPr>
          <p:spPr>
            <a:xfrm flipH="1" rot="10800000">
              <a:off x="1811740" y="3230425"/>
              <a:ext cx="30300" cy="132600"/>
            </a:xfrm>
            <a:prstGeom prst="straightConnector1">
              <a:avLst/>
            </a:prstGeom>
            <a:noFill/>
            <a:ln cap="rnd" cmpd="sng" w="9525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70" name="Google Shape;970;p50"/>
            <p:cNvSpPr/>
            <p:nvPr/>
          </p:nvSpPr>
          <p:spPr>
            <a:xfrm>
              <a:off x="1791220" y="3291745"/>
              <a:ext cx="54720" cy="51840"/>
            </a:xfrm>
            <a:custGeom>
              <a:rect b="b" l="l" r="r" t="t"/>
              <a:pathLst>
                <a:path extrusionOk="0" h="144" w="152">
                  <a:moveTo>
                    <a:pt x="0" y="107"/>
                  </a:moveTo>
                  <a:cubicBezTo>
                    <a:pt x="0" y="107"/>
                    <a:pt x="51" y="-5"/>
                    <a:pt x="68" y="0"/>
                  </a:cubicBezTo>
                  <a:cubicBezTo>
                    <a:pt x="85" y="5"/>
                    <a:pt x="156" y="44"/>
                    <a:pt x="152" y="73"/>
                  </a:cubicBezTo>
                  <a:cubicBezTo>
                    <a:pt x="148" y="102"/>
                    <a:pt x="85" y="72"/>
                    <a:pt x="85" y="72"/>
                  </a:cubicBezTo>
                  <a:cubicBezTo>
                    <a:pt x="85" y="72"/>
                    <a:pt x="91" y="138"/>
                    <a:pt x="58" y="143"/>
                  </a:cubicBezTo>
                  <a:cubicBezTo>
                    <a:pt x="25" y="149"/>
                    <a:pt x="0" y="107"/>
                    <a:pt x="0" y="107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6825" lIns="90000" spcFirstLastPara="1" rIns="90000" wrap="square" tIns="6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0"/>
            <p:cNvSpPr/>
            <p:nvPr/>
          </p:nvSpPr>
          <p:spPr>
            <a:xfrm>
              <a:off x="1493500" y="3128305"/>
              <a:ext cx="334800" cy="470880"/>
            </a:xfrm>
            <a:custGeom>
              <a:rect b="b" l="l" r="r" t="t"/>
              <a:pathLst>
                <a:path extrusionOk="0" h="1308" w="930">
                  <a:moveTo>
                    <a:pt x="231" y="0"/>
                  </a:moveTo>
                  <a:cubicBezTo>
                    <a:pt x="231" y="0"/>
                    <a:pt x="395" y="237"/>
                    <a:pt x="437" y="348"/>
                  </a:cubicBezTo>
                  <a:cubicBezTo>
                    <a:pt x="480" y="459"/>
                    <a:pt x="387" y="886"/>
                    <a:pt x="387" y="886"/>
                  </a:cubicBezTo>
                  <a:lnTo>
                    <a:pt x="759" y="560"/>
                  </a:lnTo>
                  <a:lnTo>
                    <a:pt x="930" y="839"/>
                  </a:lnTo>
                  <a:cubicBezTo>
                    <a:pt x="930" y="839"/>
                    <a:pt x="349" y="1357"/>
                    <a:pt x="221" y="1304"/>
                  </a:cubicBezTo>
                  <a:cubicBezTo>
                    <a:pt x="94" y="1251"/>
                    <a:pt x="-211" y="249"/>
                    <a:pt x="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0"/>
            <p:cNvSpPr/>
            <p:nvPr/>
          </p:nvSpPr>
          <p:spPr>
            <a:xfrm>
              <a:off x="1400620" y="3575065"/>
              <a:ext cx="609840" cy="847080"/>
            </a:xfrm>
            <a:custGeom>
              <a:rect b="b" l="l" r="r" t="t"/>
              <a:pathLst>
                <a:path extrusionOk="0" h="2353" w="1694">
                  <a:moveTo>
                    <a:pt x="1594" y="2346"/>
                  </a:moveTo>
                  <a:lnTo>
                    <a:pt x="1216" y="2353"/>
                  </a:lnTo>
                  <a:lnTo>
                    <a:pt x="1175" y="877"/>
                  </a:lnTo>
                  <a:cubicBezTo>
                    <a:pt x="1175" y="877"/>
                    <a:pt x="79" y="955"/>
                    <a:pt x="23" y="687"/>
                  </a:cubicBezTo>
                  <a:cubicBezTo>
                    <a:pt x="-33" y="419"/>
                    <a:pt x="32" y="0"/>
                    <a:pt x="32" y="0"/>
                  </a:cubicBezTo>
                  <a:lnTo>
                    <a:pt x="517" y="0"/>
                  </a:lnTo>
                  <a:lnTo>
                    <a:pt x="553" y="142"/>
                  </a:lnTo>
                  <a:cubicBezTo>
                    <a:pt x="553" y="142"/>
                    <a:pt x="1550" y="123"/>
                    <a:pt x="1619" y="297"/>
                  </a:cubicBezTo>
                  <a:cubicBezTo>
                    <a:pt x="1688" y="472"/>
                    <a:pt x="1757" y="1001"/>
                    <a:pt x="1594" y="2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0"/>
            <p:cNvSpPr/>
            <p:nvPr/>
          </p:nvSpPr>
          <p:spPr>
            <a:xfrm>
              <a:off x="1324300" y="3579098"/>
              <a:ext cx="556920" cy="967320"/>
            </a:xfrm>
            <a:custGeom>
              <a:rect b="b" l="l" r="r" t="t"/>
              <a:pathLst>
                <a:path extrusionOk="0" h="2687" w="1547">
                  <a:moveTo>
                    <a:pt x="321" y="0"/>
                  </a:moveTo>
                  <a:cubicBezTo>
                    <a:pt x="321" y="0"/>
                    <a:pt x="1159" y="232"/>
                    <a:pt x="1463" y="444"/>
                  </a:cubicBezTo>
                  <a:cubicBezTo>
                    <a:pt x="1767" y="656"/>
                    <a:pt x="1149" y="2387"/>
                    <a:pt x="1149" y="2387"/>
                  </a:cubicBezTo>
                  <a:cubicBezTo>
                    <a:pt x="1149" y="2387"/>
                    <a:pt x="1198" y="2616"/>
                    <a:pt x="1354" y="2685"/>
                  </a:cubicBezTo>
                  <a:cubicBezTo>
                    <a:pt x="1388" y="2701"/>
                    <a:pt x="1042" y="2624"/>
                    <a:pt x="963" y="2600"/>
                  </a:cubicBezTo>
                  <a:cubicBezTo>
                    <a:pt x="895" y="2580"/>
                    <a:pt x="865" y="2601"/>
                    <a:pt x="921" y="2385"/>
                  </a:cubicBezTo>
                  <a:cubicBezTo>
                    <a:pt x="1002" y="2079"/>
                    <a:pt x="1066" y="709"/>
                    <a:pt x="1079" y="676"/>
                  </a:cubicBezTo>
                  <a:cubicBezTo>
                    <a:pt x="1093" y="644"/>
                    <a:pt x="-12" y="887"/>
                    <a:pt x="0" y="584"/>
                  </a:cubicBezTo>
                  <a:cubicBezTo>
                    <a:pt x="13" y="282"/>
                    <a:pt x="321" y="0"/>
                    <a:pt x="321" y="0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0"/>
            <p:cNvSpPr/>
            <p:nvPr/>
          </p:nvSpPr>
          <p:spPr>
            <a:xfrm>
              <a:off x="1276780" y="3535105"/>
              <a:ext cx="653760" cy="883440"/>
            </a:xfrm>
            <a:custGeom>
              <a:rect b="b" l="l" r="r" t="t"/>
              <a:pathLst>
                <a:path extrusionOk="0" h="2454" w="1816">
                  <a:moveTo>
                    <a:pt x="194" y="20"/>
                  </a:moveTo>
                  <a:cubicBezTo>
                    <a:pt x="194" y="20"/>
                    <a:pt x="-66" y="524"/>
                    <a:pt x="16" y="788"/>
                  </a:cubicBezTo>
                  <a:cubicBezTo>
                    <a:pt x="139" y="1184"/>
                    <a:pt x="1180" y="1052"/>
                    <a:pt x="1180" y="1052"/>
                  </a:cubicBezTo>
                  <a:lnTo>
                    <a:pt x="1041" y="2454"/>
                  </a:lnTo>
                  <a:lnTo>
                    <a:pt x="1433" y="2441"/>
                  </a:lnTo>
                  <a:cubicBezTo>
                    <a:pt x="1433" y="2441"/>
                    <a:pt x="1948" y="762"/>
                    <a:pt x="1784" y="516"/>
                  </a:cubicBezTo>
                  <a:cubicBezTo>
                    <a:pt x="1654" y="321"/>
                    <a:pt x="1111" y="315"/>
                    <a:pt x="1042" y="294"/>
                  </a:cubicBezTo>
                  <a:cubicBezTo>
                    <a:pt x="944" y="263"/>
                    <a:pt x="932" y="0"/>
                    <a:pt x="932" y="0"/>
                  </a:cubicBezTo>
                  <a:lnTo>
                    <a:pt x="194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0"/>
            <p:cNvSpPr/>
            <p:nvPr/>
          </p:nvSpPr>
          <p:spPr>
            <a:xfrm>
              <a:off x="1230700" y="2860825"/>
              <a:ext cx="407520" cy="363600"/>
            </a:xfrm>
            <a:custGeom>
              <a:rect b="b" l="l" r="r" t="t"/>
              <a:pathLst>
                <a:path extrusionOk="0" h="1010" w="1132">
                  <a:moveTo>
                    <a:pt x="1128" y="227"/>
                  </a:moveTo>
                  <a:cubicBezTo>
                    <a:pt x="1132" y="353"/>
                    <a:pt x="961" y="890"/>
                    <a:pt x="854" y="965"/>
                  </a:cubicBezTo>
                  <a:cubicBezTo>
                    <a:pt x="752" y="1035"/>
                    <a:pt x="114" y="1019"/>
                    <a:pt x="22" y="940"/>
                  </a:cubicBezTo>
                  <a:cubicBezTo>
                    <a:pt x="-131" y="811"/>
                    <a:pt x="540" y="108"/>
                    <a:pt x="709" y="39"/>
                  </a:cubicBezTo>
                  <a:cubicBezTo>
                    <a:pt x="732" y="29"/>
                    <a:pt x="754" y="9"/>
                    <a:pt x="806" y="5"/>
                  </a:cubicBezTo>
                  <a:cubicBezTo>
                    <a:pt x="938" y="-18"/>
                    <a:pt x="1082" y="42"/>
                    <a:pt x="1112" y="143"/>
                  </a:cubicBezTo>
                  <a:cubicBezTo>
                    <a:pt x="1116" y="155"/>
                    <a:pt x="1124" y="174"/>
                    <a:pt x="1132" y="196"/>
                  </a:cubicBezTo>
                  <a:lnTo>
                    <a:pt x="1132" y="196"/>
                  </a:lnTo>
                  <a:cubicBezTo>
                    <a:pt x="1129" y="205"/>
                    <a:pt x="1128" y="214"/>
                    <a:pt x="1128" y="224"/>
                  </a:cubicBezTo>
                  <a:cubicBezTo>
                    <a:pt x="1128" y="225"/>
                    <a:pt x="1128" y="226"/>
                    <a:pt x="112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0"/>
            <p:cNvSpPr/>
            <p:nvPr/>
          </p:nvSpPr>
          <p:spPr>
            <a:xfrm>
              <a:off x="1444180" y="2795305"/>
              <a:ext cx="113040" cy="113400"/>
            </a:xfrm>
            <a:custGeom>
              <a:rect b="b" l="l" r="r" t="t"/>
              <a:pathLst>
                <a:path extrusionOk="0" h="315" w="314">
                  <a:moveTo>
                    <a:pt x="268" y="46"/>
                  </a:moveTo>
                  <a:cubicBezTo>
                    <a:pt x="288" y="66"/>
                    <a:pt x="302" y="91"/>
                    <a:pt x="309" y="117"/>
                  </a:cubicBezTo>
                  <a:cubicBezTo>
                    <a:pt x="316" y="144"/>
                    <a:pt x="316" y="171"/>
                    <a:pt x="309" y="198"/>
                  </a:cubicBezTo>
                  <a:cubicBezTo>
                    <a:pt x="302" y="225"/>
                    <a:pt x="288" y="250"/>
                    <a:pt x="268" y="269"/>
                  </a:cubicBezTo>
                  <a:cubicBezTo>
                    <a:pt x="249" y="289"/>
                    <a:pt x="225" y="302"/>
                    <a:pt x="198" y="309"/>
                  </a:cubicBezTo>
                  <a:cubicBezTo>
                    <a:pt x="172" y="317"/>
                    <a:pt x="143" y="317"/>
                    <a:pt x="116" y="309"/>
                  </a:cubicBezTo>
                  <a:cubicBezTo>
                    <a:pt x="90" y="302"/>
                    <a:pt x="66" y="289"/>
                    <a:pt x="46" y="269"/>
                  </a:cubicBezTo>
                  <a:cubicBezTo>
                    <a:pt x="27" y="250"/>
                    <a:pt x="12" y="225"/>
                    <a:pt x="5" y="198"/>
                  </a:cubicBezTo>
                  <a:cubicBezTo>
                    <a:pt x="-2" y="171"/>
                    <a:pt x="-2" y="143"/>
                    <a:pt x="5" y="117"/>
                  </a:cubicBezTo>
                  <a:cubicBezTo>
                    <a:pt x="12" y="90"/>
                    <a:pt x="27" y="66"/>
                    <a:pt x="46" y="46"/>
                  </a:cubicBezTo>
                  <a:cubicBezTo>
                    <a:pt x="66" y="27"/>
                    <a:pt x="90" y="13"/>
                    <a:pt x="116" y="5"/>
                  </a:cubicBezTo>
                  <a:cubicBezTo>
                    <a:pt x="143" y="-2"/>
                    <a:pt x="171" y="-2"/>
                    <a:pt x="198" y="5"/>
                  </a:cubicBezTo>
                  <a:cubicBezTo>
                    <a:pt x="224" y="13"/>
                    <a:pt x="249" y="27"/>
                    <a:pt x="268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0"/>
            <p:cNvSpPr/>
            <p:nvPr/>
          </p:nvSpPr>
          <p:spPr>
            <a:xfrm>
              <a:off x="1445980" y="2897905"/>
              <a:ext cx="200160" cy="302760"/>
            </a:xfrm>
            <a:custGeom>
              <a:rect b="b" l="l" r="r" t="t"/>
              <a:pathLst>
                <a:path extrusionOk="0" h="841" w="556">
                  <a:moveTo>
                    <a:pt x="153" y="222"/>
                  </a:moveTo>
                  <a:lnTo>
                    <a:pt x="153" y="222"/>
                  </a:lnTo>
                  <a:cubicBezTo>
                    <a:pt x="153" y="222"/>
                    <a:pt x="154" y="223"/>
                    <a:pt x="153" y="224"/>
                  </a:cubicBezTo>
                  <a:cubicBezTo>
                    <a:pt x="153" y="226"/>
                    <a:pt x="150" y="226"/>
                    <a:pt x="149" y="227"/>
                  </a:cubicBezTo>
                  <a:cubicBezTo>
                    <a:pt x="148" y="228"/>
                    <a:pt x="146" y="228"/>
                    <a:pt x="144" y="228"/>
                  </a:cubicBezTo>
                  <a:cubicBezTo>
                    <a:pt x="143" y="228"/>
                    <a:pt x="142" y="228"/>
                    <a:pt x="141" y="228"/>
                  </a:cubicBezTo>
                  <a:cubicBezTo>
                    <a:pt x="120" y="221"/>
                    <a:pt x="73" y="199"/>
                    <a:pt x="47" y="252"/>
                  </a:cubicBezTo>
                  <a:cubicBezTo>
                    <a:pt x="21" y="306"/>
                    <a:pt x="63" y="355"/>
                    <a:pt x="95" y="368"/>
                  </a:cubicBezTo>
                  <a:cubicBezTo>
                    <a:pt x="104" y="372"/>
                    <a:pt x="125" y="381"/>
                    <a:pt x="128" y="390"/>
                  </a:cubicBezTo>
                  <a:cubicBezTo>
                    <a:pt x="141" y="418"/>
                    <a:pt x="134" y="467"/>
                    <a:pt x="129" y="529"/>
                  </a:cubicBezTo>
                  <a:cubicBezTo>
                    <a:pt x="118" y="666"/>
                    <a:pt x="0" y="690"/>
                    <a:pt x="0" y="690"/>
                  </a:cubicBezTo>
                  <a:cubicBezTo>
                    <a:pt x="0" y="690"/>
                    <a:pt x="306" y="951"/>
                    <a:pt x="359" y="787"/>
                  </a:cubicBezTo>
                  <a:cubicBezTo>
                    <a:pt x="338" y="752"/>
                    <a:pt x="351" y="489"/>
                    <a:pt x="390" y="503"/>
                  </a:cubicBezTo>
                  <a:cubicBezTo>
                    <a:pt x="442" y="522"/>
                    <a:pt x="545" y="499"/>
                    <a:pt x="555" y="264"/>
                  </a:cubicBezTo>
                  <a:cubicBezTo>
                    <a:pt x="565" y="46"/>
                    <a:pt x="415" y="10"/>
                    <a:pt x="376" y="4"/>
                  </a:cubicBezTo>
                  <a:cubicBezTo>
                    <a:pt x="342" y="-1"/>
                    <a:pt x="232" y="-32"/>
                    <a:pt x="153" y="222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0"/>
            <p:cNvSpPr/>
            <p:nvPr/>
          </p:nvSpPr>
          <p:spPr>
            <a:xfrm>
              <a:off x="1498540" y="2889625"/>
              <a:ext cx="121680" cy="90360"/>
            </a:xfrm>
            <a:custGeom>
              <a:rect b="b" l="l" r="r" t="t"/>
              <a:pathLst>
                <a:path extrusionOk="0" h="251" w="338">
                  <a:moveTo>
                    <a:pt x="338" y="43"/>
                  </a:moveTo>
                  <a:cubicBezTo>
                    <a:pt x="338" y="43"/>
                    <a:pt x="43" y="241"/>
                    <a:pt x="0" y="251"/>
                  </a:cubicBezTo>
                  <a:cubicBezTo>
                    <a:pt x="0" y="251"/>
                    <a:pt x="-25" y="-124"/>
                    <a:pt x="338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0"/>
            <p:cNvSpPr/>
            <p:nvPr/>
          </p:nvSpPr>
          <p:spPr>
            <a:xfrm>
              <a:off x="1469740" y="2991865"/>
              <a:ext cx="24120" cy="23400"/>
            </a:xfrm>
            <a:custGeom>
              <a:rect b="b" l="l" r="r" t="t"/>
              <a:pathLst>
                <a:path extrusionOk="0" h="65" w="67">
                  <a:moveTo>
                    <a:pt x="0" y="16"/>
                  </a:moveTo>
                  <a:cubicBezTo>
                    <a:pt x="0" y="16"/>
                    <a:pt x="57" y="-43"/>
                    <a:pt x="67" y="65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0"/>
            <p:cNvSpPr/>
            <p:nvPr/>
          </p:nvSpPr>
          <p:spPr>
            <a:xfrm>
              <a:off x="1535260" y="3062785"/>
              <a:ext cx="46800" cy="31680"/>
            </a:xfrm>
            <a:custGeom>
              <a:rect b="b" l="l" r="r" t="t"/>
              <a:pathLst>
                <a:path extrusionOk="0" h="88" w="130">
                  <a:moveTo>
                    <a:pt x="130" y="45"/>
                  </a:moveTo>
                  <a:cubicBezTo>
                    <a:pt x="130" y="45"/>
                    <a:pt x="58" y="21"/>
                    <a:pt x="11" y="1"/>
                  </a:cubicBezTo>
                  <a:cubicBezTo>
                    <a:pt x="-35" y="-18"/>
                    <a:pt x="81" y="170"/>
                    <a:pt x="130" y="45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0"/>
            <p:cNvSpPr/>
            <p:nvPr/>
          </p:nvSpPr>
          <p:spPr>
            <a:xfrm>
              <a:off x="1467220" y="3137665"/>
              <a:ext cx="16560" cy="14040"/>
            </a:xfrm>
            <a:custGeom>
              <a:rect b="b" l="l" r="r" t="t"/>
              <a:pathLst>
                <a:path extrusionOk="0" h="39" w="46">
                  <a:moveTo>
                    <a:pt x="44" y="8"/>
                  </a:moveTo>
                  <a:cubicBezTo>
                    <a:pt x="44" y="8"/>
                    <a:pt x="-8" y="-6"/>
                    <a:pt x="1" y="4"/>
                  </a:cubicBezTo>
                  <a:cubicBezTo>
                    <a:pt x="10" y="15"/>
                    <a:pt x="28" y="27"/>
                    <a:pt x="46" y="39"/>
                  </a:cubicBezTo>
                  <a:lnTo>
                    <a:pt x="44" y="8"/>
                  </a:lnTo>
                  <a:close/>
                </a:path>
              </a:pathLst>
            </a:custGeom>
            <a:solidFill>
              <a:srgbClr val="E20E1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0"/>
            <p:cNvSpPr/>
            <p:nvPr/>
          </p:nvSpPr>
          <p:spPr>
            <a:xfrm>
              <a:off x="1310620" y="3122185"/>
              <a:ext cx="348840" cy="466560"/>
            </a:xfrm>
            <a:custGeom>
              <a:rect b="b" l="l" r="r" t="t"/>
              <a:pathLst>
                <a:path extrusionOk="0" h="1296" w="969">
                  <a:moveTo>
                    <a:pt x="748" y="55"/>
                  </a:moveTo>
                  <a:cubicBezTo>
                    <a:pt x="743" y="69"/>
                    <a:pt x="974" y="502"/>
                    <a:pt x="969" y="638"/>
                  </a:cubicBezTo>
                  <a:cubicBezTo>
                    <a:pt x="963" y="774"/>
                    <a:pt x="868" y="1249"/>
                    <a:pt x="876" y="1270"/>
                  </a:cubicBezTo>
                  <a:cubicBezTo>
                    <a:pt x="876" y="1270"/>
                    <a:pt x="609" y="1338"/>
                    <a:pt x="23" y="1253"/>
                  </a:cubicBezTo>
                  <a:cubicBezTo>
                    <a:pt x="-34" y="742"/>
                    <a:pt x="11" y="313"/>
                    <a:pt x="201" y="152"/>
                  </a:cubicBezTo>
                  <a:cubicBezTo>
                    <a:pt x="201" y="152"/>
                    <a:pt x="407" y="4"/>
                    <a:pt x="456" y="0"/>
                  </a:cubicBezTo>
                  <a:cubicBezTo>
                    <a:pt x="456" y="0"/>
                    <a:pt x="674" y="269"/>
                    <a:pt x="748" y="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0"/>
            <p:cNvSpPr/>
            <p:nvPr/>
          </p:nvSpPr>
          <p:spPr>
            <a:xfrm>
              <a:off x="1463980" y="3089785"/>
              <a:ext cx="135000" cy="123840"/>
            </a:xfrm>
            <a:custGeom>
              <a:rect b="b" l="l" r="r" t="t"/>
              <a:pathLst>
                <a:path extrusionOk="0" h="344" w="375">
                  <a:moveTo>
                    <a:pt x="0" y="99"/>
                  </a:moveTo>
                  <a:lnTo>
                    <a:pt x="15" y="0"/>
                  </a:lnTo>
                  <a:cubicBezTo>
                    <a:pt x="15" y="0"/>
                    <a:pt x="323" y="68"/>
                    <a:pt x="375" y="46"/>
                  </a:cubicBezTo>
                  <a:lnTo>
                    <a:pt x="366" y="186"/>
                  </a:lnTo>
                  <a:cubicBezTo>
                    <a:pt x="366" y="186"/>
                    <a:pt x="357" y="366"/>
                    <a:pt x="257" y="341"/>
                  </a:cubicBezTo>
                  <a:cubicBezTo>
                    <a:pt x="158" y="316"/>
                    <a:pt x="0" y="99"/>
                    <a:pt x="0" y="9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0"/>
            <p:cNvSpPr/>
            <p:nvPr/>
          </p:nvSpPr>
          <p:spPr>
            <a:xfrm>
              <a:off x="1578100" y="3369145"/>
              <a:ext cx="284760" cy="174600"/>
            </a:xfrm>
            <a:custGeom>
              <a:rect b="b" l="l" r="r" t="t"/>
              <a:pathLst>
                <a:path extrusionOk="0" h="485" w="791">
                  <a:moveTo>
                    <a:pt x="3" y="464"/>
                  </a:moveTo>
                  <a:lnTo>
                    <a:pt x="341" y="50"/>
                  </a:lnTo>
                  <a:lnTo>
                    <a:pt x="341" y="50"/>
                  </a:lnTo>
                  <a:cubicBezTo>
                    <a:pt x="349" y="40"/>
                    <a:pt x="358" y="32"/>
                    <a:pt x="369" y="25"/>
                  </a:cubicBezTo>
                  <a:cubicBezTo>
                    <a:pt x="383" y="17"/>
                    <a:pt x="399" y="12"/>
                    <a:pt x="416" y="12"/>
                  </a:cubicBezTo>
                  <a:lnTo>
                    <a:pt x="778" y="0"/>
                  </a:lnTo>
                  <a:cubicBezTo>
                    <a:pt x="789" y="0"/>
                    <a:pt x="795" y="12"/>
                    <a:pt x="788" y="21"/>
                  </a:cubicBezTo>
                  <a:lnTo>
                    <a:pt x="452" y="426"/>
                  </a:lnTo>
                  <a:lnTo>
                    <a:pt x="452" y="426"/>
                  </a:lnTo>
                  <a:cubicBezTo>
                    <a:pt x="444" y="435"/>
                    <a:pt x="435" y="443"/>
                    <a:pt x="424" y="449"/>
                  </a:cubicBezTo>
                  <a:cubicBezTo>
                    <a:pt x="411" y="457"/>
                    <a:pt x="396" y="461"/>
                    <a:pt x="380" y="462"/>
                  </a:cubicBezTo>
                  <a:lnTo>
                    <a:pt x="13" y="485"/>
                  </a:lnTo>
                  <a:cubicBezTo>
                    <a:pt x="2" y="486"/>
                    <a:pt x="-4" y="473"/>
                    <a:pt x="3" y="4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0"/>
            <p:cNvSpPr/>
            <p:nvPr/>
          </p:nvSpPr>
          <p:spPr>
            <a:xfrm>
              <a:off x="1580980" y="3382825"/>
              <a:ext cx="284400" cy="174600"/>
            </a:xfrm>
            <a:custGeom>
              <a:rect b="b" l="l" r="r" t="t"/>
              <a:pathLst>
                <a:path extrusionOk="0" h="485" w="790">
                  <a:moveTo>
                    <a:pt x="3" y="464"/>
                  </a:moveTo>
                  <a:lnTo>
                    <a:pt x="341" y="49"/>
                  </a:lnTo>
                  <a:lnTo>
                    <a:pt x="341" y="49"/>
                  </a:lnTo>
                  <a:cubicBezTo>
                    <a:pt x="349" y="40"/>
                    <a:pt x="358" y="31"/>
                    <a:pt x="369" y="25"/>
                  </a:cubicBezTo>
                  <a:cubicBezTo>
                    <a:pt x="383" y="17"/>
                    <a:pt x="399" y="12"/>
                    <a:pt x="416" y="12"/>
                  </a:cubicBezTo>
                  <a:lnTo>
                    <a:pt x="778" y="0"/>
                  </a:lnTo>
                  <a:cubicBezTo>
                    <a:pt x="789" y="-1"/>
                    <a:pt x="794" y="12"/>
                    <a:pt x="787" y="21"/>
                  </a:cubicBezTo>
                  <a:lnTo>
                    <a:pt x="452" y="425"/>
                  </a:lnTo>
                  <a:lnTo>
                    <a:pt x="452" y="425"/>
                  </a:lnTo>
                  <a:cubicBezTo>
                    <a:pt x="444" y="435"/>
                    <a:pt x="435" y="443"/>
                    <a:pt x="424" y="449"/>
                  </a:cubicBezTo>
                  <a:cubicBezTo>
                    <a:pt x="411" y="457"/>
                    <a:pt x="396" y="461"/>
                    <a:pt x="380" y="462"/>
                  </a:cubicBezTo>
                  <a:lnTo>
                    <a:pt x="13" y="485"/>
                  </a:lnTo>
                  <a:cubicBezTo>
                    <a:pt x="2" y="486"/>
                    <a:pt x="-4" y="473"/>
                    <a:pt x="3" y="46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0"/>
            <p:cNvSpPr/>
            <p:nvPr/>
          </p:nvSpPr>
          <p:spPr>
            <a:xfrm>
              <a:off x="1316020" y="3445105"/>
              <a:ext cx="407880" cy="167040"/>
            </a:xfrm>
            <a:custGeom>
              <a:rect b="b" l="l" r="r" t="t"/>
              <a:pathLst>
                <a:path extrusionOk="0" h="464" w="1133">
                  <a:moveTo>
                    <a:pt x="776" y="204"/>
                  </a:moveTo>
                  <a:cubicBezTo>
                    <a:pt x="776" y="204"/>
                    <a:pt x="69" y="569"/>
                    <a:pt x="0" y="434"/>
                  </a:cubicBezTo>
                  <a:lnTo>
                    <a:pt x="312" y="144"/>
                  </a:lnTo>
                  <a:cubicBezTo>
                    <a:pt x="309" y="154"/>
                    <a:pt x="827" y="0"/>
                    <a:pt x="827" y="0"/>
                  </a:cubicBezTo>
                  <a:cubicBezTo>
                    <a:pt x="827" y="0"/>
                    <a:pt x="1137" y="1"/>
                    <a:pt x="1130" y="38"/>
                  </a:cubicBezTo>
                  <a:cubicBezTo>
                    <a:pt x="1125" y="64"/>
                    <a:pt x="953" y="16"/>
                    <a:pt x="968" y="22"/>
                  </a:cubicBezTo>
                  <a:cubicBezTo>
                    <a:pt x="970" y="23"/>
                    <a:pt x="1124" y="55"/>
                    <a:pt x="1132" y="75"/>
                  </a:cubicBezTo>
                  <a:cubicBezTo>
                    <a:pt x="1145" y="103"/>
                    <a:pt x="964" y="68"/>
                    <a:pt x="961" y="80"/>
                  </a:cubicBezTo>
                  <a:cubicBezTo>
                    <a:pt x="961" y="80"/>
                    <a:pt x="1129" y="149"/>
                    <a:pt x="1127" y="168"/>
                  </a:cubicBezTo>
                  <a:cubicBezTo>
                    <a:pt x="1126" y="187"/>
                    <a:pt x="948" y="129"/>
                    <a:pt x="949" y="135"/>
                  </a:cubicBezTo>
                  <a:cubicBezTo>
                    <a:pt x="951" y="142"/>
                    <a:pt x="1098" y="182"/>
                    <a:pt x="1072" y="186"/>
                  </a:cubicBezTo>
                  <a:cubicBezTo>
                    <a:pt x="1044" y="191"/>
                    <a:pt x="776" y="204"/>
                    <a:pt x="776" y="204"/>
                  </a:cubicBez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0"/>
            <p:cNvSpPr/>
            <p:nvPr/>
          </p:nvSpPr>
          <p:spPr>
            <a:xfrm>
              <a:off x="1592500" y="3414865"/>
              <a:ext cx="91080" cy="37800"/>
            </a:xfrm>
            <a:custGeom>
              <a:rect b="b" l="l" r="r" t="t"/>
              <a:pathLst>
                <a:path extrusionOk="0" h="105" w="253">
                  <a:moveTo>
                    <a:pt x="164" y="99"/>
                  </a:moveTo>
                  <a:cubicBezTo>
                    <a:pt x="164" y="99"/>
                    <a:pt x="281" y="-4"/>
                    <a:pt x="246" y="0"/>
                  </a:cubicBezTo>
                  <a:cubicBezTo>
                    <a:pt x="212" y="4"/>
                    <a:pt x="0" y="105"/>
                    <a:pt x="0" y="105"/>
                  </a:cubicBezTo>
                  <a:lnTo>
                    <a:pt x="164" y="99"/>
                  </a:lnTo>
                  <a:close/>
                </a:path>
              </a:pathLst>
            </a:custGeom>
            <a:solidFill>
              <a:srgbClr val="9C5547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0"/>
            <p:cNvSpPr/>
            <p:nvPr/>
          </p:nvSpPr>
          <p:spPr>
            <a:xfrm>
              <a:off x="1286860" y="3179785"/>
              <a:ext cx="306720" cy="442080"/>
            </a:xfrm>
            <a:custGeom>
              <a:rect b="b" l="l" r="r" t="t"/>
              <a:pathLst>
                <a:path extrusionOk="0" h="1228" w="852">
                  <a:moveTo>
                    <a:pt x="240" y="17"/>
                  </a:moveTo>
                  <a:cubicBezTo>
                    <a:pt x="303" y="-26"/>
                    <a:pt x="389" y="17"/>
                    <a:pt x="397" y="93"/>
                  </a:cubicBezTo>
                  <a:cubicBezTo>
                    <a:pt x="405" y="176"/>
                    <a:pt x="383" y="312"/>
                    <a:pt x="381" y="376"/>
                  </a:cubicBezTo>
                  <a:cubicBezTo>
                    <a:pt x="378" y="495"/>
                    <a:pt x="417" y="870"/>
                    <a:pt x="417" y="870"/>
                  </a:cubicBezTo>
                  <a:lnTo>
                    <a:pt x="847" y="746"/>
                  </a:lnTo>
                  <a:lnTo>
                    <a:pt x="852" y="1006"/>
                  </a:lnTo>
                  <a:cubicBezTo>
                    <a:pt x="852" y="1006"/>
                    <a:pt x="175" y="1305"/>
                    <a:pt x="77" y="1208"/>
                  </a:cubicBezTo>
                  <a:cubicBezTo>
                    <a:pt x="-10" y="1121"/>
                    <a:pt x="-93" y="244"/>
                    <a:pt x="240" y="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0"/>
            <p:cNvSpPr/>
            <p:nvPr/>
          </p:nvSpPr>
          <p:spPr>
            <a:xfrm>
              <a:off x="1549660" y="3004105"/>
              <a:ext cx="35640" cy="35640"/>
            </a:xfrm>
            <a:custGeom>
              <a:rect b="b" l="l" r="r" t="t"/>
              <a:pathLst>
                <a:path extrusionOk="0" h="99" w="99">
                  <a:moveTo>
                    <a:pt x="56" y="1"/>
                  </a:moveTo>
                  <a:lnTo>
                    <a:pt x="56" y="1"/>
                  </a:lnTo>
                  <a:cubicBezTo>
                    <a:pt x="62" y="1"/>
                    <a:pt x="68" y="4"/>
                    <a:pt x="74" y="7"/>
                  </a:cubicBezTo>
                  <a:cubicBezTo>
                    <a:pt x="82" y="11"/>
                    <a:pt x="88" y="18"/>
                    <a:pt x="92" y="25"/>
                  </a:cubicBezTo>
                  <a:cubicBezTo>
                    <a:pt x="96" y="33"/>
                    <a:pt x="99" y="41"/>
                    <a:pt x="99" y="49"/>
                  </a:cubicBezTo>
                  <a:cubicBezTo>
                    <a:pt x="99" y="58"/>
                    <a:pt x="96" y="67"/>
                    <a:pt x="92" y="74"/>
                  </a:cubicBezTo>
                  <a:cubicBezTo>
                    <a:pt x="88" y="81"/>
                    <a:pt x="82" y="88"/>
                    <a:pt x="74" y="92"/>
                  </a:cubicBezTo>
                  <a:cubicBezTo>
                    <a:pt x="67" y="96"/>
                    <a:pt x="59" y="99"/>
                    <a:pt x="50" y="99"/>
                  </a:cubicBezTo>
                  <a:cubicBezTo>
                    <a:pt x="42" y="99"/>
                    <a:pt x="33" y="96"/>
                    <a:pt x="25" y="92"/>
                  </a:cubicBezTo>
                  <a:cubicBezTo>
                    <a:pt x="18" y="88"/>
                    <a:pt x="11" y="81"/>
                    <a:pt x="7" y="74"/>
                  </a:cubicBezTo>
                  <a:cubicBezTo>
                    <a:pt x="3" y="67"/>
                    <a:pt x="0" y="58"/>
                    <a:pt x="0" y="49"/>
                  </a:cubicBezTo>
                  <a:cubicBezTo>
                    <a:pt x="0" y="47"/>
                    <a:pt x="0" y="45"/>
                    <a:pt x="1" y="43"/>
                  </a:cubicBezTo>
                  <a:lnTo>
                    <a:pt x="1" y="43"/>
                  </a:lnTo>
                  <a:cubicBezTo>
                    <a:pt x="2" y="37"/>
                    <a:pt x="4" y="31"/>
                    <a:pt x="7" y="25"/>
                  </a:cubicBezTo>
                  <a:cubicBezTo>
                    <a:pt x="11" y="17"/>
                    <a:pt x="18" y="11"/>
                    <a:pt x="25" y="7"/>
                  </a:cubicBezTo>
                  <a:cubicBezTo>
                    <a:pt x="33" y="3"/>
                    <a:pt x="41" y="0"/>
                    <a:pt x="50" y="0"/>
                  </a:cubicBezTo>
                  <a:cubicBezTo>
                    <a:pt x="52" y="0"/>
                    <a:pt x="54" y="0"/>
                    <a:pt x="56" y="1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0"/>
            <p:cNvSpPr/>
            <p:nvPr/>
          </p:nvSpPr>
          <p:spPr>
            <a:xfrm>
              <a:off x="1628500" y="3000145"/>
              <a:ext cx="14760" cy="32400"/>
            </a:xfrm>
            <a:custGeom>
              <a:rect b="b" l="l" r="r" t="t"/>
              <a:pathLst>
                <a:path extrusionOk="0" h="90" w="41">
                  <a:moveTo>
                    <a:pt x="33" y="90"/>
                  </a:moveTo>
                  <a:lnTo>
                    <a:pt x="33" y="90"/>
                  </a:lnTo>
                  <a:cubicBezTo>
                    <a:pt x="30" y="89"/>
                    <a:pt x="27" y="88"/>
                    <a:pt x="24" y="86"/>
                  </a:cubicBezTo>
                  <a:cubicBezTo>
                    <a:pt x="17" y="82"/>
                    <a:pt x="10" y="76"/>
                    <a:pt x="6" y="68"/>
                  </a:cubicBezTo>
                  <a:cubicBezTo>
                    <a:pt x="2" y="61"/>
                    <a:pt x="0" y="52"/>
                    <a:pt x="0" y="44"/>
                  </a:cubicBezTo>
                  <a:cubicBezTo>
                    <a:pt x="0" y="42"/>
                    <a:pt x="0" y="40"/>
                    <a:pt x="0" y="38"/>
                  </a:cubicBezTo>
                  <a:cubicBezTo>
                    <a:pt x="2" y="19"/>
                    <a:pt x="21" y="6"/>
                    <a:pt x="37" y="0"/>
                  </a:cubicBezTo>
                  <a:cubicBezTo>
                    <a:pt x="37" y="0"/>
                    <a:pt x="47" y="55"/>
                    <a:pt x="33" y="90"/>
                  </a:cubicBez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0"/>
            <p:cNvSpPr/>
            <p:nvPr/>
          </p:nvSpPr>
          <p:spPr>
            <a:xfrm>
              <a:off x="1596100" y="3020665"/>
              <a:ext cx="29880" cy="14760"/>
            </a:xfrm>
            <a:custGeom>
              <a:rect b="b" l="l" r="r" t="t"/>
              <a:pathLst>
                <a:path extrusionOk="0" h="41" w="83">
                  <a:moveTo>
                    <a:pt x="83" y="0"/>
                  </a:moveTo>
                  <a:lnTo>
                    <a:pt x="0" y="8"/>
                  </a:lnTo>
                  <a:cubicBezTo>
                    <a:pt x="0" y="8"/>
                    <a:pt x="25" y="47"/>
                    <a:pt x="48" y="40"/>
                  </a:cubicBezTo>
                  <a:cubicBezTo>
                    <a:pt x="72" y="34"/>
                    <a:pt x="83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0"/>
            <p:cNvSpPr/>
            <p:nvPr/>
          </p:nvSpPr>
          <p:spPr>
            <a:xfrm>
              <a:off x="1607620" y="2996185"/>
              <a:ext cx="12240" cy="20160"/>
            </a:xfrm>
            <a:custGeom>
              <a:rect b="b" l="l" r="r" t="t"/>
              <a:pathLst>
                <a:path extrusionOk="0" h="56" w="34">
                  <a:moveTo>
                    <a:pt x="1" y="0"/>
                  </a:moveTo>
                  <a:lnTo>
                    <a:pt x="0" y="56"/>
                  </a:lnTo>
                  <a:lnTo>
                    <a:pt x="28" y="53"/>
                  </a:lnTo>
                  <a:lnTo>
                    <a:pt x="28" y="53"/>
                  </a:lnTo>
                  <a:cubicBezTo>
                    <a:pt x="29" y="53"/>
                    <a:pt x="30" y="53"/>
                    <a:pt x="31" y="52"/>
                  </a:cubicBezTo>
                  <a:cubicBezTo>
                    <a:pt x="32" y="52"/>
                    <a:pt x="32" y="50"/>
                    <a:pt x="33" y="49"/>
                  </a:cubicBezTo>
                  <a:cubicBezTo>
                    <a:pt x="34" y="48"/>
                    <a:pt x="34" y="47"/>
                    <a:pt x="34" y="46"/>
                  </a:cubicBezTo>
                  <a:cubicBezTo>
                    <a:pt x="34" y="45"/>
                    <a:pt x="34" y="45"/>
                    <a:pt x="33" y="43"/>
                  </a:cubicBezTo>
                  <a:cubicBezTo>
                    <a:pt x="33" y="42"/>
                    <a:pt x="33" y="42"/>
                    <a:pt x="33" y="4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63382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0"/>
            <p:cNvSpPr/>
            <p:nvPr/>
          </p:nvSpPr>
          <p:spPr>
            <a:xfrm>
              <a:off x="1578100" y="2969545"/>
              <a:ext cx="18000" cy="10440"/>
            </a:xfrm>
            <a:custGeom>
              <a:rect b="b" l="l" r="r" t="t"/>
              <a:pathLst>
                <a:path extrusionOk="0" h="29" w="50">
                  <a:moveTo>
                    <a:pt x="3" y="28"/>
                  </a:moveTo>
                  <a:cubicBezTo>
                    <a:pt x="-6" y="34"/>
                    <a:pt x="7" y="6"/>
                    <a:pt x="19" y="2"/>
                  </a:cubicBezTo>
                  <a:cubicBezTo>
                    <a:pt x="32" y="-1"/>
                    <a:pt x="50" y="-2"/>
                    <a:pt x="50" y="9"/>
                  </a:cubicBezTo>
                  <a:cubicBezTo>
                    <a:pt x="51" y="21"/>
                    <a:pt x="24" y="12"/>
                    <a:pt x="3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0"/>
            <p:cNvSpPr/>
            <p:nvPr/>
          </p:nvSpPr>
          <p:spPr>
            <a:xfrm>
              <a:off x="1618420" y="2965225"/>
              <a:ext cx="17280" cy="9720"/>
            </a:xfrm>
            <a:custGeom>
              <a:rect b="b" l="l" r="r" t="t"/>
              <a:pathLst>
                <a:path extrusionOk="0" h="27" w="48">
                  <a:moveTo>
                    <a:pt x="45" y="26"/>
                  </a:moveTo>
                  <a:cubicBezTo>
                    <a:pt x="55" y="32"/>
                    <a:pt x="40" y="4"/>
                    <a:pt x="27" y="1"/>
                  </a:cubicBezTo>
                  <a:cubicBezTo>
                    <a:pt x="15" y="-2"/>
                    <a:pt x="-3" y="0"/>
                    <a:pt x="0" y="15"/>
                  </a:cubicBezTo>
                  <a:cubicBezTo>
                    <a:pt x="2" y="27"/>
                    <a:pt x="23" y="11"/>
                    <a:pt x="45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0"/>
            <p:cNvSpPr/>
            <p:nvPr/>
          </p:nvSpPr>
          <p:spPr>
            <a:xfrm>
              <a:off x="1590700" y="2991145"/>
              <a:ext cx="6120" cy="12600"/>
            </a:xfrm>
            <a:custGeom>
              <a:rect b="b" l="l" r="r" t="t"/>
              <a:pathLst>
                <a:path extrusionOk="0" h="35" w="17">
                  <a:moveTo>
                    <a:pt x="0" y="18"/>
                  </a:moveTo>
                  <a:cubicBezTo>
                    <a:pt x="1" y="28"/>
                    <a:pt x="5" y="36"/>
                    <a:pt x="10" y="35"/>
                  </a:cubicBezTo>
                  <a:cubicBezTo>
                    <a:pt x="15" y="35"/>
                    <a:pt x="18" y="27"/>
                    <a:pt x="17" y="17"/>
                  </a:cubicBezTo>
                  <a:cubicBezTo>
                    <a:pt x="16" y="7"/>
                    <a:pt x="12" y="0"/>
                    <a:pt x="7" y="0"/>
                  </a:cubicBezTo>
                  <a:cubicBezTo>
                    <a:pt x="3" y="1"/>
                    <a:pt x="-1" y="9"/>
                    <a:pt x="0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0"/>
            <p:cNvSpPr/>
            <p:nvPr/>
          </p:nvSpPr>
          <p:spPr>
            <a:xfrm>
              <a:off x="1618060" y="2987545"/>
              <a:ext cx="5760" cy="11880"/>
            </a:xfrm>
            <a:custGeom>
              <a:rect b="b" l="l" r="r" t="t"/>
              <a:pathLst>
                <a:path extrusionOk="0" h="33" w="16">
                  <a:moveTo>
                    <a:pt x="0" y="17"/>
                  </a:moveTo>
                  <a:cubicBezTo>
                    <a:pt x="1" y="26"/>
                    <a:pt x="5" y="34"/>
                    <a:pt x="9" y="33"/>
                  </a:cubicBezTo>
                  <a:cubicBezTo>
                    <a:pt x="14" y="33"/>
                    <a:pt x="17" y="25"/>
                    <a:pt x="16" y="16"/>
                  </a:cubicBezTo>
                  <a:cubicBezTo>
                    <a:pt x="15" y="7"/>
                    <a:pt x="12" y="0"/>
                    <a:pt x="7" y="0"/>
                  </a:cubicBezTo>
                  <a:cubicBezTo>
                    <a:pt x="3" y="0"/>
                    <a:pt x="-1" y="8"/>
                    <a:pt x="0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0"/>
            <p:cNvSpPr/>
            <p:nvPr/>
          </p:nvSpPr>
          <p:spPr>
            <a:xfrm>
              <a:off x="887260" y="3553105"/>
              <a:ext cx="1449360" cy="65520"/>
            </a:xfrm>
            <a:custGeom>
              <a:rect b="b" l="l" r="r" t="t"/>
              <a:pathLst>
                <a:path extrusionOk="0" h="182" w="4026">
                  <a:moveTo>
                    <a:pt x="2013" y="182"/>
                  </a:moveTo>
                  <a:lnTo>
                    <a:pt x="4015" y="182"/>
                  </a:lnTo>
                  <a:cubicBezTo>
                    <a:pt x="4021" y="182"/>
                    <a:pt x="4026" y="177"/>
                    <a:pt x="4026" y="171"/>
                  </a:cubicBezTo>
                  <a:lnTo>
                    <a:pt x="4026" y="11"/>
                  </a:lnTo>
                  <a:cubicBezTo>
                    <a:pt x="4026" y="5"/>
                    <a:pt x="4021" y="0"/>
                    <a:pt x="4015" y="0"/>
                  </a:cubicBezTo>
                  <a:lnTo>
                    <a:pt x="11" y="0"/>
                  </a:lnTo>
                  <a:cubicBezTo>
                    <a:pt x="5" y="0"/>
                    <a:pt x="0" y="5"/>
                    <a:pt x="0" y="11"/>
                  </a:cubicBezTo>
                  <a:lnTo>
                    <a:pt x="0" y="171"/>
                  </a:lnTo>
                  <a:cubicBezTo>
                    <a:pt x="0" y="177"/>
                    <a:pt x="5" y="182"/>
                    <a:pt x="11" y="182"/>
                  </a:cubicBezTo>
                  <a:lnTo>
                    <a:pt x="2013" y="1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20500" lIns="90000" spcFirstLastPara="1" rIns="90000" wrap="square" tIns="20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0"/>
            <p:cNvSpPr/>
            <p:nvPr/>
          </p:nvSpPr>
          <p:spPr>
            <a:xfrm>
              <a:off x="722380" y="3547705"/>
              <a:ext cx="1681200" cy="37440"/>
            </a:xfrm>
            <a:custGeom>
              <a:rect b="b" l="l" r="r" t="t"/>
              <a:pathLst>
                <a:path extrusionOk="0" h="104" w="4670">
                  <a:moveTo>
                    <a:pt x="0" y="0"/>
                  </a:moveTo>
                  <a:lnTo>
                    <a:pt x="4670" y="0"/>
                  </a:lnTo>
                  <a:lnTo>
                    <a:pt x="4670" y="104"/>
                  </a:lnTo>
                  <a:lnTo>
                    <a:pt x="0" y="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0"/>
            <p:cNvSpPr/>
            <p:nvPr/>
          </p:nvSpPr>
          <p:spPr>
            <a:xfrm>
              <a:off x="1673500" y="3522145"/>
              <a:ext cx="213480" cy="25200"/>
            </a:xfrm>
            <a:custGeom>
              <a:rect b="b" l="l" r="r" t="t"/>
              <a:pathLst>
                <a:path extrusionOk="0" h="70" w="593">
                  <a:moveTo>
                    <a:pt x="0" y="0"/>
                  </a:moveTo>
                  <a:lnTo>
                    <a:pt x="593" y="0"/>
                  </a:lnTo>
                  <a:lnTo>
                    <a:pt x="593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0"/>
            <p:cNvSpPr/>
            <p:nvPr/>
          </p:nvSpPr>
          <p:spPr>
            <a:xfrm>
              <a:off x="1673500" y="3522145"/>
              <a:ext cx="139680" cy="25200"/>
            </a:xfrm>
            <a:custGeom>
              <a:rect b="b" l="l" r="r" t="t"/>
              <a:pathLst>
                <a:path extrusionOk="0" h="70" w="388">
                  <a:moveTo>
                    <a:pt x="0" y="0"/>
                  </a:moveTo>
                  <a:lnTo>
                    <a:pt x="388" y="0"/>
                  </a:lnTo>
                  <a:lnTo>
                    <a:pt x="357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0"/>
            <p:cNvSpPr/>
            <p:nvPr/>
          </p:nvSpPr>
          <p:spPr>
            <a:xfrm>
              <a:off x="1673500" y="3522145"/>
              <a:ext cx="139680" cy="25200"/>
            </a:xfrm>
            <a:custGeom>
              <a:rect b="b" l="l" r="r" t="t"/>
              <a:pathLst>
                <a:path extrusionOk="0" h="70" w="388">
                  <a:moveTo>
                    <a:pt x="0" y="0"/>
                  </a:moveTo>
                  <a:lnTo>
                    <a:pt x="388" y="0"/>
                  </a:lnTo>
                  <a:lnTo>
                    <a:pt x="357" y="70"/>
                  </a:lnTo>
                  <a:lnTo>
                    <a:pt x="0" y="7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1" anchor="ctr" bIns="0" lIns="90350" spcFirstLastPara="1" rIns="9035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0"/>
            <p:cNvSpPr/>
            <p:nvPr/>
          </p:nvSpPr>
          <p:spPr>
            <a:xfrm>
              <a:off x="1817500" y="3315145"/>
              <a:ext cx="417600" cy="232200"/>
            </a:xfrm>
            <a:custGeom>
              <a:rect b="b" l="l" r="r" t="t"/>
              <a:pathLst>
                <a:path extrusionOk="0" h="645" w="1160">
                  <a:moveTo>
                    <a:pt x="935" y="645"/>
                  </a:moveTo>
                  <a:lnTo>
                    <a:pt x="0" y="645"/>
                  </a:lnTo>
                  <a:lnTo>
                    <a:pt x="226" y="0"/>
                  </a:lnTo>
                  <a:lnTo>
                    <a:pt x="1160" y="0"/>
                  </a:lnTo>
                  <a:lnTo>
                    <a:pt x="935" y="6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0"/>
            <p:cNvSpPr/>
            <p:nvPr/>
          </p:nvSpPr>
          <p:spPr>
            <a:xfrm>
              <a:off x="2003980" y="3416665"/>
              <a:ext cx="42120" cy="42120"/>
            </a:xfrm>
            <a:custGeom>
              <a:rect b="b" l="l" r="r" t="t"/>
              <a:pathLst>
                <a:path extrusionOk="0" h="117" w="117">
                  <a:moveTo>
                    <a:pt x="117" y="58"/>
                  </a:moveTo>
                  <a:cubicBezTo>
                    <a:pt x="117" y="69"/>
                    <a:pt x="115" y="79"/>
                    <a:pt x="109" y="88"/>
                  </a:cubicBezTo>
                  <a:cubicBezTo>
                    <a:pt x="104" y="97"/>
                    <a:pt x="97" y="104"/>
                    <a:pt x="88" y="109"/>
                  </a:cubicBezTo>
                  <a:cubicBezTo>
                    <a:pt x="79" y="115"/>
                    <a:pt x="70" y="117"/>
                    <a:pt x="59" y="117"/>
                  </a:cubicBezTo>
                  <a:cubicBezTo>
                    <a:pt x="49" y="117"/>
                    <a:pt x="38" y="115"/>
                    <a:pt x="29" y="110"/>
                  </a:cubicBezTo>
                  <a:cubicBezTo>
                    <a:pt x="20" y="105"/>
                    <a:pt x="13" y="97"/>
                    <a:pt x="8" y="88"/>
                  </a:cubicBezTo>
                  <a:cubicBezTo>
                    <a:pt x="3" y="79"/>
                    <a:pt x="0" y="69"/>
                    <a:pt x="0" y="59"/>
                  </a:cubicBezTo>
                  <a:cubicBezTo>
                    <a:pt x="0" y="49"/>
                    <a:pt x="2" y="39"/>
                    <a:pt x="8" y="30"/>
                  </a:cubicBezTo>
                  <a:cubicBezTo>
                    <a:pt x="13" y="21"/>
                    <a:pt x="20" y="13"/>
                    <a:pt x="29" y="8"/>
                  </a:cubicBezTo>
                  <a:cubicBezTo>
                    <a:pt x="38" y="3"/>
                    <a:pt x="48" y="0"/>
                    <a:pt x="58" y="0"/>
                  </a:cubicBezTo>
                  <a:cubicBezTo>
                    <a:pt x="69" y="0"/>
                    <a:pt x="79" y="3"/>
                    <a:pt x="88" y="8"/>
                  </a:cubicBezTo>
                  <a:cubicBezTo>
                    <a:pt x="97" y="13"/>
                    <a:pt x="104" y="20"/>
                    <a:pt x="109" y="29"/>
                  </a:cubicBezTo>
                  <a:cubicBezTo>
                    <a:pt x="114" y="38"/>
                    <a:pt x="117" y="48"/>
                    <a:pt x="117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0"/>
            <p:cNvSpPr/>
            <p:nvPr/>
          </p:nvSpPr>
          <p:spPr>
            <a:xfrm>
              <a:off x="1686460" y="2814385"/>
              <a:ext cx="202680" cy="249120"/>
            </a:xfrm>
            <a:custGeom>
              <a:rect b="b" l="l" r="r" t="t"/>
              <a:pathLst>
                <a:path extrusionOk="0" h="692" w="563">
                  <a:moveTo>
                    <a:pt x="563" y="286"/>
                  </a:moveTo>
                  <a:cubicBezTo>
                    <a:pt x="563" y="128"/>
                    <a:pt x="437" y="0"/>
                    <a:pt x="281" y="0"/>
                  </a:cubicBezTo>
                  <a:cubicBezTo>
                    <a:pt x="126" y="0"/>
                    <a:pt x="0" y="128"/>
                    <a:pt x="0" y="286"/>
                  </a:cubicBezTo>
                  <a:cubicBezTo>
                    <a:pt x="0" y="444"/>
                    <a:pt x="268" y="692"/>
                    <a:pt x="268" y="692"/>
                  </a:cubicBezTo>
                  <a:cubicBezTo>
                    <a:pt x="268" y="692"/>
                    <a:pt x="563" y="444"/>
                    <a:pt x="563" y="2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0"/>
            <p:cNvSpPr/>
            <p:nvPr/>
          </p:nvSpPr>
          <p:spPr>
            <a:xfrm>
              <a:off x="1741180" y="2914465"/>
              <a:ext cx="92160" cy="122040"/>
            </a:xfrm>
            <a:custGeom>
              <a:rect b="b" l="l" r="r" t="t"/>
              <a:pathLst>
                <a:path extrusionOk="0" fill="none" h="339" w="256">
                  <a:moveTo>
                    <a:pt x="136" y="339"/>
                  </a:moveTo>
                  <a:cubicBezTo>
                    <a:pt x="136" y="339"/>
                    <a:pt x="84" y="24"/>
                    <a:pt x="43" y="3"/>
                  </a:cubicBezTo>
                  <a:cubicBezTo>
                    <a:pt x="3" y="-17"/>
                    <a:pt x="-21" y="68"/>
                    <a:pt x="25" y="77"/>
                  </a:cubicBezTo>
                  <a:cubicBezTo>
                    <a:pt x="58" y="84"/>
                    <a:pt x="163" y="81"/>
                    <a:pt x="218" y="79"/>
                  </a:cubicBezTo>
                  <a:cubicBezTo>
                    <a:pt x="242" y="78"/>
                    <a:pt x="261" y="54"/>
                    <a:pt x="254" y="31"/>
                  </a:cubicBezTo>
                  <a:cubicBezTo>
                    <a:pt x="251" y="23"/>
                    <a:pt x="247" y="16"/>
                    <a:pt x="238" y="13"/>
                  </a:cubicBezTo>
                  <a:cubicBezTo>
                    <a:pt x="193" y="-6"/>
                    <a:pt x="138" y="204"/>
                    <a:pt x="128" y="328"/>
                  </a:cubicBez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0"/>
            <p:cNvSpPr/>
            <p:nvPr/>
          </p:nvSpPr>
          <p:spPr>
            <a:xfrm>
              <a:off x="1730380" y="3017065"/>
              <a:ext cx="104760" cy="23400"/>
            </a:xfrm>
            <a:custGeom>
              <a:rect b="b" l="l" r="r" t="t"/>
              <a:pathLst>
                <a:path extrusionOk="0" h="65" w="291">
                  <a:moveTo>
                    <a:pt x="259" y="65"/>
                  </a:moveTo>
                  <a:lnTo>
                    <a:pt x="32" y="65"/>
                  </a:lnTo>
                  <a:lnTo>
                    <a:pt x="32" y="65"/>
                  </a:lnTo>
                  <a:cubicBezTo>
                    <a:pt x="26" y="65"/>
                    <a:pt x="21" y="63"/>
                    <a:pt x="16" y="60"/>
                  </a:cubicBezTo>
                  <a:cubicBezTo>
                    <a:pt x="11" y="58"/>
                    <a:pt x="8" y="54"/>
                    <a:pt x="5" y="49"/>
                  </a:cubicBezTo>
                  <a:cubicBezTo>
                    <a:pt x="3" y="45"/>
                    <a:pt x="0" y="38"/>
                    <a:pt x="0" y="33"/>
                  </a:cubicBez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cubicBezTo>
                    <a:pt x="0" y="26"/>
                    <a:pt x="3" y="21"/>
                    <a:pt x="5" y="16"/>
                  </a:cubicBezTo>
                  <a:cubicBezTo>
                    <a:pt x="8" y="11"/>
                    <a:pt x="11" y="7"/>
                    <a:pt x="16" y="4"/>
                  </a:cubicBezTo>
                  <a:cubicBezTo>
                    <a:pt x="21" y="2"/>
                    <a:pt x="26" y="0"/>
                    <a:pt x="32" y="0"/>
                  </a:cubicBezTo>
                  <a:lnTo>
                    <a:pt x="259" y="0"/>
                  </a:lnTo>
                  <a:lnTo>
                    <a:pt x="259" y="0"/>
                  </a:lnTo>
                  <a:cubicBezTo>
                    <a:pt x="265" y="0"/>
                    <a:pt x="270" y="2"/>
                    <a:pt x="275" y="4"/>
                  </a:cubicBezTo>
                  <a:cubicBezTo>
                    <a:pt x="280" y="7"/>
                    <a:pt x="285" y="11"/>
                    <a:pt x="287" y="16"/>
                  </a:cubicBezTo>
                  <a:cubicBezTo>
                    <a:pt x="290" y="21"/>
                    <a:pt x="291" y="26"/>
                    <a:pt x="291" y="32"/>
                  </a:cubicBezTo>
                  <a:lnTo>
                    <a:pt x="291" y="32"/>
                  </a:lnTo>
                  <a:lnTo>
                    <a:pt x="291" y="32"/>
                  </a:lnTo>
                  <a:lnTo>
                    <a:pt x="291" y="32"/>
                  </a:lnTo>
                  <a:lnTo>
                    <a:pt x="291" y="33"/>
                  </a:lnTo>
                  <a:cubicBezTo>
                    <a:pt x="291" y="38"/>
                    <a:pt x="290" y="45"/>
                    <a:pt x="287" y="49"/>
                  </a:cubicBezTo>
                  <a:cubicBezTo>
                    <a:pt x="285" y="54"/>
                    <a:pt x="280" y="58"/>
                    <a:pt x="275" y="60"/>
                  </a:cubicBezTo>
                  <a:cubicBezTo>
                    <a:pt x="270" y="63"/>
                    <a:pt x="265" y="65"/>
                    <a:pt x="259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0"/>
            <p:cNvSpPr/>
            <p:nvPr/>
          </p:nvSpPr>
          <p:spPr>
            <a:xfrm>
              <a:off x="1736860" y="3036865"/>
              <a:ext cx="95040" cy="56520"/>
            </a:xfrm>
            <a:custGeom>
              <a:rect b="b" l="l" r="r" t="t"/>
              <a:pathLst>
                <a:path extrusionOk="0" h="157" w="264">
                  <a:moveTo>
                    <a:pt x="132" y="157"/>
                  </a:moveTo>
                  <a:lnTo>
                    <a:pt x="132" y="157"/>
                  </a:lnTo>
                  <a:cubicBezTo>
                    <a:pt x="59" y="157"/>
                    <a:pt x="0" y="97"/>
                    <a:pt x="0" y="24"/>
                  </a:cubicBezTo>
                  <a:lnTo>
                    <a:pt x="0" y="0"/>
                  </a:lnTo>
                  <a:lnTo>
                    <a:pt x="264" y="0"/>
                  </a:lnTo>
                  <a:lnTo>
                    <a:pt x="264" y="24"/>
                  </a:lnTo>
                  <a:cubicBezTo>
                    <a:pt x="264" y="97"/>
                    <a:pt x="205" y="157"/>
                    <a:pt x="132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11500" lIns="90000" spcFirstLastPara="1" rIns="90000" wrap="square" tIns="11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8" name="Google Shape;1008;p50"/>
            <p:cNvCxnSpPr/>
            <p:nvPr/>
          </p:nvCxnSpPr>
          <p:spPr>
            <a:xfrm>
              <a:off x="1604740" y="2920945"/>
              <a:ext cx="46200" cy="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9" name="Google Shape;1009;p50"/>
            <p:cNvCxnSpPr/>
            <p:nvPr/>
          </p:nvCxnSpPr>
          <p:spPr>
            <a:xfrm>
              <a:off x="1927300" y="2920945"/>
              <a:ext cx="46200" cy="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0" name="Google Shape;1010;p50"/>
            <p:cNvCxnSpPr/>
            <p:nvPr/>
          </p:nvCxnSpPr>
          <p:spPr>
            <a:xfrm>
              <a:off x="1886980" y="3018505"/>
              <a:ext cx="32700" cy="3270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1" name="Google Shape;1011;p50"/>
            <p:cNvCxnSpPr/>
            <p:nvPr/>
          </p:nvCxnSpPr>
          <p:spPr>
            <a:xfrm flipH="1">
              <a:off x="1658800" y="3018505"/>
              <a:ext cx="32700" cy="32700"/>
            </a:xfrm>
            <a:prstGeom prst="straightConnector1">
              <a:avLst/>
            </a:prstGeom>
            <a:noFill/>
            <a:ln cap="rnd" cmpd="sng" w="9525">
              <a:solidFill>
                <a:schemeClr val="accent5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12" name="Google Shape;1012;p50"/>
            <p:cNvSpPr/>
            <p:nvPr/>
          </p:nvSpPr>
          <p:spPr>
            <a:xfrm flipH="1">
              <a:off x="1618580" y="4422150"/>
              <a:ext cx="209183" cy="150899"/>
            </a:xfrm>
            <a:custGeom>
              <a:rect b="b" l="l" r="r" t="t"/>
              <a:pathLst>
                <a:path extrusionOk="0" h="422" w="585">
                  <a:moveTo>
                    <a:pt x="295" y="76"/>
                  </a:moveTo>
                  <a:lnTo>
                    <a:pt x="520" y="0"/>
                  </a:lnTo>
                  <a:lnTo>
                    <a:pt x="584" y="301"/>
                  </a:lnTo>
                  <a:lnTo>
                    <a:pt x="584" y="301"/>
                  </a:lnTo>
                  <a:cubicBezTo>
                    <a:pt x="585" y="303"/>
                    <a:pt x="585" y="306"/>
                    <a:pt x="585" y="308"/>
                  </a:cubicBezTo>
                  <a:cubicBezTo>
                    <a:pt x="585" y="314"/>
                    <a:pt x="583" y="320"/>
                    <a:pt x="580" y="325"/>
                  </a:cubicBezTo>
                  <a:cubicBezTo>
                    <a:pt x="577" y="330"/>
                    <a:pt x="573" y="335"/>
                    <a:pt x="568" y="338"/>
                  </a:cubicBezTo>
                  <a:cubicBezTo>
                    <a:pt x="563" y="341"/>
                    <a:pt x="557" y="342"/>
                    <a:pt x="551" y="342"/>
                  </a:cubicBezTo>
                  <a:cubicBezTo>
                    <a:pt x="550" y="342"/>
                    <a:pt x="549" y="342"/>
                    <a:pt x="549" y="342"/>
                  </a:cubicBezTo>
                  <a:lnTo>
                    <a:pt x="549" y="342"/>
                  </a:lnTo>
                  <a:lnTo>
                    <a:pt x="549" y="342"/>
                  </a:lnTo>
                  <a:cubicBezTo>
                    <a:pt x="543" y="342"/>
                    <a:pt x="538" y="340"/>
                    <a:pt x="534" y="338"/>
                  </a:cubicBezTo>
                  <a:cubicBezTo>
                    <a:pt x="529" y="335"/>
                    <a:pt x="524" y="330"/>
                    <a:pt x="521" y="325"/>
                  </a:cubicBezTo>
                  <a:cubicBezTo>
                    <a:pt x="520" y="323"/>
                    <a:pt x="519" y="321"/>
                    <a:pt x="518" y="318"/>
                  </a:cubicBezTo>
                  <a:lnTo>
                    <a:pt x="494" y="239"/>
                  </a:lnTo>
                  <a:lnTo>
                    <a:pt x="480" y="291"/>
                  </a:lnTo>
                  <a:lnTo>
                    <a:pt x="480" y="291"/>
                  </a:lnTo>
                  <a:cubicBezTo>
                    <a:pt x="478" y="300"/>
                    <a:pt x="475" y="308"/>
                    <a:pt x="470" y="316"/>
                  </a:cubicBezTo>
                  <a:cubicBezTo>
                    <a:pt x="462" y="331"/>
                    <a:pt x="449" y="343"/>
                    <a:pt x="434" y="352"/>
                  </a:cubicBezTo>
                  <a:cubicBezTo>
                    <a:pt x="424" y="358"/>
                    <a:pt x="413" y="362"/>
                    <a:pt x="402" y="364"/>
                  </a:cubicBezTo>
                  <a:lnTo>
                    <a:pt x="65" y="421"/>
                  </a:lnTo>
                  <a:cubicBezTo>
                    <a:pt x="9" y="432"/>
                    <a:pt x="-24" y="362"/>
                    <a:pt x="20" y="326"/>
                  </a:cubicBezTo>
                  <a:lnTo>
                    <a:pt x="295" y="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0"/>
            <p:cNvSpPr/>
            <p:nvPr/>
          </p:nvSpPr>
          <p:spPr>
            <a:xfrm flipH="1" rot="-936750">
              <a:off x="1852579" y="4458283"/>
              <a:ext cx="210614" cy="129087"/>
            </a:xfrm>
            <a:custGeom>
              <a:rect b="b" l="l" r="r" t="t"/>
              <a:pathLst>
                <a:path extrusionOk="0" h="361" w="589">
                  <a:moveTo>
                    <a:pt x="290" y="53"/>
                  </a:moveTo>
                  <a:lnTo>
                    <a:pt x="589" y="0"/>
                  </a:lnTo>
                  <a:lnTo>
                    <a:pt x="588" y="276"/>
                  </a:lnTo>
                  <a:lnTo>
                    <a:pt x="588" y="276"/>
                  </a:lnTo>
                  <a:cubicBezTo>
                    <a:pt x="588" y="277"/>
                    <a:pt x="588" y="279"/>
                    <a:pt x="588" y="281"/>
                  </a:cubicBezTo>
                  <a:cubicBezTo>
                    <a:pt x="588" y="287"/>
                    <a:pt x="587" y="293"/>
                    <a:pt x="584" y="298"/>
                  </a:cubicBezTo>
                  <a:cubicBezTo>
                    <a:pt x="581" y="304"/>
                    <a:pt x="576" y="307"/>
                    <a:pt x="571" y="310"/>
                  </a:cubicBezTo>
                  <a:cubicBezTo>
                    <a:pt x="566" y="313"/>
                    <a:pt x="560" y="315"/>
                    <a:pt x="554" y="315"/>
                  </a:cubicBezTo>
                  <a:cubicBezTo>
                    <a:pt x="553" y="315"/>
                    <a:pt x="551" y="315"/>
                    <a:pt x="550" y="314"/>
                  </a:cubicBezTo>
                  <a:lnTo>
                    <a:pt x="550" y="314"/>
                  </a:lnTo>
                  <a:lnTo>
                    <a:pt x="550" y="314"/>
                  </a:lnTo>
                  <a:cubicBezTo>
                    <a:pt x="545" y="314"/>
                    <a:pt x="541" y="312"/>
                    <a:pt x="537" y="310"/>
                  </a:cubicBezTo>
                  <a:cubicBezTo>
                    <a:pt x="532" y="307"/>
                    <a:pt x="529" y="303"/>
                    <a:pt x="525" y="298"/>
                  </a:cubicBezTo>
                  <a:cubicBezTo>
                    <a:pt x="524" y="295"/>
                    <a:pt x="522" y="292"/>
                    <a:pt x="521" y="288"/>
                  </a:cubicBezTo>
                  <a:lnTo>
                    <a:pt x="502" y="208"/>
                  </a:lnTo>
                  <a:lnTo>
                    <a:pt x="485" y="259"/>
                  </a:lnTo>
                  <a:lnTo>
                    <a:pt x="485" y="259"/>
                  </a:lnTo>
                  <a:cubicBezTo>
                    <a:pt x="483" y="265"/>
                    <a:pt x="481" y="271"/>
                    <a:pt x="477" y="277"/>
                  </a:cubicBezTo>
                  <a:cubicBezTo>
                    <a:pt x="469" y="292"/>
                    <a:pt x="457" y="304"/>
                    <a:pt x="441" y="313"/>
                  </a:cubicBezTo>
                  <a:cubicBezTo>
                    <a:pt x="430" y="320"/>
                    <a:pt x="415" y="324"/>
                    <a:pt x="401" y="326"/>
                  </a:cubicBezTo>
                  <a:lnTo>
                    <a:pt x="63" y="360"/>
                  </a:lnTo>
                  <a:cubicBezTo>
                    <a:pt x="6" y="367"/>
                    <a:pt x="-22" y="294"/>
                    <a:pt x="24" y="262"/>
                  </a:cubicBezTo>
                  <a:lnTo>
                    <a:pt x="290" y="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4" name="Google Shape;1014;p50"/>
          <p:cNvGrpSpPr/>
          <p:nvPr/>
        </p:nvGrpSpPr>
        <p:grpSpPr>
          <a:xfrm>
            <a:off x="5867971" y="2628549"/>
            <a:ext cx="2389893" cy="1974334"/>
            <a:chOff x="5092920" y="-3960"/>
            <a:chExt cx="3010320" cy="2486880"/>
          </a:xfrm>
        </p:grpSpPr>
        <p:sp>
          <p:nvSpPr>
            <p:cNvPr id="1015" name="Google Shape;1015;p50"/>
            <p:cNvSpPr/>
            <p:nvPr/>
          </p:nvSpPr>
          <p:spPr>
            <a:xfrm>
              <a:off x="6323040" y="264240"/>
              <a:ext cx="550080" cy="502920"/>
            </a:xfrm>
            <a:custGeom>
              <a:rect b="b" l="l" r="r" t="t"/>
              <a:pathLst>
                <a:path extrusionOk="0" h="1397" w="1528">
                  <a:moveTo>
                    <a:pt x="78" y="949"/>
                  </a:moveTo>
                  <a:cubicBezTo>
                    <a:pt x="-112" y="572"/>
                    <a:pt x="96" y="434"/>
                    <a:pt x="161" y="356"/>
                  </a:cubicBezTo>
                  <a:cubicBezTo>
                    <a:pt x="308" y="155"/>
                    <a:pt x="601" y="0"/>
                    <a:pt x="804" y="18"/>
                  </a:cubicBezTo>
                  <a:cubicBezTo>
                    <a:pt x="804" y="18"/>
                    <a:pt x="1072" y="-71"/>
                    <a:pt x="1295" y="151"/>
                  </a:cubicBezTo>
                  <a:cubicBezTo>
                    <a:pt x="1330" y="186"/>
                    <a:pt x="1909" y="591"/>
                    <a:pt x="1099" y="1397"/>
                  </a:cubicBezTo>
                  <a:lnTo>
                    <a:pt x="78" y="94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0"/>
            <p:cNvSpPr/>
            <p:nvPr/>
          </p:nvSpPr>
          <p:spPr>
            <a:xfrm>
              <a:off x="6346440" y="385920"/>
              <a:ext cx="510120" cy="843120"/>
            </a:xfrm>
            <a:custGeom>
              <a:rect b="b" l="l" r="r" t="t"/>
              <a:pathLst>
                <a:path extrusionOk="0" h="2342" w="1417">
                  <a:moveTo>
                    <a:pt x="1001" y="540"/>
                  </a:moveTo>
                  <a:lnTo>
                    <a:pt x="1001" y="540"/>
                  </a:lnTo>
                  <a:cubicBezTo>
                    <a:pt x="1002" y="541"/>
                    <a:pt x="1002" y="543"/>
                    <a:pt x="1003" y="544"/>
                  </a:cubicBezTo>
                  <a:cubicBezTo>
                    <a:pt x="1006" y="548"/>
                    <a:pt x="1009" y="551"/>
                    <a:pt x="1012" y="553"/>
                  </a:cubicBezTo>
                  <a:cubicBezTo>
                    <a:pt x="1016" y="555"/>
                    <a:pt x="1019" y="556"/>
                    <a:pt x="1023" y="556"/>
                  </a:cubicBezTo>
                  <a:cubicBezTo>
                    <a:pt x="1026" y="556"/>
                    <a:pt x="1029" y="555"/>
                    <a:pt x="1032" y="554"/>
                  </a:cubicBezTo>
                  <a:cubicBezTo>
                    <a:pt x="1084" y="535"/>
                    <a:pt x="1186" y="487"/>
                    <a:pt x="1252" y="618"/>
                  </a:cubicBezTo>
                  <a:cubicBezTo>
                    <a:pt x="1285" y="684"/>
                    <a:pt x="1258" y="768"/>
                    <a:pt x="1203" y="802"/>
                  </a:cubicBezTo>
                  <a:cubicBezTo>
                    <a:pt x="1161" y="829"/>
                    <a:pt x="1095" y="855"/>
                    <a:pt x="1061" y="849"/>
                  </a:cubicBezTo>
                  <a:cubicBezTo>
                    <a:pt x="1033" y="919"/>
                    <a:pt x="1079" y="1415"/>
                    <a:pt x="1118" y="1454"/>
                  </a:cubicBezTo>
                  <a:cubicBezTo>
                    <a:pt x="1359" y="1699"/>
                    <a:pt x="1417" y="1696"/>
                    <a:pt x="1417" y="1696"/>
                  </a:cubicBezTo>
                  <a:cubicBezTo>
                    <a:pt x="1417" y="1696"/>
                    <a:pt x="550" y="3011"/>
                    <a:pt x="527" y="1890"/>
                  </a:cubicBezTo>
                  <a:cubicBezTo>
                    <a:pt x="527" y="1890"/>
                    <a:pt x="433" y="1241"/>
                    <a:pt x="427" y="1242"/>
                  </a:cubicBezTo>
                  <a:cubicBezTo>
                    <a:pt x="347" y="1256"/>
                    <a:pt x="46" y="1258"/>
                    <a:pt x="3" y="672"/>
                  </a:cubicBezTo>
                  <a:cubicBezTo>
                    <a:pt x="-36" y="130"/>
                    <a:pt x="335" y="30"/>
                    <a:pt x="432" y="12"/>
                  </a:cubicBezTo>
                  <a:cubicBezTo>
                    <a:pt x="514" y="-3"/>
                    <a:pt x="787" y="-86"/>
                    <a:pt x="1001" y="540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0"/>
            <p:cNvSpPr/>
            <p:nvPr/>
          </p:nvSpPr>
          <p:spPr>
            <a:xfrm>
              <a:off x="6500880" y="815040"/>
              <a:ext cx="82800" cy="36360"/>
            </a:xfrm>
            <a:custGeom>
              <a:rect b="b" l="l" r="r" t="t"/>
              <a:pathLst>
                <a:path extrusionOk="0" h="101" w="230">
                  <a:moveTo>
                    <a:pt x="0" y="51"/>
                  </a:moveTo>
                  <a:lnTo>
                    <a:pt x="230" y="0"/>
                  </a:lnTo>
                  <a:lnTo>
                    <a:pt x="216" y="29"/>
                  </a:lnTo>
                  <a:cubicBezTo>
                    <a:pt x="173" y="114"/>
                    <a:pt x="60" y="126"/>
                    <a:pt x="0" y="51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0"/>
            <p:cNvSpPr/>
            <p:nvPr/>
          </p:nvSpPr>
          <p:spPr>
            <a:xfrm>
              <a:off x="6399720" y="306720"/>
              <a:ext cx="349200" cy="274680"/>
            </a:xfrm>
            <a:custGeom>
              <a:rect b="b" l="l" r="r" t="t"/>
              <a:pathLst>
                <a:path extrusionOk="0" h="763" w="970">
                  <a:moveTo>
                    <a:pt x="4" y="226"/>
                  </a:moveTo>
                  <a:cubicBezTo>
                    <a:pt x="-55" y="337"/>
                    <a:pt x="536" y="664"/>
                    <a:pt x="640" y="706"/>
                  </a:cubicBezTo>
                  <a:cubicBezTo>
                    <a:pt x="823" y="781"/>
                    <a:pt x="939" y="784"/>
                    <a:pt x="970" y="707"/>
                  </a:cubicBezTo>
                  <a:cubicBezTo>
                    <a:pt x="970" y="707"/>
                    <a:pt x="383" y="-485"/>
                    <a:pt x="4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0"/>
            <p:cNvSpPr/>
            <p:nvPr/>
          </p:nvSpPr>
          <p:spPr>
            <a:xfrm>
              <a:off x="6766560" y="140400"/>
              <a:ext cx="320400" cy="319680"/>
            </a:xfrm>
            <a:custGeom>
              <a:rect b="b" l="l" r="r" t="t"/>
              <a:pathLst>
                <a:path extrusionOk="0" h="888" w="890">
                  <a:moveTo>
                    <a:pt x="759" y="130"/>
                  </a:moveTo>
                  <a:cubicBezTo>
                    <a:pt x="814" y="185"/>
                    <a:pt x="854" y="254"/>
                    <a:pt x="874" y="329"/>
                  </a:cubicBezTo>
                  <a:cubicBezTo>
                    <a:pt x="895" y="404"/>
                    <a:pt x="895" y="484"/>
                    <a:pt x="874" y="559"/>
                  </a:cubicBezTo>
                  <a:cubicBezTo>
                    <a:pt x="854" y="634"/>
                    <a:pt x="815" y="702"/>
                    <a:pt x="759" y="758"/>
                  </a:cubicBezTo>
                  <a:cubicBezTo>
                    <a:pt x="704" y="813"/>
                    <a:pt x="635" y="852"/>
                    <a:pt x="559" y="873"/>
                  </a:cubicBezTo>
                  <a:cubicBezTo>
                    <a:pt x="484" y="893"/>
                    <a:pt x="405" y="893"/>
                    <a:pt x="329" y="873"/>
                  </a:cubicBezTo>
                  <a:cubicBezTo>
                    <a:pt x="254" y="852"/>
                    <a:pt x="185" y="813"/>
                    <a:pt x="130" y="758"/>
                  </a:cubicBezTo>
                  <a:cubicBezTo>
                    <a:pt x="75" y="702"/>
                    <a:pt x="35" y="634"/>
                    <a:pt x="15" y="559"/>
                  </a:cubicBezTo>
                  <a:cubicBezTo>
                    <a:pt x="-5" y="484"/>
                    <a:pt x="-5" y="404"/>
                    <a:pt x="15" y="329"/>
                  </a:cubicBezTo>
                  <a:cubicBezTo>
                    <a:pt x="35" y="254"/>
                    <a:pt x="75" y="185"/>
                    <a:pt x="130" y="130"/>
                  </a:cubicBezTo>
                  <a:cubicBezTo>
                    <a:pt x="185" y="75"/>
                    <a:pt x="254" y="35"/>
                    <a:pt x="329" y="15"/>
                  </a:cubicBezTo>
                  <a:cubicBezTo>
                    <a:pt x="405" y="-5"/>
                    <a:pt x="484" y="-5"/>
                    <a:pt x="559" y="15"/>
                  </a:cubicBezTo>
                  <a:cubicBezTo>
                    <a:pt x="635" y="35"/>
                    <a:pt x="703" y="75"/>
                    <a:pt x="759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0"/>
            <p:cNvSpPr/>
            <p:nvPr/>
          </p:nvSpPr>
          <p:spPr>
            <a:xfrm>
              <a:off x="6989400" y="379440"/>
              <a:ext cx="146520" cy="146520"/>
            </a:xfrm>
            <a:custGeom>
              <a:rect b="b" l="l" r="r" t="t"/>
              <a:pathLst>
                <a:path extrusionOk="0" h="407" w="407">
                  <a:moveTo>
                    <a:pt x="347" y="60"/>
                  </a:moveTo>
                  <a:cubicBezTo>
                    <a:pt x="372" y="85"/>
                    <a:pt x="391" y="116"/>
                    <a:pt x="400" y="151"/>
                  </a:cubicBezTo>
                  <a:cubicBezTo>
                    <a:pt x="409" y="185"/>
                    <a:pt x="409" y="221"/>
                    <a:pt x="400" y="256"/>
                  </a:cubicBezTo>
                  <a:cubicBezTo>
                    <a:pt x="391" y="290"/>
                    <a:pt x="372" y="322"/>
                    <a:pt x="347" y="347"/>
                  </a:cubicBezTo>
                  <a:cubicBezTo>
                    <a:pt x="322" y="372"/>
                    <a:pt x="291" y="390"/>
                    <a:pt x="256" y="400"/>
                  </a:cubicBezTo>
                  <a:cubicBezTo>
                    <a:pt x="222" y="409"/>
                    <a:pt x="185" y="409"/>
                    <a:pt x="151" y="400"/>
                  </a:cubicBezTo>
                  <a:cubicBezTo>
                    <a:pt x="117" y="390"/>
                    <a:pt x="85" y="372"/>
                    <a:pt x="60" y="347"/>
                  </a:cubicBezTo>
                  <a:cubicBezTo>
                    <a:pt x="35" y="322"/>
                    <a:pt x="17" y="291"/>
                    <a:pt x="7" y="256"/>
                  </a:cubicBezTo>
                  <a:cubicBezTo>
                    <a:pt x="-2" y="222"/>
                    <a:pt x="-2" y="185"/>
                    <a:pt x="7" y="151"/>
                  </a:cubicBezTo>
                  <a:cubicBezTo>
                    <a:pt x="17" y="116"/>
                    <a:pt x="35" y="85"/>
                    <a:pt x="60" y="60"/>
                  </a:cubicBezTo>
                  <a:cubicBezTo>
                    <a:pt x="85" y="35"/>
                    <a:pt x="117" y="17"/>
                    <a:pt x="151" y="7"/>
                  </a:cubicBezTo>
                  <a:cubicBezTo>
                    <a:pt x="185" y="-2"/>
                    <a:pt x="222" y="-2"/>
                    <a:pt x="256" y="7"/>
                  </a:cubicBezTo>
                  <a:cubicBezTo>
                    <a:pt x="291" y="17"/>
                    <a:pt x="322" y="35"/>
                    <a:pt x="347" y="6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0"/>
            <p:cNvSpPr/>
            <p:nvPr/>
          </p:nvSpPr>
          <p:spPr>
            <a:xfrm>
              <a:off x="6720480" y="595080"/>
              <a:ext cx="58680" cy="42840"/>
            </a:xfrm>
            <a:custGeom>
              <a:rect b="b" l="l" r="r" t="t"/>
              <a:pathLst>
                <a:path extrusionOk="0" h="119" w="163">
                  <a:moveTo>
                    <a:pt x="0" y="119"/>
                  </a:moveTo>
                  <a:cubicBezTo>
                    <a:pt x="68" y="-106"/>
                    <a:pt x="163" y="58"/>
                    <a:pt x="163" y="58"/>
                  </a:cubicBezTo>
                  <a:lnTo>
                    <a:pt x="0" y="119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0"/>
            <p:cNvSpPr/>
            <p:nvPr/>
          </p:nvSpPr>
          <p:spPr>
            <a:xfrm>
              <a:off x="6496560" y="632880"/>
              <a:ext cx="94320" cy="94320"/>
            </a:xfrm>
            <a:custGeom>
              <a:rect b="b" l="l" r="r" t="t"/>
              <a:pathLst>
                <a:path extrusionOk="0" h="262" w="262">
                  <a:moveTo>
                    <a:pt x="88" y="8"/>
                  </a:moveTo>
                  <a:lnTo>
                    <a:pt x="88" y="8"/>
                  </a:lnTo>
                  <a:cubicBezTo>
                    <a:pt x="80" y="10"/>
                    <a:pt x="73" y="14"/>
                    <a:pt x="66" y="18"/>
                  </a:cubicBezTo>
                  <a:cubicBezTo>
                    <a:pt x="46" y="29"/>
                    <a:pt x="30" y="46"/>
                    <a:pt x="18" y="66"/>
                  </a:cubicBezTo>
                  <a:cubicBezTo>
                    <a:pt x="7" y="85"/>
                    <a:pt x="0" y="108"/>
                    <a:pt x="0" y="131"/>
                  </a:cubicBezTo>
                  <a:cubicBezTo>
                    <a:pt x="0" y="154"/>
                    <a:pt x="7" y="176"/>
                    <a:pt x="18" y="196"/>
                  </a:cubicBezTo>
                  <a:cubicBezTo>
                    <a:pt x="30" y="215"/>
                    <a:pt x="46" y="232"/>
                    <a:pt x="66" y="244"/>
                  </a:cubicBezTo>
                  <a:cubicBezTo>
                    <a:pt x="86" y="255"/>
                    <a:pt x="108" y="262"/>
                    <a:pt x="131" y="262"/>
                  </a:cubicBezTo>
                  <a:cubicBezTo>
                    <a:pt x="154" y="262"/>
                    <a:pt x="178" y="255"/>
                    <a:pt x="197" y="244"/>
                  </a:cubicBezTo>
                  <a:cubicBezTo>
                    <a:pt x="217" y="232"/>
                    <a:pt x="233" y="215"/>
                    <a:pt x="244" y="196"/>
                  </a:cubicBezTo>
                  <a:cubicBezTo>
                    <a:pt x="256" y="176"/>
                    <a:pt x="262" y="154"/>
                    <a:pt x="262" y="131"/>
                  </a:cubicBezTo>
                  <a:cubicBezTo>
                    <a:pt x="262" y="116"/>
                    <a:pt x="260" y="102"/>
                    <a:pt x="255" y="88"/>
                  </a:cubicBezTo>
                  <a:lnTo>
                    <a:pt x="255" y="88"/>
                  </a:lnTo>
                  <a:cubicBezTo>
                    <a:pt x="252" y="80"/>
                    <a:pt x="249" y="73"/>
                    <a:pt x="244" y="66"/>
                  </a:cubicBezTo>
                  <a:cubicBezTo>
                    <a:pt x="233" y="46"/>
                    <a:pt x="217" y="29"/>
                    <a:pt x="197" y="18"/>
                  </a:cubicBezTo>
                  <a:cubicBezTo>
                    <a:pt x="178" y="6"/>
                    <a:pt x="154" y="0"/>
                    <a:pt x="131" y="0"/>
                  </a:cubicBezTo>
                  <a:cubicBezTo>
                    <a:pt x="116" y="0"/>
                    <a:pt x="102" y="3"/>
                    <a:pt x="88" y="8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0"/>
            <p:cNvSpPr/>
            <p:nvPr/>
          </p:nvSpPr>
          <p:spPr>
            <a:xfrm>
              <a:off x="6351840" y="662400"/>
              <a:ext cx="44640" cy="83880"/>
            </a:xfrm>
            <a:custGeom>
              <a:rect b="b" l="l" r="r" t="t"/>
              <a:pathLst>
                <a:path extrusionOk="0" h="233" w="124">
                  <a:moveTo>
                    <a:pt x="61" y="233"/>
                  </a:moveTo>
                  <a:lnTo>
                    <a:pt x="61" y="233"/>
                  </a:lnTo>
                  <a:cubicBezTo>
                    <a:pt x="80" y="221"/>
                    <a:pt x="96" y="205"/>
                    <a:pt x="107" y="186"/>
                  </a:cubicBezTo>
                  <a:cubicBezTo>
                    <a:pt x="118" y="166"/>
                    <a:pt x="124" y="144"/>
                    <a:pt x="124" y="121"/>
                  </a:cubicBezTo>
                  <a:cubicBezTo>
                    <a:pt x="124" y="106"/>
                    <a:pt x="122" y="91"/>
                    <a:pt x="117" y="77"/>
                  </a:cubicBezTo>
                  <a:cubicBezTo>
                    <a:pt x="101" y="31"/>
                    <a:pt x="44" y="8"/>
                    <a:pt x="0" y="0"/>
                  </a:cubicBezTo>
                  <a:cubicBezTo>
                    <a:pt x="0" y="0"/>
                    <a:pt x="6" y="150"/>
                    <a:pt x="61" y="233"/>
                  </a:cubicBez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38875" lIns="90000" spcFirstLastPara="1" rIns="90000" wrap="square" tIns="388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0"/>
            <p:cNvSpPr/>
            <p:nvPr/>
          </p:nvSpPr>
          <p:spPr>
            <a:xfrm>
              <a:off x="6437880" y="559440"/>
              <a:ext cx="59760" cy="16920"/>
            </a:xfrm>
            <a:custGeom>
              <a:rect b="b" l="l" r="r" t="t"/>
              <a:pathLst>
                <a:path extrusionOk="0" h="47" w="166">
                  <a:moveTo>
                    <a:pt x="160" y="33"/>
                  </a:moveTo>
                  <a:cubicBezTo>
                    <a:pt x="188" y="42"/>
                    <a:pt x="103" y="-2"/>
                    <a:pt x="68" y="0"/>
                  </a:cubicBezTo>
                  <a:cubicBezTo>
                    <a:pt x="34" y="2"/>
                    <a:pt x="-2" y="18"/>
                    <a:pt x="0" y="47"/>
                  </a:cubicBezTo>
                  <a:cubicBezTo>
                    <a:pt x="0" y="47"/>
                    <a:pt x="92" y="12"/>
                    <a:pt x="160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0"/>
            <p:cNvSpPr/>
            <p:nvPr/>
          </p:nvSpPr>
          <p:spPr>
            <a:xfrm>
              <a:off x="6346800" y="583560"/>
              <a:ext cx="43560" cy="28800"/>
            </a:xfrm>
            <a:custGeom>
              <a:rect b="b" l="l" r="r" t="t"/>
              <a:pathLst>
                <a:path extrusionOk="0" h="80" w="121">
                  <a:moveTo>
                    <a:pt x="7" y="75"/>
                  </a:moveTo>
                  <a:cubicBezTo>
                    <a:pt x="-11" y="99"/>
                    <a:pt x="9" y="35"/>
                    <a:pt x="38" y="17"/>
                  </a:cubicBezTo>
                  <a:cubicBezTo>
                    <a:pt x="67" y="-2"/>
                    <a:pt x="105" y="-9"/>
                    <a:pt x="121" y="16"/>
                  </a:cubicBezTo>
                  <a:cubicBezTo>
                    <a:pt x="121" y="16"/>
                    <a:pt x="50" y="18"/>
                    <a:pt x="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0"/>
            <p:cNvSpPr/>
            <p:nvPr/>
          </p:nvSpPr>
          <p:spPr>
            <a:xfrm>
              <a:off x="6445080" y="626760"/>
              <a:ext cx="21600" cy="39240"/>
            </a:xfrm>
            <a:custGeom>
              <a:rect b="b" l="l" r="r" t="t"/>
              <a:pathLst>
                <a:path extrusionOk="0" h="109" w="60">
                  <a:moveTo>
                    <a:pt x="56" y="48"/>
                  </a:moveTo>
                  <a:cubicBezTo>
                    <a:pt x="64" y="77"/>
                    <a:pt x="60" y="105"/>
                    <a:pt x="45" y="109"/>
                  </a:cubicBezTo>
                  <a:cubicBezTo>
                    <a:pt x="31" y="113"/>
                    <a:pt x="12" y="92"/>
                    <a:pt x="4" y="62"/>
                  </a:cubicBezTo>
                  <a:cubicBezTo>
                    <a:pt x="-4" y="32"/>
                    <a:pt x="1" y="3"/>
                    <a:pt x="15" y="0"/>
                  </a:cubicBezTo>
                  <a:cubicBezTo>
                    <a:pt x="30" y="-4"/>
                    <a:pt x="48" y="18"/>
                    <a:pt x="5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0"/>
            <p:cNvSpPr/>
            <p:nvPr/>
          </p:nvSpPr>
          <p:spPr>
            <a:xfrm>
              <a:off x="6379560" y="642240"/>
              <a:ext cx="20520" cy="37440"/>
            </a:xfrm>
            <a:custGeom>
              <a:rect b="b" l="l" r="r" t="t"/>
              <a:pathLst>
                <a:path extrusionOk="0" h="104" w="57">
                  <a:moveTo>
                    <a:pt x="53" y="46"/>
                  </a:moveTo>
                  <a:cubicBezTo>
                    <a:pt x="61" y="74"/>
                    <a:pt x="56" y="100"/>
                    <a:pt x="42" y="104"/>
                  </a:cubicBezTo>
                  <a:cubicBezTo>
                    <a:pt x="28" y="107"/>
                    <a:pt x="11" y="87"/>
                    <a:pt x="3" y="59"/>
                  </a:cubicBezTo>
                  <a:cubicBezTo>
                    <a:pt x="-4" y="30"/>
                    <a:pt x="0" y="4"/>
                    <a:pt x="14" y="1"/>
                  </a:cubicBezTo>
                  <a:cubicBezTo>
                    <a:pt x="28" y="-3"/>
                    <a:pt x="45" y="17"/>
                    <a:pt x="53" y="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0"/>
            <p:cNvSpPr/>
            <p:nvPr/>
          </p:nvSpPr>
          <p:spPr>
            <a:xfrm>
              <a:off x="6414120" y="639720"/>
              <a:ext cx="29880" cy="53280"/>
            </a:xfrm>
            <a:custGeom>
              <a:rect b="b" l="l" r="r" t="t"/>
              <a:pathLst>
                <a:path extrusionOk="0" h="148" w="83">
                  <a:moveTo>
                    <a:pt x="33" y="0"/>
                  </a:moveTo>
                  <a:lnTo>
                    <a:pt x="0" y="148"/>
                  </a:lnTo>
                  <a:lnTo>
                    <a:pt x="83" y="12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D5A095"/>
            </a:solidFill>
            <a:ln>
              <a:noFill/>
            </a:ln>
          </p:spPr>
          <p:txBody>
            <a:bodyPr anchorCtr="1" anchor="ctr" bIns="8275" lIns="90000" spcFirstLastPara="1" rIns="90000" wrap="square" tIns="8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50"/>
            <p:cNvSpPr/>
            <p:nvPr/>
          </p:nvSpPr>
          <p:spPr>
            <a:xfrm>
              <a:off x="6397560" y="694440"/>
              <a:ext cx="72000" cy="42120"/>
            </a:xfrm>
            <a:custGeom>
              <a:rect b="b" l="l" r="r" t="t"/>
              <a:pathLst>
                <a:path extrusionOk="0" h="117" w="200">
                  <a:moveTo>
                    <a:pt x="200" y="0"/>
                  </a:moveTo>
                  <a:lnTo>
                    <a:pt x="0" y="42"/>
                  </a:lnTo>
                  <a:cubicBezTo>
                    <a:pt x="0" y="42"/>
                    <a:pt x="73" y="144"/>
                    <a:pt x="132" y="110"/>
                  </a:cubicBezTo>
                  <a:cubicBezTo>
                    <a:pt x="192" y="76"/>
                    <a:pt x="200" y="0"/>
                    <a:pt x="2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50"/>
            <p:cNvSpPr/>
            <p:nvPr/>
          </p:nvSpPr>
          <p:spPr>
            <a:xfrm>
              <a:off x="5624280" y="1041120"/>
              <a:ext cx="442080" cy="569520"/>
            </a:xfrm>
            <a:custGeom>
              <a:rect b="b" l="l" r="r" t="t"/>
              <a:pathLst>
                <a:path extrusionOk="0" h="1582" w="1228">
                  <a:moveTo>
                    <a:pt x="1228" y="1270"/>
                  </a:moveTo>
                  <a:cubicBezTo>
                    <a:pt x="1222" y="1296"/>
                    <a:pt x="623" y="666"/>
                    <a:pt x="623" y="666"/>
                  </a:cubicBezTo>
                  <a:cubicBezTo>
                    <a:pt x="623" y="666"/>
                    <a:pt x="91" y="-39"/>
                    <a:pt x="54" y="2"/>
                  </a:cubicBezTo>
                  <a:cubicBezTo>
                    <a:pt x="0" y="60"/>
                    <a:pt x="206" y="374"/>
                    <a:pt x="206" y="374"/>
                  </a:cubicBezTo>
                  <a:cubicBezTo>
                    <a:pt x="206" y="374"/>
                    <a:pt x="193" y="410"/>
                    <a:pt x="152" y="428"/>
                  </a:cubicBezTo>
                  <a:cubicBezTo>
                    <a:pt x="112" y="446"/>
                    <a:pt x="89" y="473"/>
                    <a:pt x="76" y="527"/>
                  </a:cubicBezTo>
                  <a:cubicBezTo>
                    <a:pt x="63" y="580"/>
                    <a:pt x="9" y="611"/>
                    <a:pt x="0" y="643"/>
                  </a:cubicBezTo>
                  <a:cubicBezTo>
                    <a:pt x="-9" y="674"/>
                    <a:pt x="191" y="911"/>
                    <a:pt x="305" y="993"/>
                  </a:cubicBezTo>
                  <a:cubicBezTo>
                    <a:pt x="305" y="993"/>
                    <a:pt x="557" y="1257"/>
                    <a:pt x="816" y="1582"/>
                  </a:cubicBezTo>
                  <a:lnTo>
                    <a:pt x="1228" y="1270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0"/>
            <p:cNvSpPr/>
            <p:nvPr/>
          </p:nvSpPr>
          <p:spPr>
            <a:xfrm>
              <a:off x="5701680" y="1172520"/>
              <a:ext cx="140760" cy="136800"/>
            </a:xfrm>
            <a:custGeom>
              <a:rect b="b" l="l" r="r" t="t"/>
              <a:pathLst>
                <a:path extrusionOk="0" h="380" w="391">
                  <a:moveTo>
                    <a:pt x="391" y="296"/>
                  </a:moveTo>
                  <a:cubicBezTo>
                    <a:pt x="391" y="296"/>
                    <a:pt x="283" y="-9"/>
                    <a:pt x="238" y="0"/>
                  </a:cubicBezTo>
                  <a:cubicBezTo>
                    <a:pt x="193" y="9"/>
                    <a:pt x="-4" y="94"/>
                    <a:pt x="0" y="171"/>
                  </a:cubicBezTo>
                  <a:cubicBezTo>
                    <a:pt x="5" y="247"/>
                    <a:pt x="175" y="184"/>
                    <a:pt x="175" y="184"/>
                  </a:cubicBezTo>
                  <a:cubicBezTo>
                    <a:pt x="175" y="184"/>
                    <a:pt x="144" y="355"/>
                    <a:pt x="229" y="377"/>
                  </a:cubicBezTo>
                  <a:cubicBezTo>
                    <a:pt x="314" y="399"/>
                    <a:pt x="391" y="296"/>
                    <a:pt x="391" y="296"/>
                  </a:cubicBezTo>
                  <a:close/>
                </a:path>
              </a:pathLst>
            </a:custGeom>
            <a:solidFill>
              <a:srgbClr val="D4877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0"/>
            <p:cNvSpPr/>
            <p:nvPr/>
          </p:nvSpPr>
          <p:spPr>
            <a:xfrm>
              <a:off x="5768640" y="988920"/>
              <a:ext cx="739440" cy="952200"/>
            </a:xfrm>
            <a:custGeom>
              <a:rect b="b" l="l" r="r" t="t"/>
              <a:pathLst>
                <a:path extrusionOk="0" h="2645" w="2054">
                  <a:moveTo>
                    <a:pt x="2054" y="1"/>
                  </a:moveTo>
                  <a:cubicBezTo>
                    <a:pt x="2054" y="1"/>
                    <a:pt x="1636" y="-31"/>
                    <a:pt x="1511" y="224"/>
                  </a:cubicBezTo>
                  <a:cubicBezTo>
                    <a:pt x="1387" y="478"/>
                    <a:pt x="1096" y="1492"/>
                    <a:pt x="1096" y="1492"/>
                  </a:cubicBezTo>
                  <a:lnTo>
                    <a:pt x="250" y="843"/>
                  </a:lnTo>
                  <a:lnTo>
                    <a:pt x="0" y="1232"/>
                  </a:lnTo>
                  <a:cubicBezTo>
                    <a:pt x="0" y="1232"/>
                    <a:pt x="1070" y="2738"/>
                    <a:pt x="1384" y="2641"/>
                  </a:cubicBezTo>
                  <a:cubicBezTo>
                    <a:pt x="1699" y="2543"/>
                    <a:pt x="2057" y="348"/>
                    <a:pt x="2054" y="1"/>
                  </a:cubicBez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0"/>
            <p:cNvSpPr/>
            <p:nvPr/>
          </p:nvSpPr>
          <p:spPr>
            <a:xfrm>
              <a:off x="6172920" y="972720"/>
              <a:ext cx="335160" cy="472680"/>
            </a:xfrm>
            <a:custGeom>
              <a:rect b="b" l="l" r="r" t="t"/>
              <a:pathLst>
                <a:path extrusionOk="0" h="1313" w="931">
                  <a:moveTo>
                    <a:pt x="0" y="781"/>
                  </a:moveTo>
                  <a:cubicBezTo>
                    <a:pt x="63" y="586"/>
                    <a:pt x="368" y="212"/>
                    <a:pt x="432" y="138"/>
                  </a:cubicBezTo>
                  <a:cubicBezTo>
                    <a:pt x="643" y="-103"/>
                    <a:pt x="931" y="46"/>
                    <a:pt x="931" y="46"/>
                  </a:cubicBezTo>
                  <a:cubicBezTo>
                    <a:pt x="933" y="212"/>
                    <a:pt x="884" y="734"/>
                    <a:pt x="765" y="1313"/>
                  </a:cubicBezTo>
                  <a:cubicBezTo>
                    <a:pt x="610" y="1247"/>
                    <a:pt x="169" y="999"/>
                    <a:pt x="0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0"/>
            <p:cNvSpPr/>
            <p:nvPr/>
          </p:nvSpPr>
          <p:spPr>
            <a:xfrm>
              <a:off x="6371640" y="1703880"/>
              <a:ext cx="576000" cy="96480"/>
            </a:xfrm>
            <a:custGeom>
              <a:rect b="b" l="l" r="r" t="t"/>
              <a:pathLst>
                <a:path extrusionOk="0" h="268" w="1600">
                  <a:moveTo>
                    <a:pt x="0" y="0"/>
                  </a:moveTo>
                  <a:lnTo>
                    <a:pt x="74" y="268"/>
                  </a:lnTo>
                  <a:lnTo>
                    <a:pt x="1600" y="260"/>
                  </a:lnTo>
                  <a:lnTo>
                    <a:pt x="1595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603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50"/>
            <p:cNvSpPr/>
            <p:nvPr/>
          </p:nvSpPr>
          <p:spPr>
            <a:xfrm>
              <a:off x="6276240" y="914760"/>
              <a:ext cx="771840" cy="942480"/>
            </a:xfrm>
            <a:custGeom>
              <a:rect b="b" l="l" r="r" t="t"/>
              <a:pathLst>
                <a:path extrusionOk="0" h="2618" w="2144">
                  <a:moveTo>
                    <a:pt x="685" y="140"/>
                  </a:moveTo>
                  <a:cubicBezTo>
                    <a:pt x="622" y="204"/>
                    <a:pt x="68" y="1256"/>
                    <a:pt x="55" y="1579"/>
                  </a:cubicBezTo>
                  <a:cubicBezTo>
                    <a:pt x="40" y="1937"/>
                    <a:pt x="0" y="2618"/>
                    <a:pt x="0" y="2618"/>
                  </a:cubicBezTo>
                  <a:cubicBezTo>
                    <a:pt x="0" y="2618"/>
                    <a:pt x="2015" y="2500"/>
                    <a:pt x="2051" y="2515"/>
                  </a:cubicBezTo>
                  <a:cubicBezTo>
                    <a:pt x="2157" y="1556"/>
                    <a:pt x="2221" y="479"/>
                    <a:pt x="1964" y="327"/>
                  </a:cubicBezTo>
                  <a:cubicBezTo>
                    <a:pt x="1964" y="327"/>
                    <a:pt x="1576" y="156"/>
                    <a:pt x="1363" y="0"/>
                  </a:cubicBezTo>
                  <a:cubicBezTo>
                    <a:pt x="1363" y="0"/>
                    <a:pt x="695" y="887"/>
                    <a:pt x="685" y="1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50"/>
            <p:cNvSpPr/>
            <p:nvPr/>
          </p:nvSpPr>
          <p:spPr>
            <a:xfrm>
              <a:off x="6441480" y="801360"/>
              <a:ext cx="410400" cy="392040"/>
            </a:xfrm>
            <a:custGeom>
              <a:rect b="b" l="l" r="r" t="t"/>
              <a:pathLst>
                <a:path extrusionOk="0" h="1089" w="1140">
                  <a:moveTo>
                    <a:pt x="1139" y="492"/>
                  </a:moveTo>
                  <a:cubicBezTo>
                    <a:pt x="1150" y="458"/>
                    <a:pt x="928" y="0"/>
                    <a:pt x="928" y="0"/>
                  </a:cubicBezTo>
                  <a:lnTo>
                    <a:pt x="85" y="239"/>
                  </a:lnTo>
                  <a:lnTo>
                    <a:pt x="50" y="558"/>
                  </a:lnTo>
                  <a:cubicBezTo>
                    <a:pt x="50" y="558"/>
                    <a:pt x="-177" y="1345"/>
                    <a:pt x="335" y="1003"/>
                  </a:cubicBezTo>
                  <a:cubicBezTo>
                    <a:pt x="848" y="661"/>
                    <a:pt x="1139" y="492"/>
                    <a:pt x="1139" y="49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50"/>
            <p:cNvSpPr/>
            <p:nvPr/>
          </p:nvSpPr>
          <p:spPr>
            <a:xfrm>
              <a:off x="6411240" y="1058400"/>
              <a:ext cx="623160" cy="790920"/>
            </a:xfrm>
            <a:custGeom>
              <a:rect b="b" l="l" r="r" t="t"/>
              <a:pathLst>
                <a:path extrusionOk="0" h="2197" w="1731">
                  <a:moveTo>
                    <a:pt x="1409" y="0"/>
                  </a:moveTo>
                  <a:cubicBezTo>
                    <a:pt x="1454" y="45"/>
                    <a:pt x="1484" y="75"/>
                    <a:pt x="1484" y="75"/>
                  </a:cubicBezTo>
                  <a:cubicBezTo>
                    <a:pt x="1741" y="227"/>
                    <a:pt x="1782" y="1157"/>
                    <a:pt x="1676" y="2116"/>
                  </a:cubicBezTo>
                  <a:cubicBezTo>
                    <a:pt x="1650" y="2105"/>
                    <a:pt x="584" y="2164"/>
                    <a:pt x="0" y="2197"/>
                  </a:cubicBezTo>
                  <a:cubicBezTo>
                    <a:pt x="533" y="1505"/>
                    <a:pt x="1015" y="776"/>
                    <a:pt x="14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50"/>
            <p:cNvSpPr/>
            <p:nvPr/>
          </p:nvSpPr>
          <p:spPr>
            <a:xfrm>
              <a:off x="6116040" y="1039680"/>
              <a:ext cx="1130400" cy="951480"/>
            </a:xfrm>
            <a:custGeom>
              <a:rect b="b" l="l" r="r" t="t"/>
              <a:pathLst>
                <a:path extrusionOk="0" h="2643" w="3140">
                  <a:moveTo>
                    <a:pt x="658" y="2172"/>
                  </a:moveTo>
                  <a:cubicBezTo>
                    <a:pt x="667" y="2180"/>
                    <a:pt x="665" y="2190"/>
                    <a:pt x="655" y="2196"/>
                  </a:cubicBezTo>
                  <a:cubicBezTo>
                    <a:pt x="611" y="2221"/>
                    <a:pt x="576" y="2220"/>
                    <a:pt x="497" y="2237"/>
                  </a:cubicBezTo>
                  <a:cubicBezTo>
                    <a:pt x="468" y="2240"/>
                    <a:pt x="393" y="2254"/>
                    <a:pt x="286" y="2245"/>
                  </a:cubicBezTo>
                  <a:cubicBezTo>
                    <a:pt x="179" y="2235"/>
                    <a:pt x="31" y="2221"/>
                    <a:pt x="49" y="2271"/>
                  </a:cubicBezTo>
                  <a:cubicBezTo>
                    <a:pt x="61" y="2306"/>
                    <a:pt x="272" y="2339"/>
                    <a:pt x="304" y="2340"/>
                  </a:cubicBezTo>
                  <a:cubicBezTo>
                    <a:pt x="373" y="2343"/>
                    <a:pt x="485" y="2377"/>
                    <a:pt x="489" y="2378"/>
                  </a:cubicBezTo>
                  <a:cubicBezTo>
                    <a:pt x="506" y="2386"/>
                    <a:pt x="320" y="2411"/>
                    <a:pt x="220" y="2407"/>
                  </a:cubicBezTo>
                  <a:cubicBezTo>
                    <a:pt x="121" y="2402"/>
                    <a:pt x="19" y="2392"/>
                    <a:pt x="2" y="2419"/>
                  </a:cubicBezTo>
                  <a:cubicBezTo>
                    <a:pt x="-15" y="2446"/>
                    <a:pt x="77" y="2461"/>
                    <a:pt x="77" y="2461"/>
                  </a:cubicBezTo>
                  <a:cubicBezTo>
                    <a:pt x="77" y="2461"/>
                    <a:pt x="2" y="2478"/>
                    <a:pt x="8" y="2503"/>
                  </a:cubicBezTo>
                  <a:cubicBezTo>
                    <a:pt x="11" y="2520"/>
                    <a:pt x="153" y="2554"/>
                    <a:pt x="250" y="2573"/>
                  </a:cubicBezTo>
                  <a:cubicBezTo>
                    <a:pt x="150" y="2601"/>
                    <a:pt x="186" y="2630"/>
                    <a:pt x="186" y="2630"/>
                  </a:cubicBezTo>
                  <a:cubicBezTo>
                    <a:pt x="186" y="2630"/>
                    <a:pt x="428" y="2657"/>
                    <a:pt x="496" y="2633"/>
                  </a:cubicBezTo>
                  <a:cubicBezTo>
                    <a:pt x="550" y="2615"/>
                    <a:pt x="657" y="2617"/>
                    <a:pt x="677" y="2619"/>
                  </a:cubicBezTo>
                  <a:cubicBezTo>
                    <a:pt x="697" y="2621"/>
                    <a:pt x="935" y="2596"/>
                    <a:pt x="1098" y="2519"/>
                  </a:cubicBezTo>
                  <a:cubicBezTo>
                    <a:pt x="1329" y="2527"/>
                    <a:pt x="3151" y="2587"/>
                    <a:pt x="3140" y="2403"/>
                  </a:cubicBezTo>
                  <a:cubicBezTo>
                    <a:pt x="3054" y="1034"/>
                    <a:pt x="2611" y="-100"/>
                    <a:pt x="2112" y="7"/>
                  </a:cubicBezTo>
                  <a:cubicBezTo>
                    <a:pt x="1761" y="83"/>
                    <a:pt x="2010" y="1122"/>
                    <a:pt x="2010" y="1122"/>
                  </a:cubicBezTo>
                  <a:lnTo>
                    <a:pt x="2172" y="1957"/>
                  </a:lnTo>
                  <a:lnTo>
                    <a:pt x="981" y="2170"/>
                  </a:lnTo>
                  <a:cubicBezTo>
                    <a:pt x="911" y="2131"/>
                    <a:pt x="729" y="2031"/>
                    <a:pt x="664" y="2011"/>
                  </a:cubicBezTo>
                  <a:lnTo>
                    <a:pt x="658" y="2172"/>
                  </a:lnTo>
                  <a:close/>
                </a:path>
              </a:pathLst>
            </a:custGeom>
            <a:solidFill>
              <a:srgbClr val="EBB1A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50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rgbClr val="152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50"/>
            <p:cNvSpPr/>
            <p:nvPr/>
          </p:nvSpPr>
          <p:spPr>
            <a:xfrm>
              <a:off x="6771960" y="998640"/>
              <a:ext cx="458640" cy="371160"/>
            </a:xfrm>
            <a:custGeom>
              <a:rect b="b" l="l" r="r" t="t"/>
              <a:pathLst>
                <a:path extrusionOk="0" h="1031" w="1274">
                  <a:moveTo>
                    <a:pt x="1274" y="964"/>
                  </a:moveTo>
                  <a:cubicBezTo>
                    <a:pt x="1081" y="388"/>
                    <a:pt x="656" y="-201"/>
                    <a:pt x="132" y="66"/>
                  </a:cubicBezTo>
                  <a:cubicBezTo>
                    <a:pt x="-82" y="175"/>
                    <a:pt x="17" y="717"/>
                    <a:pt x="65" y="1031"/>
                  </a:cubicBezTo>
                  <a:cubicBezTo>
                    <a:pt x="367" y="1037"/>
                    <a:pt x="972" y="954"/>
                    <a:pt x="1274" y="9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350" lIns="90350" spcFirstLastPara="1" rIns="90350" wrap="square" tIns="45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50"/>
            <p:cNvSpPr/>
            <p:nvPr/>
          </p:nvSpPr>
          <p:spPr>
            <a:xfrm>
              <a:off x="7298640" y="-3960"/>
              <a:ext cx="804600" cy="885600"/>
            </a:xfrm>
            <a:custGeom>
              <a:rect b="b" l="l" r="r" t="t"/>
              <a:pathLst>
                <a:path extrusionOk="0" h="2460" w="2235">
                  <a:moveTo>
                    <a:pt x="0" y="477"/>
                  </a:moveTo>
                  <a:cubicBezTo>
                    <a:pt x="0" y="214"/>
                    <a:pt x="214" y="0"/>
                    <a:pt x="477" y="0"/>
                  </a:cubicBezTo>
                  <a:lnTo>
                    <a:pt x="1758" y="0"/>
                  </a:lnTo>
                  <a:cubicBezTo>
                    <a:pt x="2021" y="0"/>
                    <a:pt x="2235" y="214"/>
                    <a:pt x="2235" y="477"/>
                  </a:cubicBezTo>
                  <a:lnTo>
                    <a:pt x="2235" y="1283"/>
                  </a:lnTo>
                  <a:cubicBezTo>
                    <a:pt x="2235" y="1546"/>
                    <a:pt x="2021" y="1760"/>
                    <a:pt x="1758" y="1760"/>
                  </a:cubicBezTo>
                  <a:lnTo>
                    <a:pt x="597" y="1760"/>
                  </a:lnTo>
                  <a:lnTo>
                    <a:pt x="0" y="2460"/>
                  </a:lnTo>
                  <a:lnTo>
                    <a:pt x="0" y="477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50"/>
            <p:cNvSpPr/>
            <p:nvPr/>
          </p:nvSpPr>
          <p:spPr>
            <a:xfrm>
              <a:off x="7355880" y="53280"/>
              <a:ext cx="690120" cy="673200"/>
            </a:xfrm>
            <a:custGeom>
              <a:rect b="b" l="l" r="r" t="t"/>
              <a:pathLst>
                <a:path extrusionOk="0" h="1870" w="1917">
                  <a:moveTo>
                    <a:pt x="1599" y="1442"/>
                  </a:moveTo>
                  <a:lnTo>
                    <a:pt x="364" y="1442"/>
                  </a:lnTo>
                  <a:lnTo>
                    <a:pt x="0" y="1870"/>
                  </a:lnTo>
                  <a:lnTo>
                    <a:pt x="0" y="318"/>
                  </a:lnTo>
                  <a:cubicBezTo>
                    <a:pt x="0" y="142"/>
                    <a:pt x="142" y="0"/>
                    <a:pt x="318" y="0"/>
                  </a:cubicBezTo>
                  <a:lnTo>
                    <a:pt x="1599" y="0"/>
                  </a:lnTo>
                  <a:cubicBezTo>
                    <a:pt x="1775" y="0"/>
                    <a:pt x="1917" y="142"/>
                    <a:pt x="1917" y="318"/>
                  </a:cubicBezTo>
                  <a:lnTo>
                    <a:pt x="1917" y="1124"/>
                  </a:lnTo>
                  <a:cubicBezTo>
                    <a:pt x="1917" y="1300"/>
                    <a:pt x="1775" y="1442"/>
                    <a:pt x="1599" y="14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50"/>
            <p:cNvSpPr/>
            <p:nvPr/>
          </p:nvSpPr>
          <p:spPr>
            <a:xfrm>
              <a:off x="7515720" y="25848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50"/>
            <p:cNvSpPr/>
            <p:nvPr/>
          </p:nvSpPr>
          <p:spPr>
            <a:xfrm>
              <a:off x="7515720" y="366840"/>
              <a:ext cx="421920" cy="39960"/>
            </a:xfrm>
            <a:custGeom>
              <a:rect b="b" l="l" r="r" t="t"/>
              <a:pathLst>
                <a:path extrusionOk="0" h="111" w="1172">
                  <a:moveTo>
                    <a:pt x="0" y="0"/>
                  </a:moveTo>
                  <a:lnTo>
                    <a:pt x="1172" y="0"/>
                  </a:lnTo>
                  <a:lnTo>
                    <a:pt x="1172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0"/>
            <p:cNvSpPr/>
            <p:nvPr/>
          </p:nvSpPr>
          <p:spPr>
            <a:xfrm>
              <a:off x="5092920" y="258480"/>
              <a:ext cx="667080" cy="415440"/>
            </a:xfrm>
            <a:custGeom>
              <a:rect b="b" l="l" r="r" t="t"/>
              <a:pathLst>
                <a:path extrusionOk="0" h="1154" w="1853">
                  <a:moveTo>
                    <a:pt x="926" y="1154"/>
                  </a:moveTo>
                  <a:lnTo>
                    <a:pt x="1845" y="1154"/>
                  </a:lnTo>
                  <a:cubicBezTo>
                    <a:pt x="1849" y="1154"/>
                    <a:pt x="1853" y="1151"/>
                    <a:pt x="1853" y="1147"/>
                  </a:cubicBezTo>
                  <a:lnTo>
                    <a:pt x="1853" y="8"/>
                  </a:lnTo>
                  <a:cubicBezTo>
                    <a:pt x="1853" y="3"/>
                    <a:pt x="1849" y="0"/>
                    <a:pt x="1845" y="0"/>
                  </a:cubicBezTo>
                  <a:lnTo>
                    <a:pt x="8" y="0"/>
                  </a:lnTo>
                  <a:cubicBezTo>
                    <a:pt x="3" y="0"/>
                    <a:pt x="0" y="3"/>
                    <a:pt x="0" y="8"/>
                  </a:cubicBezTo>
                  <a:lnTo>
                    <a:pt x="0" y="1147"/>
                  </a:lnTo>
                  <a:cubicBezTo>
                    <a:pt x="0" y="1151"/>
                    <a:pt x="3" y="1154"/>
                    <a:pt x="8" y="1154"/>
                  </a:cubicBezTo>
                  <a:lnTo>
                    <a:pt x="926" y="115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50"/>
            <p:cNvSpPr/>
            <p:nvPr/>
          </p:nvSpPr>
          <p:spPr>
            <a:xfrm>
              <a:off x="527868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lnTo>
                    <a:pt x="44" y="22"/>
                  </a:lnTo>
                  <a:cubicBezTo>
                    <a:pt x="44" y="18"/>
                    <a:pt x="43" y="14"/>
                    <a:pt x="41" y="11"/>
                  </a:cubicBezTo>
                  <a:cubicBezTo>
                    <a:pt x="39" y="7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0"/>
            <p:cNvSpPr/>
            <p:nvPr/>
          </p:nvSpPr>
          <p:spPr>
            <a:xfrm>
              <a:off x="52466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10" y="219"/>
                  </a:moveTo>
                  <a:lnTo>
                    <a:pt x="110" y="219"/>
                  </a:lnTo>
                  <a:lnTo>
                    <a:pt x="110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6" y="180"/>
                    <a:pt x="205" y="164"/>
                  </a:cubicBezTo>
                  <a:cubicBezTo>
                    <a:pt x="215" y="147"/>
                    <a:pt x="219" y="128"/>
                    <a:pt x="219" y="109"/>
                  </a:cubicBezTo>
                  <a:cubicBezTo>
                    <a:pt x="219" y="89"/>
                    <a:pt x="215" y="71"/>
                    <a:pt x="205" y="55"/>
                  </a:cubicBezTo>
                  <a:cubicBezTo>
                    <a:pt x="196" y="38"/>
                    <a:pt x="181" y="23"/>
                    <a:pt x="164" y="14"/>
                  </a:cubicBezTo>
                  <a:cubicBezTo>
                    <a:pt x="148" y="4"/>
                    <a:pt x="130" y="0"/>
                    <a:pt x="110" y="0"/>
                  </a:cubicBezTo>
                  <a:cubicBezTo>
                    <a:pt x="91" y="0"/>
                    <a:pt x="72" y="4"/>
                    <a:pt x="55" y="14"/>
                  </a:cubicBezTo>
                  <a:cubicBezTo>
                    <a:pt x="38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50"/>
            <p:cNvSpPr/>
            <p:nvPr/>
          </p:nvSpPr>
          <p:spPr>
            <a:xfrm>
              <a:off x="5419080" y="289080"/>
              <a:ext cx="15480" cy="15840"/>
            </a:xfrm>
            <a:custGeom>
              <a:rect b="b" l="l" r="r" t="t"/>
              <a:pathLst>
                <a:path extrusionOk="0" h="44" w="43">
                  <a:moveTo>
                    <a:pt x="43" y="22"/>
                  </a:moveTo>
                  <a:lnTo>
                    <a:pt x="43" y="22"/>
                  </a:lnTo>
                  <a:lnTo>
                    <a:pt x="43" y="22"/>
                  </a:lnTo>
                  <a:cubicBezTo>
                    <a:pt x="43" y="18"/>
                    <a:pt x="43" y="14"/>
                    <a:pt x="41" y="11"/>
                  </a:cubicBezTo>
                  <a:cubicBezTo>
                    <a:pt x="40" y="7"/>
                    <a:pt x="36" y="5"/>
                    <a:pt x="32" y="3"/>
                  </a:cubicBezTo>
                  <a:cubicBezTo>
                    <a:pt x="29" y="1"/>
                    <a:pt x="26" y="0"/>
                    <a:pt x="22" y="0"/>
                  </a:cubicBezTo>
                  <a:cubicBezTo>
                    <a:pt x="19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2" y="14"/>
                    <a:pt x="0" y="18"/>
                    <a:pt x="0" y="22"/>
                  </a:cubicBezTo>
                  <a:cubicBezTo>
                    <a:pt x="0" y="26"/>
                    <a:pt x="2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cubicBezTo>
                    <a:pt x="25" y="44"/>
                    <a:pt x="29" y="43"/>
                    <a:pt x="32" y="41"/>
                  </a:cubicBezTo>
                  <a:cubicBezTo>
                    <a:pt x="36" y="39"/>
                    <a:pt x="40" y="36"/>
                    <a:pt x="41" y="33"/>
                  </a:cubicBezTo>
                  <a:cubicBezTo>
                    <a:pt x="43" y="30"/>
                    <a:pt x="43" y="26"/>
                    <a:pt x="43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50"/>
            <p:cNvSpPr/>
            <p:nvPr/>
          </p:nvSpPr>
          <p:spPr>
            <a:xfrm>
              <a:off x="53870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lnTo>
                    <a:pt x="109" y="219"/>
                  </a:lnTo>
                  <a:cubicBezTo>
                    <a:pt x="129" y="219"/>
                    <a:pt x="148" y="213"/>
                    <a:pt x="164" y="204"/>
                  </a:cubicBezTo>
                  <a:cubicBezTo>
                    <a:pt x="181" y="194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8" y="4"/>
                    <a:pt x="129" y="0"/>
                    <a:pt x="109" y="0"/>
                  </a:cubicBezTo>
                  <a:cubicBezTo>
                    <a:pt x="90" y="0"/>
                    <a:pt x="72" y="4"/>
                    <a:pt x="55" y="14"/>
                  </a:cubicBezTo>
                  <a:cubicBezTo>
                    <a:pt x="39" y="23"/>
                    <a:pt x="25" y="38"/>
                    <a:pt x="15" y="55"/>
                  </a:cubicBezTo>
                  <a:cubicBezTo>
                    <a:pt x="6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50"/>
            <p:cNvSpPr/>
            <p:nvPr/>
          </p:nvSpPr>
          <p:spPr>
            <a:xfrm>
              <a:off x="5559120" y="289080"/>
              <a:ext cx="15840" cy="15840"/>
            </a:xfrm>
            <a:custGeom>
              <a:rect b="b" l="l" r="r" t="t"/>
              <a:pathLst>
                <a:path extrusionOk="0" h="44" w="44">
                  <a:moveTo>
                    <a:pt x="44" y="22"/>
                  </a:moveTo>
                  <a:lnTo>
                    <a:pt x="44" y="22"/>
                  </a:lnTo>
                  <a:cubicBezTo>
                    <a:pt x="44" y="18"/>
                    <a:pt x="44" y="15"/>
                    <a:pt x="41" y="11"/>
                  </a:cubicBezTo>
                  <a:cubicBezTo>
                    <a:pt x="40" y="8"/>
                    <a:pt x="37" y="5"/>
                    <a:pt x="33" y="3"/>
                  </a:cubicBezTo>
                  <a:cubicBezTo>
                    <a:pt x="30" y="1"/>
                    <a:pt x="26" y="0"/>
                    <a:pt x="22" y="0"/>
                  </a:cubicBezTo>
                  <a:cubicBezTo>
                    <a:pt x="18" y="0"/>
                    <a:pt x="15" y="1"/>
                    <a:pt x="11" y="3"/>
                  </a:cubicBezTo>
                  <a:cubicBezTo>
                    <a:pt x="8" y="5"/>
                    <a:pt x="5" y="7"/>
                    <a:pt x="3" y="11"/>
                  </a:cubicBezTo>
                  <a:cubicBezTo>
                    <a:pt x="1" y="14"/>
                    <a:pt x="0" y="18"/>
                    <a:pt x="0" y="22"/>
                  </a:cubicBezTo>
                  <a:cubicBezTo>
                    <a:pt x="0" y="26"/>
                    <a:pt x="1" y="30"/>
                    <a:pt x="3" y="33"/>
                  </a:cubicBezTo>
                  <a:cubicBezTo>
                    <a:pt x="5" y="36"/>
                    <a:pt x="8" y="39"/>
                    <a:pt x="11" y="41"/>
                  </a:cubicBezTo>
                  <a:cubicBezTo>
                    <a:pt x="15" y="43"/>
                    <a:pt x="18" y="44"/>
                    <a:pt x="22" y="44"/>
                  </a:cubicBez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ubicBezTo>
                    <a:pt x="26" y="44"/>
                    <a:pt x="30" y="43"/>
                    <a:pt x="33" y="41"/>
                  </a:cubicBezTo>
                  <a:cubicBezTo>
                    <a:pt x="37" y="39"/>
                    <a:pt x="39" y="36"/>
                    <a:pt x="41" y="33"/>
                  </a:cubicBezTo>
                  <a:cubicBezTo>
                    <a:pt x="43" y="30"/>
                    <a:pt x="44" y="26"/>
                    <a:pt x="44" y="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0"/>
            <p:cNvSpPr/>
            <p:nvPr/>
          </p:nvSpPr>
          <p:spPr>
            <a:xfrm>
              <a:off x="5527440" y="218520"/>
              <a:ext cx="78840" cy="78840"/>
            </a:xfrm>
            <a:custGeom>
              <a:rect b="b" l="l" r="r" t="t"/>
              <a:pathLst>
                <a:path extrusionOk="0" fill="none" h="219" w="219">
                  <a:moveTo>
                    <a:pt x="109" y="219"/>
                  </a:moveTo>
                  <a:lnTo>
                    <a:pt x="109" y="219"/>
                  </a:lnTo>
                  <a:cubicBezTo>
                    <a:pt x="128" y="219"/>
                    <a:pt x="147" y="214"/>
                    <a:pt x="164" y="204"/>
                  </a:cubicBezTo>
                  <a:cubicBezTo>
                    <a:pt x="181" y="195"/>
                    <a:pt x="195" y="180"/>
                    <a:pt x="204" y="164"/>
                  </a:cubicBezTo>
                  <a:cubicBezTo>
                    <a:pt x="214" y="147"/>
                    <a:pt x="219" y="128"/>
                    <a:pt x="219" y="109"/>
                  </a:cubicBezTo>
                  <a:cubicBezTo>
                    <a:pt x="219" y="89"/>
                    <a:pt x="214" y="71"/>
                    <a:pt x="204" y="55"/>
                  </a:cubicBezTo>
                  <a:cubicBezTo>
                    <a:pt x="195" y="38"/>
                    <a:pt x="181" y="23"/>
                    <a:pt x="164" y="14"/>
                  </a:cubicBezTo>
                  <a:cubicBezTo>
                    <a:pt x="147" y="4"/>
                    <a:pt x="128" y="0"/>
                    <a:pt x="109" y="0"/>
                  </a:cubicBezTo>
                  <a:cubicBezTo>
                    <a:pt x="90" y="0"/>
                    <a:pt x="71" y="4"/>
                    <a:pt x="54" y="14"/>
                  </a:cubicBezTo>
                  <a:cubicBezTo>
                    <a:pt x="38" y="23"/>
                    <a:pt x="24" y="38"/>
                    <a:pt x="14" y="55"/>
                  </a:cubicBezTo>
                  <a:cubicBezTo>
                    <a:pt x="5" y="71"/>
                    <a:pt x="0" y="90"/>
                    <a:pt x="0" y="10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33825" lIns="90000" spcFirstLastPara="1" rIns="90000" wrap="square" tIns="33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50"/>
            <p:cNvSpPr/>
            <p:nvPr/>
          </p:nvSpPr>
          <p:spPr>
            <a:xfrm>
              <a:off x="5172120" y="361080"/>
              <a:ext cx="303480" cy="33120"/>
            </a:xfrm>
            <a:custGeom>
              <a:rect b="b" l="l" r="r" t="t"/>
              <a:pathLst>
                <a:path extrusionOk="0" h="92" w="843">
                  <a:moveTo>
                    <a:pt x="797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797" y="0"/>
                  </a:lnTo>
                  <a:lnTo>
                    <a:pt x="797" y="0"/>
                  </a:lnTo>
                  <a:cubicBezTo>
                    <a:pt x="805" y="0"/>
                    <a:pt x="813" y="2"/>
                    <a:pt x="820" y="6"/>
                  </a:cubicBezTo>
                  <a:cubicBezTo>
                    <a:pt x="827" y="10"/>
                    <a:pt x="833" y="16"/>
                    <a:pt x="837" y="23"/>
                  </a:cubicBezTo>
                  <a:cubicBezTo>
                    <a:pt x="841" y="30"/>
                    <a:pt x="843" y="38"/>
                    <a:pt x="843" y="46"/>
                  </a:cubicBezTo>
                  <a:lnTo>
                    <a:pt x="843" y="46"/>
                  </a:lnTo>
                  <a:lnTo>
                    <a:pt x="843" y="46"/>
                  </a:lnTo>
                  <a:lnTo>
                    <a:pt x="843" y="46"/>
                  </a:lnTo>
                  <a:cubicBezTo>
                    <a:pt x="843" y="54"/>
                    <a:pt x="841" y="62"/>
                    <a:pt x="837" y="69"/>
                  </a:cubicBezTo>
                  <a:cubicBezTo>
                    <a:pt x="833" y="76"/>
                    <a:pt x="827" y="82"/>
                    <a:pt x="820" y="86"/>
                  </a:cubicBezTo>
                  <a:cubicBezTo>
                    <a:pt x="813" y="90"/>
                    <a:pt x="805" y="92"/>
                    <a:pt x="797" y="9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50"/>
            <p:cNvSpPr/>
            <p:nvPr/>
          </p:nvSpPr>
          <p:spPr>
            <a:xfrm>
              <a:off x="5497200" y="361080"/>
              <a:ext cx="84960" cy="33120"/>
            </a:xfrm>
            <a:custGeom>
              <a:rect b="b" l="l" r="r" t="t"/>
              <a:pathLst>
                <a:path extrusionOk="0" h="92" w="236">
                  <a:moveTo>
                    <a:pt x="189" y="92"/>
                  </a:moveTo>
                  <a:lnTo>
                    <a:pt x="46" y="92"/>
                  </a:lnTo>
                  <a:lnTo>
                    <a:pt x="46" y="92"/>
                  </a:lnTo>
                  <a:cubicBezTo>
                    <a:pt x="38" y="92"/>
                    <a:pt x="30" y="90"/>
                    <a:pt x="23" y="86"/>
                  </a:cubicBezTo>
                  <a:cubicBezTo>
                    <a:pt x="16" y="82"/>
                    <a:pt x="10" y="76"/>
                    <a:pt x="6" y="69"/>
                  </a:cubicBezTo>
                  <a:cubicBezTo>
                    <a:pt x="2" y="62"/>
                    <a:pt x="0" y="54"/>
                    <a:pt x="0" y="46"/>
                  </a:cubicBezTo>
                  <a:lnTo>
                    <a:pt x="0" y="46"/>
                  </a:lnTo>
                  <a:lnTo>
                    <a:pt x="0" y="46"/>
                  </a:lnTo>
                  <a:cubicBezTo>
                    <a:pt x="0" y="38"/>
                    <a:pt x="2" y="30"/>
                    <a:pt x="6" y="23"/>
                  </a:cubicBezTo>
                  <a:cubicBezTo>
                    <a:pt x="10" y="16"/>
                    <a:pt x="16" y="10"/>
                    <a:pt x="23" y="6"/>
                  </a:cubicBezTo>
                  <a:cubicBezTo>
                    <a:pt x="30" y="2"/>
                    <a:pt x="38" y="0"/>
                    <a:pt x="46" y="0"/>
                  </a:cubicBezTo>
                  <a:lnTo>
                    <a:pt x="189" y="0"/>
                  </a:lnTo>
                  <a:lnTo>
                    <a:pt x="189" y="0"/>
                  </a:lnTo>
                  <a:cubicBezTo>
                    <a:pt x="197" y="0"/>
                    <a:pt x="206" y="2"/>
                    <a:pt x="213" y="6"/>
                  </a:cubicBezTo>
                  <a:cubicBezTo>
                    <a:pt x="221" y="10"/>
                    <a:pt x="225" y="16"/>
                    <a:pt x="229" y="23"/>
                  </a:cubicBezTo>
                  <a:cubicBezTo>
                    <a:pt x="234" y="30"/>
                    <a:pt x="236" y="38"/>
                    <a:pt x="236" y="46"/>
                  </a:cubicBezTo>
                  <a:lnTo>
                    <a:pt x="236" y="46"/>
                  </a:lnTo>
                  <a:lnTo>
                    <a:pt x="236" y="46"/>
                  </a:lnTo>
                  <a:lnTo>
                    <a:pt x="236" y="46"/>
                  </a:lnTo>
                  <a:cubicBezTo>
                    <a:pt x="236" y="54"/>
                    <a:pt x="234" y="62"/>
                    <a:pt x="229" y="69"/>
                  </a:cubicBezTo>
                  <a:cubicBezTo>
                    <a:pt x="225" y="76"/>
                    <a:pt x="221" y="82"/>
                    <a:pt x="213" y="86"/>
                  </a:cubicBezTo>
                  <a:cubicBezTo>
                    <a:pt x="206" y="90"/>
                    <a:pt x="197" y="92"/>
                    <a:pt x="189" y="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50"/>
            <p:cNvSpPr/>
            <p:nvPr/>
          </p:nvSpPr>
          <p:spPr>
            <a:xfrm>
              <a:off x="5172120" y="409320"/>
              <a:ext cx="286920" cy="6120"/>
            </a:xfrm>
            <a:custGeom>
              <a:rect b="b" l="l" r="r" t="t"/>
              <a:pathLst>
                <a:path extrusionOk="0" h="17" w="797">
                  <a:moveTo>
                    <a:pt x="0" y="0"/>
                  </a:moveTo>
                  <a:lnTo>
                    <a:pt x="797" y="0"/>
                  </a:lnTo>
                  <a:lnTo>
                    <a:pt x="797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50"/>
            <p:cNvSpPr/>
            <p:nvPr/>
          </p:nvSpPr>
          <p:spPr>
            <a:xfrm>
              <a:off x="519228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50"/>
            <p:cNvSpPr/>
            <p:nvPr/>
          </p:nvSpPr>
          <p:spPr>
            <a:xfrm>
              <a:off x="52981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50"/>
            <p:cNvSpPr/>
            <p:nvPr/>
          </p:nvSpPr>
          <p:spPr>
            <a:xfrm>
              <a:off x="540432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50"/>
            <p:cNvSpPr/>
            <p:nvPr/>
          </p:nvSpPr>
          <p:spPr>
            <a:xfrm>
              <a:off x="55101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50"/>
            <p:cNvSpPr/>
            <p:nvPr/>
          </p:nvSpPr>
          <p:spPr>
            <a:xfrm>
              <a:off x="5616360" y="47016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50"/>
            <p:cNvSpPr/>
            <p:nvPr/>
          </p:nvSpPr>
          <p:spPr>
            <a:xfrm>
              <a:off x="519228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6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19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19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6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50"/>
            <p:cNvSpPr/>
            <p:nvPr/>
          </p:nvSpPr>
          <p:spPr>
            <a:xfrm>
              <a:off x="52981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50"/>
            <p:cNvSpPr/>
            <p:nvPr/>
          </p:nvSpPr>
          <p:spPr>
            <a:xfrm>
              <a:off x="540432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50"/>
            <p:cNvSpPr/>
            <p:nvPr/>
          </p:nvSpPr>
          <p:spPr>
            <a:xfrm>
              <a:off x="55101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2" y="36"/>
                    <a:pt x="107" y="28"/>
                  </a:cubicBezTo>
                  <a:cubicBezTo>
                    <a:pt x="102" y="19"/>
                    <a:pt x="95" y="13"/>
                    <a:pt x="86" y="8"/>
                  </a:cubicBezTo>
                  <a:cubicBezTo>
                    <a:pt x="78" y="3"/>
                    <a:pt x="67" y="0"/>
                    <a:pt x="57" y="0"/>
                  </a:cubicBezTo>
                  <a:cubicBezTo>
                    <a:pt x="47" y="0"/>
                    <a:pt x="38" y="3"/>
                    <a:pt x="29" y="8"/>
                  </a:cubicBezTo>
                  <a:cubicBezTo>
                    <a:pt x="21" y="13"/>
                    <a:pt x="13" y="19"/>
                    <a:pt x="8" y="28"/>
                  </a:cubicBezTo>
                  <a:cubicBezTo>
                    <a:pt x="3" y="36"/>
                    <a:pt x="0" y="47"/>
                    <a:pt x="0" y="57"/>
                  </a:cubicBezTo>
                  <a:cubicBezTo>
                    <a:pt x="0" y="67"/>
                    <a:pt x="3" y="76"/>
                    <a:pt x="8" y="85"/>
                  </a:cubicBezTo>
                  <a:cubicBezTo>
                    <a:pt x="13" y="93"/>
                    <a:pt x="21" y="101"/>
                    <a:pt x="29" y="106"/>
                  </a:cubicBezTo>
                  <a:cubicBezTo>
                    <a:pt x="38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8" y="111"/>
                    <a:pt x="86" y="106"/>
                  </a:cubicBezTo>
                  <a:cubicBezTo>
                    <a:pt x="95" y="101"/>
                    <a:pt x="102" y="93"/>
                    <a:pt x="107" y="85"/>
                  </a:cubicBezTo>
                  <a:cubicBezTo>
                    <a:pt x="112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50"/>
            <p:cNvSpPr/>
            <p:nvPr/>
          </p:nvSpPr>
          <p:spPr>
            <a:xfrm>
              <a:off x="5616360" y="559080"/>
              <a:ext cx="41040" cy="41040"/>
            </a:xfrm>
            <a:custGeom>
              <a:rect b="b" l="l" r="r" t="t"/>
              <a:pathLst>
                <a:path extrusionOk="0" h="114" w="114">
                  <a:moveTo>
                    <a:pt x="114" y="57"/>
                  </a:moveTo>
                  <a:lnTo>
                    <a:pt x="114" y="57"/>
                  </a:lnTo>
                  <a:lnTo>
                    <a:pt x="114" y="57"/>
                  </a:lnTo>
                  <a:cubicBezTo>
                    <a:pt x="114" y="47"/>
                    <a:pt x="111" y="36"/>
                    <a:pt x="106" y="28"/>
                  </a:cubicBezTo>
                  <a:cubicBezTo>
                    <a:pt x="101" y="19"/>
                    <a:pt x="94" y="13"/>
                    <a:pt x="85" y="8"/>
                  </a:cubicBezTo>
                  <a:cubicBezTo>
                    <a:pt x="77" y="3"/>
                    <a:pt x="67" y="0"/>
                    <a:pt x="57" y="0"/>
                  </a:cubicBezTo>
                  <a:cubicBezTo>
                    <a:pt x="47" y="0"/>
                    <a:pt x="37" y="3"/>
                    <a:pt x="28" y="8"/>
                  </a:cubicBezTo>
                  <a:cubicBezTo>
                    <a:pt x="20" y="13"/>
                    <a:pt x="12" y="19"/>
                    <a:pt x="7" y="28"/>
                  </a:cubicBezTo>
                  <a:cubicBezTo>
                    <a:pt x="2" y="36"/>
                    <a:pt x="0" y="47"/>
                    <a:pt x="0" y="57"/>
                  </a:cubicBezTo>
                  <a:cubicBezTo>
                    <a:pt x="0" y="67"/>
                    <a:pt x="2" y="76"/>
                    <a:pt x="7" y="85"/>
                  </a:cubicBezTo>
                  <a:cubicBezTo>
                    <a:pt x="12" y="93"/>
                    <a:pt x="20" y="101"/>
                    <a:pt x="28" y="106"/>
                  </a:cubicBezTo>
                  <a:cubicBezTo>
                    <a:pt x="37" y="111"/>
                    <a:pt x="47" y="114"/>
                    <a:pt x="57" y="114"/>
                  </a:cubicBezTo>
                  <a:lnTo>
                    <a:pt x="57" y="114"/>
                  </a:lnTo>
                  <a:lnTo>
                    <a:pt x="57" y="114"/>
                  </a:lnTo>
                  <a:cubicBezTo>
                    <a:pt x="67" y="114"/>
                    <a:pt x="77" y="111"/>
                    <a:pt x="85" y="106"/>
                  </a:cubicBezTo>
                  <a:cubicBezTo>
                    <a:pt x="94" y="101"/>
                    <a:pt x="101" y="93"/>
                    <a:pt x="106" y="85"/>
                  </a:cubicBezTo>
                  <a:cubicBezTo>
                    <a:pt x="111" y="76"/>
                    <a:pt x="114" y="67"/>
                    <a:pt x="114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50"/>
            <p:cNvSpPr/>
            <p:nvPr/>
          </p:nvSpPr>
          <p:spPr>
            <a:xfrm>
              <a:off x="7751880" y="2194560"/>
              <a:ext cx="113760" cy="288360"/>
            </a:xfrm>
            <a:custGeom>
              <a:rect b="b" l="l" r="r" t="t"/>
              <a:pathLst>
                <a:path extrusionOk="0" h="801" w="316">
                  <a:moveTo>
                    <a:pt x="316" y="801"/>
                  </a:moveTo>
                  <a:lnTo>
                    <a:pt x="0" y="801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8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50"/>
            <p:cNvSpPr/>
            <p:nvPr/>
          </p:nvSpPr>
          <p:spPr>
            <a:xfrm>
              <a:off x="7533720" y="2046600"/>
              <a:ext cx="114120" cy="436320"/>
            </a:xfrm>
            <a:custGeom>
              <a:rect b="b" l="l" r="r" t="t"/>
              <a:pathLst>
                <a:path extrusionOk="0" h="1212" w="317">
                  <a:moveTo>
                    <a:pt x="317" y="1212"/>
                  </a:moveTo>
                  <a:lnTo>
                    <a:pt x="0" y="1212"/>
                  </a:lnTo>
                  <a:lnTo>
                    <a:pt x="0" y="0"/>
                  </a:lnTo>
                  <a:lnTo>
                    <a:pt x="317" y="0"/>
                  </a:lnTo>
                  <a:lnTo>
                    <a:pt x="317" y="12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50"/>
            <p:cNvSpPr/>
            <p:nvPr/>
          </p:nvSpPr>
          <p:spPr>
            <a:xfrm>
              <a:off x="7277400" y="1872000"/>
              <a:ext cx="113760" cy="610920"/>
            </a:xfrm>
            <a:custGeom>
              <a:rect b="b" l="l" r="r" t="t"/>
              <a:pathLst>
                <a:path extrusionOk="0" h="1697" w="316">
                  <a:moveTo>
                    <a:pt x="316" y="1697"/>
                  </a:moveTo>
                  <a:lnTo>
                    <a:pt x="0" y="1697"/>
                  </a:lnTo>
                  <a:lnTo>
                    <a:pt x="0" y="0"/>
                  </a:lnTo>
                  <a:lnTo>
                    <a:pt x="316" y="0"/>
                  </a:lnTo>
                  <a:lnTo>
                    <a:pt x="316" y="169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8" name="Google Shape;1068;p50"/>
            <p:cNvCxnSpPr/>
            <p:nvPr/>
          </p:nvCxnSpPr>
          <p:spPr>
            <a:xfrm rot="10800000">
              <a:off x="7106040" y="1553520"/>
              <a:ext cx="775800" cy="55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069" name="Google Shape;1069;p50"/>
            <p:cNvSpPr/>
            <p:nvPr/>
          </p:nvSpPr>
          <p:spPr>
            <a:xfrm>
              <a:off x="7099560" y="1527840"/>
              <a:ext cx="89640" cy="89640"/>
            </a:xfrm>
            <a:custGeom>
              <a:rect b="b" l="l" r="r" t="t"/>
              <a:pathLst>
                <a:path extrusionOk="0" h="249" w="249">
                  <a:moveTo>
                    <a:pt x="249" y="0"/>
                  </a:moveTo>
                  <a:lnTo>
                    <a:pt x="0" y="0"/>
                  </a:lnTo>
                  <a:lnTo>
                    <a:pt x="0" y="249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4625" lIns="90000" spcFirstLastPara="1" rIns="90000" wrap="square" tIns="446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50"/>
            <p:cNvSpPr/>
            <p:nvPr/>
          </p:nvSpPr>
          <p:spPr>
            <a:xfrm>
              <a:off x="5259600" y="1806480"/>
              <a:ext cx="536040" cy="536040"/>
            </a:xfrm>
            <a:custGeom>
              <a:rect b="b" l="l" r="r" t="t"/>
              <a:pathLst>
                <a:path extrusionOk="0" h="1489" w="1489">
                  <a:moveTo>
                    <a:pt x="1270" y="219"/>
                  </a:moveTo>
                  <a:cubicBezTo>
                    <a:pt x="1362" y="311"/>
                    <a:pt x="1430" y="425"/>
                    <a:pt x="1463" y="552"/>
                  </a:cubicBezTo>
                  <a:cubicBezTo>
                    <a:pt x="1497" y="678"/>
                    <a:pt x="1497" y="812"/>
                    <a:pt x="1463" y="938"/>
                  </a:cubicBezTo>
                  <a:cubicBezTo>
                    <a:pt x="1430" y="1064"/>
                    <a:pt x="1362" y="1178"/>
                    <a:pt x="1270" y="1271"/>
                  </a:cubicBezTo>
                  <a:cubicBezTo>
                    <a:pt x="1178" y="1363"/>
                    <a:pt x="1062" y="1430"/>
                    <a:pt x="936" y="1464"/>
                  </a:cubicBezTo>
                  <a:cubicBezTo>
                    <a:pt x="810" y="1498"/>
                    <a:pt x="677" y="1498"/>
                    <a:pt x="551" y="1464"/>
                  </a:cubicBezTo>
                  <a:cubicBezTo>
                    <a:pt x="425" y="1430"/>
                    <a:pt x="310" y="1363"/>
                    <a:pt x="217" y="1271"/>
                  </a:cubicBezTo>
                  <a:cubicBezTo>
                    <a:pt x="125" y="1178"/>
                    <a:pt x="58" y="1064"/>
                    <a:pt x="25" y="938"/>
                  </a:cubicBezTo>
                  <a:cubicBezTo>
                    <a:pt x="-9" y="812"/>
                    <a:pt x="-9" y="679"/>
                    <a:pt x="25" y="552"/>
                  </a:cubicBezTo>
                  <a:cubicBezTo>
                    <a:pt x="58" y="426"/>
                    <a:pt x="125" y="311"/>
                    <a:pt x="217" y="219"/>
                  </a:cubicBezTo>
                  <a:cubicBezTo>
                    <a:pt x="310" y="126"/>
                    <a:pt x="425" y="60"/>
                    <a:pt x="551" y="26"/>
                  </a:cubicBezTo>
                  <a:cubicBezTo>
                    <a:pt x="677" y="-8"/>
                    <a:pt x="810" y="-8"/>
                    <a:pt x="936" y="26"/>
                  </a:cubicBezTo>
                  <a:cubicBezTo>
                    <a:pt x="1062" y="60"/>
                    <a:pt x="1178" y="126"/>
                    <a:pt x="1270" y="2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50"/>
            <p:cNvSpPr/>
            <p:nvPr/>
          </p:nvSpPr>
          <p:spPr>
            <a:xfrm>
              <a:off x="5423760" y="1908720"/>
              <a:ext cx="207360" cy="253800"/>
            </a:xfrm>
            <a:custGeom>
              <a:rect b="b" l="l" r="r" t="t"/>
              <a:pathLst>
                <a:path extrusionOk="0" h="705" w="576">
                  <a:moveTo>
                    <a:pt x="409" y="705"/>
                  </a:moveTo>
                  <a:lnTo>
                    <a:pt x="166" y="705"/>
                  </a:lnTo>
                  <a:cubicBezTo>
                    <a:pt x="166" y="705"/>
                    <a:pt x="23" y="396"/>
                    <a:pt x="3" y="285"/>
                  </a:cubicBezTo>
                  <a:cubicBezTo>
                    <a:pt x="-26" y="130"/>
                    <a:pt x="130" y="0"/>
                    <a:pt x="288" y="0"/>
                  </a:cubicBezTo>
                  <a:lnTo>
                    <a:pt x="288" y="0"/>
                  </a:lnTo>
                  <a:cubicBezTo>
                    <a:pt x="445" y="0"/>
                    <a:pt x="601" y="130"/>
                    <a:pt x="572" y="285"/>
                  </a:cubicBezTo>
                  <a:cubicBezTo>
                    <a:pt x="552" y="396"/>
                    <a:pt x="409" y="705"/>
                    <a:pt x="409" y="7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50"/>
            <p:cNvSpPr/>
            <p:nvPr/>
          </p:nvSpPr>
          <p:spPr>
            <a:xfrm>
              <a:off x="5471640" y="2050560"/>
              <a:ext cx="111600" cy="111960"/>
            </a:xfrm>
            <a:custGeom>
              <a:rect b="b" l="l" r="r" t="t"/>
              <a:pathLst>
                <a:path extrusionOk="0" fill="none" h="311" w="310">
                  <a:moveTo>
                    <a:pt x="100" y="302"/>
                  </a:moveTo>
                  <a:cubicBezTo>
                    <a:pt x="100" y="302"/>
                    <a:pt x="78" y="-19"/>
                    <a:pt x="37" y="4"/>
                  </a:cubicBezTo>
                  <a:cubicBezTo>
                    <a:pt x="-4" y="26"/>
                    <a:pt x="-53" y="58"/>
                    <a:pt x="141" y="58"/>
                  </a:cubicBezTo>
                  <a:cubicBezTo>
                    <a:pt x="335" y="58"/>
                    <a:pt x="308" y="48"/>
                    <a:pt x="308" y="26"/>
                  </a:cubicBezTo>
                  <a:cubicBezTo>
                    <a:pt x="308" y="3"/>
                    <a:pt x="277" y="-91"/>
                    <a:pt x="213" y="31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0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9" y="140"/>
                    <a:pt x="17" y="121"/>
                  </a:cubicBezTo>
                  <a:cubicBezTo>
                    <a:pt x="6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2" y="101"/>
                    <a:pt x="240" y="121"/>
                  </a:cubicBezTo>
                  <a:cubicBezTo>
                    <a:pt x="230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50"/>
            <p:cNvSpPr/>
            <p:nvPr/>
          </p:nvSpPr>
          <p:spPr>
            <a:xfrm>
              <a:off x="5483520" y="2174040"/>
              <a:ext cx="92520" cy="66600"/>
            </a:xfrm>
            <a:custGeom>
              <a:rect b="b" l="l" r="r" t="t"/>
              <a:pathLst>
                <a:path extrusionOk="0" h="185" w="257">
                  <a:moveTo>
                    <a:pt x="128" y="185"/>
                  </a:moveTo>
                  <a:lnTo>
                    <a:pt x="128" y="185"/>
                  </a:lnTo>
                  <a:lnTo>
                    <a:pt x="128" y="185"/>
                  </a:lnTo>
                  <a:cubicBezTo>
                    <a:pt x="106" y="185"/>
                    <a:pt x="84" y="179"/>
                    <a:pt x="64" y="168"/>
                  </a:cubicBezTo>
                  <a:cubicBezTo>
                    <a:pt x="44" y="157"/>
                    <a:pt x="28" y="140"/>
                    <a:pt x="17" y="121"/>
                  </a:cubicBezTo>
                  <a:cubicBezTo>
                    <a:pt x="5" y="101"/>
                    <a:pt x="0" y="79"/>
                    <a:pt x="0" y="56"/>
                  </a:cubicBezTo>
                  <a:lnTo>
                    <a:pt x="0" y="0"/>
                  </a:lnTo>
                  <a:lnTo>
                    <a:pt x="257" y="0"/>
                  </a:lnTo>
                  <a:lnTo>
                    <a:pt x="257" y="56"/>
                  </a:lnTo>
                  <a:lnTo>
                    <a:pt x="257" y="56"/>
                  </a:lnTo>
                  <a:cubicBezTo>
                    <a:pt x="257" y="79"/>
                    <a:pt x="251" y="101"/>
                    <a:pt x="240" y="121"/>
                  </a:cubicBezTo>
                  <a:cubicBezTo>
                    <a:pt x="229" y="140"/>
                    <a:pt x="213" y="157"/>
                    <a:pt x="193" y="168"/>
                  </a:cubicBezTo>
                  <a:cubicBezTo>
                    <a:pt x="174" y="179"/>
                    <a:pt x="151" y="185"/>
                    <a:pt x="128" y="18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21600" lIns="90000" spcFirstLastPara="1" rIns="90000" wrap="square" tIns="216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5" name="Google Shape;1075;p50"/>
          <p:cNvGrpSpPr/>
          <p:nvPr/>
        </p:nvGrpSpPr>
        <p:grpSpPr>
          <a:xfrm>
            <a:off x="3510153" y="2782817"/>
            <a:ext cx="1712670" cy="1845332"/>
            <a:chOff x="3510153" y="2782817"/>
            <a:chExt cx="1712670" cy="1845332"/>
          </a:xfrm>
        </p:grpSpPr>
        <p:grpSp>
          <p:nvGrpSpPr>
            <p:cNvPr id="1076" name="Google Shape;1076;p50"/>
            <p:cNvGrpSpPr/>
            <p:nvPr/>
          </p:nvGrpSpPr>
          <p:grpSpPr>
            <a:xfrm>
              <a:off x="3510153" y="2782817"/>
              <a:ext cx="1712670" cy="1665785"/>
              <a:chOff x="1604035" y="1243450"/>
              <a:chExt cx="2345160" cy="2280960"/>
            </a:xfrm>
          </p:grpSpPr>
          <p:sp>
            <p:nvSpPr>
              <p:cNvPr id="1077" name="Google Shape;1077;p50"/>
              <p:cNvSpPr/>
              <p:nvPr/>
            </p:nvSpPr>
            <p:spPr>
              <a:xfrm>
                <a:off x="1604035" y="2000890"/>
                <a:ext cx="495720" cy="341280"/>
              </a:xfrm>
              <a:custGeom>
                <a:rect b="b" l="l" r="r" t="t"/>
                <a:pathLst>
                  <a:path extrusionOk="0" h="948" w="1377">
                    <a:moveTo>
                      <a:pt x="688" y="948"/>
                    </a:moveTo>
                    <a:lnTo>
                      <a:pt x="1356" y="948"/>
                    </a:lnTo>
                    <a:cubicBezTo>
                      <a:pt x="1368" y="948"/>
                      <a:pt x="1377" y="939"/>
                      <a:pt x="1377" y="927"/>
                    </a:cubicBezTo>
                    <a:lnTo>
                      <a:pt x="1377" y="21"/>
                    </a:lnTo>
                    <a:cubicBezTo>
                      <a:pt x="1377" y="9"/>
                      <a:pt x="1368" y="0"/>
                      <a:pt x="1356" y="0"/>
                    </a:cubicBezTo>
                    <a:lnTo>
                      <a:pt x="20" y="0"/>
                    </a:lnTo>
                    <a:cubicBezTo>
                      <a:pt x="9" y="0"/>
                      <a:pt x="0" y="9"/>
                      <a:pt x="0" y="21"/>
                    </a:cubicBezTo>
                    <a:lnTo>
                      <a:pt x="0" y="927"/>
                    </a:lnTo>
                    <a:cubicBezTo>
                      <a:pt x="0" y="939"/>
                      <a:pt x="9" y="948"/>
                      <a:pt x="20" y="948"/>
                    </a:cubicBezTo>
                    <a:lnTo>
                      <a:pt x="688" y="94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50"/>
              <p:cNvSpPr/>
              <p:nvPr/>
            </p:nvSpPr>
            <p:spPr>
              <a:xfrm>
                <a:off x="1928035" y="2195650"/>
                <a:ext cx="86760" cy="11520"/>
              </a:xfrm>
              <a:custGeom>
                <a:rect b="b" l="l" r="r" t="t"/>
                <a:pathLst>
                  <a:path extrusionOk="0" h="32" w="241">
                    <a:moveTo>
                      <a:pt x="241" y="32"/>
                    </a:moveTo>
                    <a:lnTo>
                      <a:pt x="0" y="32"/>
                    </a:lnTo>
                    <a:lnTo>
                      <a:pt x="0" y="0"/>
                    </a:lnTo>
                    <a:lnTo>
                      <a:pt x="241" y="0"/>
                    </a:lnTo>
                    <a:lnTo>
                      <a:pt x="241" y="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50"/>
              <p:cNvSpPr/>
              <p:nvPr/>
            </p:nvSpPr>
            <p:spPr>
              <a:xfrm>
                <a:off x="1817155" y="2225890"/>
                <a:ext cx="197640" cy="11160"/>
              </a:xfrm>
              <a:custGeom>
                <a:rect b="b" l="l" r="r" t="t"/>
                <a:pathLst>
                  <a:path extrusionOk="0" h="31" w="549">
                    <a:moveTo>
                      <a:pt x="549" y="31"/>
                    </a:moveTo>
                    <a:lnTo>
                      <a:pt x="0" y="31"/>
                    </a:lnTo>
                    <a:lnTo>
                      <a:pt x="0" y="0"/>
                    </a:lnTo>
                    <a:lnTo>
                      <a:pt x="549" y="0"/>
                    </a:lnTo>
                    <a:lnTo>
                      <a:pt x="549" y="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50"/>
              <p:cNvSpPr/>
              <p:nvPr/>
            </p:nvSpPr>
            <p:spPr>
              <a:xfrm>
                <a:off x="2079595" y="1319410"/>
                <a:ext cx="240480" cy="71280"/>
              </a:xfrm>
              <a:custGeom>
                <a:rect b="b" l="l" r="r" t="t"/>
                <a:pathLst>
                  <a:path extrusionOk="0" h="198" w="668">
                    <a:moveTo>
                      <a:pt x="569" y="198"/>
                    </a:moveTo>
                    <a:lnTo>
                      <a:pt x="100" y="198"/>
                    </a:lnTo>
                    <a:lnTo>
                      <a:pt x="100" y="198"/>
                    </a:lnTo>
                    <a:lnTo>
                      <a:pt x="100" y="198"/>
                    </a:lnTo>
                    <a:cubicBezTo>
                      <a:pt x="82" y="198"/>
                      <a:pt x="65" y="194"/>
                      <a:pt x="50" y="185"/>
                    </a:cubicBezTo>
                    <a:cubicBezTo>
                      <a:pt x="35" y="176"/>
                      <a:pt x="22" y="164"/>
                      <a:pt x="14" y="149"/>
                    </a:cubicBezTo>
                    <a:cubicBezTo>
                      <a:pt x="5" y="134"/>
                      <a:pt x="0" y="117"/>
                      <a:pt x="0" y="99"/>
                    </a:cubicBezTo>
                    <a:lnTo>
                      <a:pt x="0" y="99"/>
                    </a:lnTo>
                    <a:lnTo>
                      <a:pt x="0" y="99"/>
                    </a:lnTo>
                    <a:cubicBezTo>
                      <a:pt x="0" y="82"/>
                      <a:pt x="5" y="66"/>
                      <a:pt x="14" y="50"/>
                    </a:cubicBezTo>
                    <a:cubicBezTo>
                      <a:pt x="22" y="35"/>
                      <a:pt x="35" y="22"/>
                      <a:pt x="50" y="13"/>
                    </a:cubicBezTo>
                    <a:cubicBezTo>
                      <a:pt x="65" y="4"/>
                      <a:pt x="82" y="0"/>
                      <a:pt x="100" y="0"/>
                    </a:cubicBezTo>
                    <a:lnTo>
                      <a:pt x="569" y="0"/>
                    </a:lnTo>
                    <a:lnTo>
                      <a:pt x="569" y="0"/>
                    </a:lnTo>
                    <a:cubicBezTo>
                      <a:pt x="586" y="0"/>
                      <a:pt x="603" y="4"/>
                      <a:pt x="618" y="13"/>
                    </a:cubicBezTo>
                    <a:cubicBezTo>
                      <a:pt x="633" y="22"/>
                      <a:pt x="646" y="35"/>
                      <a:pt x="655" y="50"/>
                    </a:cubicBezTo>
                    <a:cubicBezTo>
                      <a:pt x="663" y="66"/>
                      <a:pt x="668" y="82"/>
                      <a:pt x="668" y="99"/>
                    </a:cubicBezTo>
                    <a:lnTo>
                      <a:pt x="668" y="99"/>
                    </a:lnTo>
                    <a:lnTo>
                      <a:pt x="668" y="99"/>
                    </a:lnTo>
                    <a:lnTo>
                      <a:pt x="668" y="99"/>
                    </a:lnTo>
                    <a:cubicBezTo>
                      <a:pt x="668" y="117"/>
                      <a:pt x="663" y="135"/>
                      <a:pt x="655" y="149"/>
                    </a:cubicBezTo>
                    <a:cubicBezTo>
                      <a:pt x="646" y="165"/>
                      <a:pt x="633" y="176"/>
                      <a:pt x="618" y="185"/>
                    </a:cubicBezTo>
                    <a:cubicBezTo>
                      <a:pt x="603" y="194"/>
                      <a:pt x="586" y="198"/>
                      <a:pt x="569" y="1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26275" lIns="90000" spcFirstLastPara="1" rIns="90000" wrap="square" tIns="26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50"/>
              <p:cNvSpPr/>
              <p:nvPr/>
            </p:nvSpPr>
            <p:spPr>
              <a:xfrm>
                <a:off x="2156275" y="1430290"/>
                <a:ext cx="31680" cy="31680"/>
              </a:xfrm>
              <a:custGeom>
                <a:rect b="b" l="l" r="r" t="t"/>
                <a:pathLst>
                  <a:path extrusionOk="0" h="88" w="88">
                    <a:moveTo>
                      <a:pt x="88" y="88"/>
                    </a:moveTo>
                    <a:lnTo>
                      <a:pt x="0" y="88"/>
                    </a:lnTo>
                    <a:lnTo>
                      <a:pt x="0" y="0"/>
                    </a:lnTo>
                    <a:lnTo>
                      <a:pt x="88" y="0"/>
                    </a:lnTo>
                    <a:lnTo>
                      <a:pt x="88" y="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50"/>
              <p:cNvSpPr/>
              <p:nvPr/>
            </p:nvSpPr>
            <p:spPr>
              <a:xfrm>
                <a:off x="2106235" y="1430290"/>
                <a:ext cx="31320" cy="31680"/>
              </a:xfrm>
              <a:custGeom>
                <a:rect b="b" l="l" r="r" t="t"/>
                <a:pathLst>
                  <a:path extrusionOk="0" h="88" w="87">
                    <a:moveTo>
                      <a:pt x="87" y="88"/>
                    </a:moveTo>
                    <a:lnTo>
                      <a:pt x="0" y="88"/>
                    </a:lnTo>
                    <a:lnTo>
                      <a:pt x="0" y="0"/>
                    </a:lnTo>
                    <a:lnTo>
                      <a:pt x="87" y="0"/>
                    </a:lnTo>
                    <a:lnTo>
                      <a:pt x="87" y="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50"/>
              <p:cNvSpPr/>
              <p:nvPr/>
            </p:nvSpPr>
            <p:spPr>
              <a:xfrm>
                <a:off x="2106235" y="1477090"/>
                <a:ext cx="31320" cy="31320"/>
              </a:xfrm>
              <a:custGeom>
                <a:rect b="b" l="l" r="r" t="t"/>
                <a:pathLst>
                  <a:path extrusionOk="0" h="87" w="87">
                    <a:moveTo>
                      <a:pt x="87" y="87"/>
                    </a:moveTo>
                    <a:lnTo>
                      <a:pt x="0" y="87"/>
                    </a:lnTo>
                    <a:lnTo>
                      <a:pt x="0" y="0"/>
                    </a:lnTo>
                    <a:lnTo>
                      <a:pt x="87" y="0"/>
                    </a:lnTo>
                    <a:lnTo>
                      <a:pt x="87" y="8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50"/>
              <p:cNvSpPr/>
              <p:nvPr/>
            </p:nvSpPr>
            <p:spPr>
              <a:xfrm>
                <a:off x="2334115" y="1346050"/>
                <a:ext cx="971280" cy="189000"/>
              </a:xfrm>
              <a:custGeom>
                <a:rect b="b" l="l" r="r" t="t"/>
                <a:pathLst>
                  <a:path extrusionOk="0" fill="none" h="525" w="2698">
                    <a:moveTo>
                      <a:pt x="2698" y="525"/>
                    </a:moveTo>
                    <a:lnTo>
                      <a:pt x="2698" y="418"/>
                    </a:lnTo>
                    <a:cubicBezTo>
                      <a:pt x="2698" y="187"/>
                      <a:pt x="2511" y="0"/>
                      <a:pt x="2280" y="0"/>
                    </a:cubicBez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50"/>
              <p:cNvSpPr/>
              <p:nvPr/>
            </p:nvSpPr>
            <p:spPr>
              <a:xfrm>
                <a:off x="2628595" y="1536850"/>
                <a:ext cx="1320480" cy="875520"/>
              </a:xfrm>
              <a:custGeom>
                <a:rect b="b" l="l" r="r" t="t"/>
                <a:pathLst>
                  <a:path extrusionOk="0" h="2432" w="3668">
                    <a:moveTo>
                      <a:pt x="13" y="0"/>
                    </a:moveTo>
                    <a:lnTo>
                      <a:pt x="3655" y="0"/>
                    </a:lnTo>
                    <a:lnTo>
                      <a:pt x="3655" y="0"/>
                    </a:lnTo>
                    <a:cubicBezTo>
                      <a:pt x="3657" y="0"/>
                      <a:pt x="3659" y="0"/>
                      <a:pt x="3661" y="1"/>
                    </a:cubicBezTo>
                    <a:cubicBezTo>
                      <a:pt x="3663" y="3"/>
                      <a:pt x="3665" y="4"/>
                      <a:pt x="3666" y="6"/>
                    </a:cubicBezTo>
                    <a:cubicBezTo>
                      <a:pt x="3667" y="8"/>
                      <a:pt x="3668" y="11"/>
                      <a:pt x="3668" y="13"/>
                    </a:cubicBezTo>
                    <a:lnTo>
                      <a:pt x="3668" y="2432"/>
                    </a:lnTo>
                    <a:lnTo>
                      <a:pt x="0" y="2432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13"/>
                    </a:lnTo>
                    <a:cubicBezTo>
                      <a:pt x="0" y="11"/>
                      <a:pt x="1" y="8"/>
                      <a:pt x="2" y="6"/>
                    </a:cubicBezTo>
                    <a:cubicBezTo>
                      <a:pt x="3" y="4"/>
                      <a:pt x="5" y="3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6" name="Google Shape;1086;p50"/>
              <p:cNvCxnSpPr/>
              <p:nvPr/>
            </p:nvCxnSpPr>
            <p:spPr>
              <a:xfrm>
                <a:off x="2628595" y="1639450"/>
                <a:ext cx="1320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087" name="Google Shape;1087;p50"/>
              <p:cNvSpPr/>
              <p:nvPr/>
            </p:nvSpPr>
            <p:spPr>
              <a:xfrm>
                <a:off x="269699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9" y="103"/>
                      <a:pt x="142" y="114"/>
                    </a:cubicBezTo>
                    <a:cubicBezTo>
                      <a:pt x="135" y="126"/>
                      <a:pt x="125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2" y="152"/>
                      <a:pt x="49" y="149"/>
                      <a:pt x="38" y="142"/>
                    </a:cubicBezTo>
                    <a:cubicBezTo>
                      <a:pt x="26" y="136"/>
                      <a:pt x="16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4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49" y="5"/>
                      <a:pt x="63" y="0"/>
                      <a:pt x="76" y="0"/>
                    </a:cubicBezTo>
                    <a:cubicBezTo>
                      <a:pt x="90" y="0"/>
                      <a:pt x="102" y="5"/>
                      <a:pt x="114" y="11"/>
                    </a:cubicBezTo>
                    <a:cubicBezTo>
                      <a:pt x="125" y="18"/>
                      <a:pt x="135" y="27"/>
                      <a:pt x="142" y="38"/>
                    </a:cubicBezTo>
                    <a:cubicBezTo>
                      <a:pt x="149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50"/>
              <p:cNvSpPr/>
              <p:nvPr/>
            </p:nvSpPr>
            <p:spPr>
              <a:xfrm>
                <a:off x="279743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9" y="103"/>
                      <a:pt x="142" y="114"/>
                    </a:cubicBezTo>
                    <a:cubicBezTo>
                      <a:pt x="135" y="126"/>
                      <a:pt x="126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3" y="152"/>
                      <a:pt x="50" y="149"/>
                      <a:pt x="38" y="142"/>
                    </a:cubicBezTo>
                    <a:cubicBezTo>
                      <a:pt x="26" y="136"/>
                      <a:pt x="17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3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50" y="5"/>
                      <a:pt x="63" y="0"/>
                      <a:pt x="76" y="0"/>
                    </a:cubicBezTo>
                    <a:cubicBezTo>
                      <a:pt x="89" y="0"/>
                      <a:pt x="102" y="5"/>
                      <a:pt x="114" y="11"/>
                    </a:cubicBezTo>
                    <a:cubicBezTo>
                      <a:pt x="126" y="18"/>
                      <a:pt x="135" y="27"/>
                      <a:pt x="142" y="38"/>
                    </a:cubicBezTo>
                    <a:cubicBezTo>
                      <a:pt x="149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50"/>
              <p:cNvSpPr/>
              <p:nvPr/>
            </p:nvSpPr>
            <p:spPr>
              <a:xfrm>
                <a:off x="2897875" y="1561690"/>
                <a:ext cx="54720" cy="54720"/>
              </a:xfrm>
              <a:custGeom>
                <a:rect b="b" l="l" r="r" t="t"/>
                <a:pathLst>
                  <a:path extrusionOk="0" h="152" w="152">
                    <a:moveTo>
                      <a:pt x="152" y="76"/>
                    </a:moveTo>
                    <a:cubicBezTo>
                      <a:pt x="152" y="90"/>
                      <a:pt x="148" y="103"/>
                      <a:pt x="142" y="114"/>
                    </a:cubicBezTo>
                    <a:cubicBezTo>
                      <a:pt x="135" y="126"/>
                      <a:pt x="125" y="136"/>
                      <a:pt x="114" y="142"/>
                    </a:cubicBezTo>
                    <a:cubicBezTo>
                      <a:pt x="102" y="149"/>
                      <a:pt x="89" y="152"/>
                      <a:pt x="76" y="152"/>
                    </a:cubicBezTo>
                    <a:cubicBezTo>
                      <a:pt x="62" y="152"/>
                      <a:pt x="49" y="149"/>
                      <a:pt x="38" y="142"/>
                    </a:cubicBezTo>
                    <a:cubicBezTo>
                      <a:pt x="26" y="136"/>
                      <a:pt x="17" y="126"/>
                      <a:pt x="10" y="114"/>
                    </a:cubicBezTo>
                    <a:cubicBezTo>
                      <a:pt x="3" y="103"/>
                      <a:pt x="0" y="90"/>
                      <a:pt x="0" y="76"/>
                    </a:cubicBezTo>
                    <a:cubicBezTo>
                      <a:pt x="0" y="63"/>
                      <a:pt x="3" y="50"/>
                      <a:pt x="10" y="38"/>
                    </a:cubicBezTo>
                    <a:cubicBezTo>
                      <a:pt x="17" y="27"/>
                      <a:pt x="26" y="18"/>
                      <a:pt x="38" y="11"/>
                    </a:cubicBezTo>
                    <a:cubicBezTo>
                      <a:pt x="49" y="5"/>
                      <a:pt x="62" y="0"/>
                      <a:pt x="76" y="0"/>
                    </a:cubicBezTo>
                    <a:cubicBezTo>
                      <a:pt x="89" y="0"/>
                      <a:pt x="102" y="5"/>
                      <a:pt x="114" y="11"/>
                    </a:cubicBezTo>
                    <a:cubicBezTo>
                      <a:pt x="125" y="18"/>
                      <a:pt x="135" y="27"/>
                      <a:pt x="142" y="38"/>
                    </a:cubicBezTo>
                    <a:cubicBezTo>
                      <a:pt x="148" y="50"/>
                      <a:pt x="152" y="63"/>
                      <a:pt x="152" y="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9700" lIns="90000" spcFirstLastPara="1" rIns="90000" wrap="square" tIns="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50"/>
              <p:cNvSpPr/>
              <p:nvPr/>
            </p:nvSpPr>
            <p:spPr>
              <a:xfrm>
                <a:off x="3164515" y="1828090"/>
                <a:ext cx="126720" cy="16560"/>
              </a:xfrm>
              <a:custGeom>
                <a:rect b="b" l="l" r="r" t="t"/>
                <a:pathLst>
                  <a:path extrusionOk="0" h="46" w="352">
                    <a:moveTo>
                      <a:pt x="0" y="0"/>
                    </a:moveTo>
                    <a:lnTo>
                      <a:pt x="352" y="0"/>
                    </a:lnTo>
                    <a:lnTo>
                      <a:pt x="35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50"/>
              <p:cNvSpPr/>
              <p:nvPr/>
            </p:nvSpPr>
            <p:spPr>
              <a:xfrm>
                <a:off x="3164515" y="1872010"/>
                <a:ext cx="288720" cy="16560"/>
              </a:xfrm>
              <a:custGeom>
                <a:rect b="b" l="l" r="r" t="t"/>
                <a:pathLst>
                  <a:path extrusionOk="0" h="46" w="802">
                    <a:moveTo>
                      <a:pt x="0" y="0"/>
                    </a:moveTo>
                    <a:lnTo>
                      <a:pt x="802" y="0"/>
                    </a:lnTo>
                    <a:lnTo>
                      <a:pt x="80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50"/>
              <p:cNvSpPr/>
              <p:nvPr/>
            </p:nvSpPr>
            <p:spPr>
              <a:xfrm>
                <a:off x="3117355" y="1767250"/>
                <a:ext cx="398160" cy="206640"/>
              </a:xfrm>
              <a:custGeom>
                <a:rect b="b" l="l" r="r" t="t"/>
                <a:pathLst>
                  <a:path extrusionOk="0" h="574" w="1106">
                    <a:moveTo>
                      <a:pt x="0" y="0"/>
                    </a:moveTo>
                    <a:lnTo>
                      <a:pt x="1106" y="0"/>
                    </a:lnTo>
                    <a:lnTo>
                      <a:pt x="1106" y="574"/>
                    </a:lnTo>
                    <a:lnTo>
                      <a:pt x="0" y="57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1" anchor="ctr" bIns="45350" lIns="90350" spcFirstLastPara="1" rIns="90350" wrap="square" tIns="453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50"/>
              <p:cNvSpPr/>
              <p:nvPr/>
            </p:nvSpPr>
            <p:spPr>
              <a:xfrm>
                <a:off x="3620035" y="2189890"/>
                <a:ext cx="126720" cy="16560"/>
              </a:xfrm>
              <a:custGeom>
                <a:rect b="b" l="l" r="r" t="t"/>
                <a:pathLst>
                  <a:path extrusionOk="0" h="46" w="352">
                    <a:moveTo>
                      <a:pt x="0" y="0"/>
                    </a:moveTo>
                    <a:lnTo>
                      <a:pt x="352" y="0"/>
                    </a:lnTo>
                    <a:lnTo>
                      <a:pt x="352" y="46"/>
                    </a:lnTo>
                    <a:lnTo>
                      <a:pt x="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2F4D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50"/>
              <p:cNvSpPr/>
              <p:nvPr/>
            </p:nvSpPr>
            <p:spPr>
              <a:xfrm>
                <a:off x="3524275" y="2171530"/>
                <a:ext cx="57600" cy="57600"/>
              </a:xfrm>
              <a:custGeom>
                <a:rect b="b" l="l" r="r" t="t"/>
                <a:pathLst>
                  <a:path extrusionOk="0" h="160" w="160">
                    <a:moveTo>
                      <a:pt x="160" y="80"/>
                    </a:moveTo>
                    <a:lnTo>
                      <a:pt x="160" y="80"/>
                    </a:lnTo>
                    <a:lnTo>
                      <a:pt x="160" y="80"/>
                    </a:lnTo>
                    <a:cubicBezTo>
                      <a:pt x="160" y="66"/>
                      <a:pt x="156" y="52"/>
                      <a:pt x="149" y="40"/>
                    </a:cubicBezTo>
                    <a:cubicBezTo>
                      <a:pt x="142" y="28"/>
                      <a:pt x="132" y="18"/>
                      <a:pt x="120" y="11"/>
                    </a:cubicBezTo>
                    <a:cubicBezTo>
                      <a:pt x="108" y="4"/>
                      <a:pt x="94" y="0"/>
                      <a:pt x="80" y="0"/>
                    </a:cubicBezTo>
                    <a:cubicBezTo>
                      <a:pt x="66" y="0"/>
                      <a:pt x="52" y="4"/>
                      <a:pt x="40" y="11"/>
                    </a:cubicBezTo>
                    <a:cubicBezTo>
                      <a:pt x="28" y="18"/>
                      <a:pt x="17" y="28"/>
                      <a:pt x="10" y="40"/>
                    </a:cubicBezTo>
                    <a:cubicBezTo>
                      <a:pt x="3" y="52"/>
                      <a:pt x="0" y="66"/>
                      <a:pt x="0" y="80"/>
                    </a:cubicBezTo>
                    <a:cubicBezTo>
                      <a:pt x="0" y="94"/>
                      <a:pt x="3" y="108"/>
                      <a:pt x="10" y="120"/>
                    </a:cubicBezTo>
                    <a:cubicBezTo>
                      <a:pt x="17" y="132"/>
                      <a:pt x="28" y="143"/>
                      <a:pt x="40" y="150"/>
                    </a:cubicBezTo>
                    <a:cubicBezTo>
                      <a:pt x="52" y="157"/>
                      <a:pt x="66" y="160"/>
                      <a:pt x="80" y="160"/>
                    </a:cubicBezTo>
                    <a:lnTo>
                      <a:pt x="80" y="160"/>
                    </a:lnTo>
                    <a:cubicBezTo>
                      <a:pt x="94" y="160"/>
                      <a:pt x="108" y="157"/>
                      <a:pt x="120" y="150"/>
                    </a:cubicBezTo>
                    <a:cubicBezTo>
                      <a:pt x="132" y="143"/>
                      <a:pt x="142" y="132"/>
                      <a:pt x="149" y="120"/>
                    </a:cubicBezTo>
                    <a:cubicBezTo>
                      <a:pt x="156" y="108"/>
                      <a:pt x="160" y="94"/>
                      <a:pt x="160" y="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12600" lIns="90000" spcFirstLastPara="1" rIns="90000" wrap="square" tIns="126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50"/>
              <p:cNvSpPr/>
              <p:nvPr/>
            </p:nvSpPr>
            <p:spPr>
              <a:xfrm>
                <a:off x="2399635" y="2098810"/>
                <a:ext cx="549360" cy="1425600"/>
              </a:xfrm>
              <a:custGeom>
                <a:rect b="b" l="l" r="r" t="t"/>
                <a:pathLst>
                  <a:path extrusionOk="0" h="3960" w="1526">
                    <a:moveTo>
                      <a:pt x="1265" y="0"/>
                    </a:moveTo>
                    <a:lnTo>
                      <a:pt x="563" y="68"/>
                    </a:lnTo>
                    <a:cubicBezTo>
                      <a:pt x="563" y="68"/>
                      <a:pt x="464" y="141"/>
                      <a:pt x="364" y="520"/>
                    </a:cubicBezTo>
                    <a:cubicBezTo>
                      <a:pt x="242" y="982"/>
                      <a:pt x="60" y="2184"/>
                      <a:pt x="0" y="3917"/>
                    </a:cubicBezTo>
                    <a:lnTo>
                      <a:pt x="454" y="3931"/>
                    </a:lnTo>
                    <a:lnTo>
                      <a:pt x="826" y="1286"/>
                    </a:lnTo>
                    <a:cubicBezTo>
                      <a:pt x="837" y="1248"/>
                      <a:pt x="894" y="1257"/>
                      <a:pt x="893" y="1297"/>
                    </a:cubicBezTo>
                    <a:lnTo>
                      <a:pt x="1015" y="3960"/>
                    </a:lnTo>
                    <a:lnTo>
                      <a:pt x="1462" y="3943"/>
                    </a:lnTo>
                    <a:cubicBezTo>
                      <a:pt x="1462" y="3943"/>
                      <a:pt x="1596" y="1046"/>
                      <a:pt x="1478" y="593"/>
                    </a:cubicBezTo>
                    <a:cubicBezTo>
                      <a:pt x="1367" y="167"/>
                      <a:pt x="1265" y="0"/>
                      <a:pt x="1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50"/>
              <p:cNvSpPr/>
              <p:nvPr/>
            </p:nvSpPr>
            <p:spPr>
              <a:xfrm>
                <a:off x="2321515" y="1666450"/>
                <a:ext cx="180360" cy="428760"/>
              </a:xfrm>
              <a:custGeom>
                <a:rect b="b" l="l" r="r" t="t"/>
                <a:pathLst>
                  <a:path extrusionOk="0" h="1191" w="501">
                    <a:moveTo>
                      <a:pt x="2" y="253"/>
                    </a:moveTo>
                    <a:cubicBezTo>
                      <a:pt x="2" y="253"/>
                      <a:pt x="335" y="1237"/>
                      <a:pt x="501" y="1189"/>
                    </a:cubicBezTo>
                    <a:lnTo>
                      <a:pt x="499" y="702"/>
                    </a:lnTo>
                    <a:cubicBezTo>
                      <a:pt x="493" y="711"/>
                      <a:pt x="215" y="160"/>
                      <a:pt x="215" y="160"/>
                    </a:cubicBezTo>
                    <a:cubicBezTo>
                      <a:pt x="215" y="160"/>
                      <a:pt x="131" y="22"/>
                      <a:pt x="94" y="0"/>
                    </a:cubicBezTo>
                    <a:lnTo>
                      <a:pt x="94" y="0"/>
                    </a:lnTo>
                    <a:lnTo>
                      <a:pt x="94" y="0"/>
                    </a:lnTo>
                    <a:cubicBezTo>
                      <a:pt x="92" y="0"/>
                      <a:pt x="90" y="0"/>
                      <a:pt x="88" y="0"/>
                    </a:cubicBezTo>
                    <a:cubicBezTo>
                      <a:pt x="79" y="0"/>
                      <a:pt x="71" y="2"/>
                      <a:pt x="64" y="6"/>
                    </a:cubicBezTo>
                    <a:cubicBezTo>
                      <a:pt x="57" y="10"/>
                      <a:pt x="51" y="16"/>
                      <a:pt x="47" y="23"/>
                    </a:cubicBezTo>
                    <a:cubicBezTo>
                      <a:pt x="45" y="27"/>
                      <a:pt x="43" y="32"/>
                      <a:pt x="42" y="37"/>
                    </a:cubicBezTo>
                    <a:lnTo>
                      <a:pt x="0" y="240"/>
                    </a:lnTo>
                    <a:lnTo>
                      <a:pt x="2" y="253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97" name="Google Shape;1097;p50"/>
              <p:cNvCxnSpPr/>
              <p:nvPr/>
            </p:nvCxnSpPr>
            <p:spPr>
              <a:xfrm flipH="1" rot="10800000">
                <a:off x="2359675" y="1594930"/>
                <a:ext cx="30900" cy="151800"/>
              </a:xfrm>
              <a:prstGeom prst="straightConnector1">
                <a:avLst/>
              </a:prstGeom>
              <a:noFill/>
              <a:ln cap="rnd" cmpd="sng" w="9525">
                <a:solidFill>
                  <a:schemeClr val="accent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098" name="Google Shape;1098;p50"/>
              <p:cNvSpPr/>
              <p:nvPr/>
            </p:nvSpPr>
            <p:spPr>
              <a:xfrm>
                <a:off x="2344915" y="1670770"/>
                <a:ext cx="51480" cy="58320"/>
              </a:xfrm>
              <a:custGeom>
                <a:rect b="b" l="l" r="r" t="t"/>
                <a:pathLst>
                  <a:path extrusionOk="0" h="162" w="143">
                    <a:moveTo>
                      <a:pt x="143" y="144"/>
                    </a:moveTo>
                    <a:cubicBezTo>
                      <a:pt x="143" y="144"/>
                      <a:pt x="142" y="3"/>
                      <a:pt x="123" y="0"/>
                    </a:cubicBezTo>
                    <a:cubicBezTo>
                      <a:pt x="103" y="-2"/>
                      <a:pt x="10" y="5"/>
                      <a:pt x="1" y="37"/>
                    </a:cubicBezTo>
                    <a:cubicBezTo>
                      <a:pt x="-8" y="69"/>
                      <a:pt x="71" y="67"/>
                      <a:pt x="71" y="67"/>
                    </a:cubicBezTo>
                    <a:cubicBezTo>
                      <a:pt x="71" y="67"/>
                      <a:pt x="33" y="133"/>
                      <a:pt x="65" y="154"/>
                    </a:cubicBezTo>
                    <a:cubicBezTo>
                      <a:pt x="96" y="175"/>
                      <a:pt x="143" y="144"/>
                      <a:pt x="143" y="144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13300" lIns="90000" spcFirstLastPara="1" rIns="90000" wrap="square" tIns="133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50"/>
              <p:cNvSpPr/>
              <p:nvPr/>
            </p:nvSpPr>
            <p:spPr>
              <a:xfrm>
                <a:off x="2310355" y="1612810"/>
                <a:ext cx="435240" cy="491040"/>
              </a:xfrm>
              <a:custGeom>
                <a:rect b="b" l="l" r="r" t="t"/>
                <a:pathLst>
                  <a:path extrusionOk="0" h="1364" w="1209">
                    <a:moveTo>
                      <a:pt x="1124" y="0"/>
                    </a:moveTo>
                    <a:cubicBezTo>
                      <a:pt x="1124" y="0"/>
                      <a:pt x="842" y="170"/>
                      <a:pt x="746" y="266"/>
                    </a:cubicBezTo>
                    <a:cubicBezTo>
                      <a:pt x="649" y="362"/>
                      <a:pt x="545" y="850"/>
                      <a:pt x="545" y="850"/>
                    </a:cubicBezTo>
                    <a:lnTo>
                      <a:pt x="311" y="335"/>
                    </a:lnTo>
                    <a:lnTo>
                      <a:pt x="0" y="546"/>
                    </a:lnTo>
                    <a:cubicBezTo>
                      <a:pt x="0" y="546"/>
                      <a:pt x="364" y="1359"/>
                      <a:pt x="522" y="1364"/>
                    </a:cubicBezTo>
                    <a:cubicBezTo>
                      <a:pt x="680" y="1369"/>
                      <a:pt x="1467" y="467"/>
                      <a:pt x="11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50"/>
              <p:cNvSpPr/>
              <p:nvPr/>
            </p:nvSpPr>
            <p:spPr>
              <a:xfrm>
                <a:off x="2571715" y="1333090"/>
                <a:ext cx="237960" cy="248760"/>
              </a:xfrm>
              <a:custGeom>
                <a:rect b="b" l="l" r="r" t="t"/>
                <a:pathLst>
                  <a:path extrusionOk="0" h="691" w="661">
                    <a:moveTo>
                      <a:pt x="4" y="260"/>
                    </a:moveTo>
                    <a:cubicBezTo>
                      <a:pt x="0" y="404"/>
                      <a:pt x="47" y="554"/>
                      <a:pt x="170" y="639"/>
                    </a:cubicBezTo>
                    <a:cubicBezTo>
                      <a:pt x="286" y="720"/>
                      <a:pt x="449" y="701"/>
                      <a:pt x="556" y="610"/>
                    </a:cubicBezTo>
                    <a:cubicBezTo>
                      <a:pt x="729" y="462"/>
                      <a:pt x="677" y="123"/>
                      <a:pt x="484" y="44"/>
                    </a:cubicBezTo>
                    <a:cubicBezTo>
                      <a:pt x="457" y="33"/>
                      <a:pt x="383" y="26"/>
                      <a:pt x="372" y="5"/>
                    </a:cubicBezTo>
                    <a:cubicBezTo>
                      <a:pt x="221" y="-21"/>
                      <a:pt x="58" y="48"/>
                      <a:pt x="22" y="163"/>
                    </a:cubicBezTo>
                    <a:cubicBezTo>
                      <a:pt x="18" y="177"/>
                      <a:pt x="9" y="199"/>
                      <a:pt x="0" y="223"/>
                    </a:cubicBezTo>
                    <a:lnTo>
                      <a:pt x="0" y="223"/>
                    </a:lnTo>
                    <a:cubicBezTo>
                      <a:pt x="3" y="234"/>
                      <a:pt x="5" y="244"/>
                      <a:pt x="5" y="255"/>
                    </a:cubicBezTo>
                    <a:cubicBezTo>
                      <a:pt x="5" y="257"/>
                      <a:pt x="5" y="258"/>
                      <a:pt x="4" y="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50"/>
              <p:cNvSpPr/>
              <p:nvPr/>
            </p:nvSpPr>
            <p:spPr>
              <a:xfrm>
                <a:off x="2562715" y="1375570"/>
                <a:ext cx="228960" cy="346320"/>
              </a:xfrm>
              <a:custGeom>
                <a:rect b="b" l="l" r="r" t="t"/>
                <a:pathLst>
                  <a:path extrusionOk="0" h="962" w="636">
                    <a:moveTo>
                      <a:pt x="460" y="253"/>
                    </a:moveTo>
                    <a:lnTo>
                      <a:pt x="460" y="253"/>
                    </a:lnTo>
                    <a:cubicBezTo>
                      <a:pt x="460" y="254"/>
                      <a:pt x="461" y="255"/>
                      <a:pt x="461" y="255"/>
                    </a:cubicBezTo>
                    <a:cubicBezTo>
                      <a:pt x="462" y="257"/>
                      <a:pt x="463" y="258"/>
                      <a:pt x="465" y="259"/>
                    </a:cubicBezTo>
                    <a:cubicBezTo>
                      <a:pt x="467" y="260"/>
                      <a:pt x="469" y="261"/>
                      <a:pt x="470" y="261"/>
                    </a:cubicBezTo>
                    <a:cubicBezTo>
                      <a:pt x="472" y="261"/>
                      <a:pt x="473" y="260"/>
                      <a:pt x="474" y="260"/>
                    </a:cubicBezTo>
                    <a:cubicBezTo>
                      <a:pt x="498" y="252"/>
                      <a:pt x="552" y="227"/>
                      <a:pt x="582" y="288"/>
                    </a:cubicBezTo>
                    <a:cubicBezTo>
                      <a:pt x="612" y="349"/>
                      <a:pt x="563" y="406"/>
                      <a:pt x="527" y="420"/>
                    </a:cubicBezTo>
                    <a:cubicBezTo>
                      <a:pt x="517" y="425"/>
                      <a:pt x="493" y="435"/>
                      <a:pt x="489" y="446"/>
                    </a:cubicBezTo>
                    <a:cubicBezTo>
                      <a:pt x="475" y="477"/>
                      <a:pt x="483" y="533"/>
                      <a:pt x="488" y="604"/>
                    </a:cubicBezTo>
                    <a:cubicBezTo>
                      <a:pt x="500" y="761"/>
                      <a:pt x="636" y="788"/>
                      <a:pt x="636" y="788"/>
                    </a:cubicBezTo>
                    <a:cubicBezTo>
                      <a:pt x="636" y="788"/>
                      <a:pt x="286" y="1087"/>
                      <a:pt x="225" y="900"/>
                    </a:cubicBezTo>
                    <a:cubicBezTo>
                      <a:pt x="249" y="860"/>
                      <a:pt x="235" y="559"/>
                      <a:pt x="189" y="575"/>
                    </a:cubicBezTo>
                    <a:cubicBezTo>
                      <a:pt x="130" y="596"/>
                      <a:pt x="13" y="570"/>
                      <a:pt x="1" y="301"/>
                    </a:cubicBezTo>
                    <a:cubicBezTo>
                      <a:pt x="-10" y="52"/>
                      <a:pt x="162" y="11"/>
                      <a:pt x="206" y="4"/>
                    </a:cubicBezTo>
                    <a:cubicBezTo>
                      <a:pt x="244" y="-2"/>
                      <a:pt x="370" y="-37"/>
                      <a:pt x="460" y="253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50"/>
              <p:cNvSpPr/>
              <p:nvPr/>
            </p:nvSpPr>
            <p:spPr>
              <a:xfrm>
                <a:off x="2592235" y="1366210"/>
                <a:ext cx="138960" cy="102960"/>
              </a:xfrm>
              <a:custGeom>
                <a:rect b="b" l="l" r="r" t="t"/>
                <a:pathLst>
                  <a:path extrusionOk="0" h="286" w="386">
                    <a:moveTo>
                      <a:pt x="0" y="48"/>
                    </a:moveTo>
                    <a:cubicBezTo>
                      <a:pt x="0" y="48"/>
                      <a:pt x="337" y="275"/>
                      <a:pt x="386" y="286"/>
                    </a:cubicBezTo>
                    <a:cubicBezTo>
                      <a:pt x="386" y="286"/>
                      <a:pt x="416" y="-142"/>
                      <a:pt x="0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50"/>
              <p:cNvSpPr/>
              <p:nvPr/>
            </p:nvSpPr>
            <p:spPr>
              <a:xfrm>
                <a:off x="2736955" y="1482850"/>
                <a:ext cx="27720" cy="27000"/>
              </a:xfrm>
              <a:custGeom>
                <a:rect b="b" l="l" r="r" t="t"/>
                <a:pathLst>
                  <a:path extrusionOk="0" h="75" w="77">
                    <a:moveTo>
                      <a:pt x="77" y="18"/>
                    </a:moveTo>
                    <a:cubicBezTo>
                      <a:pt x="77" y="18"/>
                      <a:pt x="11" y="-49"/>
                      <a:pt x="0" y="75"/>
                    </a:cubicBezTo>
                    <a:lnTo>
                      <a:pt x="77" y="18"/>
                    </a:ln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50"/>
              <p:cNvSpPr/>
              <p:nvPr/>
            </p:nvSpPr>
            <p:spPr>
              <a:xfrm>
                <a:off x="2637955" y="1491850"/>
                <a:ext cx="43200" cy="43200"/>
              </a:xfrm>
              <a:custGeom>
                <a:rect b="b" l="l" r="r" t="t"/>
                <a:pathLst>
                  <a:path extrusionOk="0" h="120" w="120">
                    <a:moveTo>
                      <a:pt x="41" y="3"/>
                    </a:moveTo>
                    <a:lnTo>
                      <a:pt x="41" y="3"/>
                    </a:lnTo>
                    <a:cubicBezTo>
                      <a:pt x="37" y="4"/>
                      <a:pt x="33" y="7"/>
                      <a:pt x="30" y="8"/>
                    </a:cubicBezTo>
                    <a:cubicBezTo>
                      <a:pt x="20" y="14"/>
                      <a:pt x="13" y="21"/>
                      <a:pt x="8" y="30"/>
                    </a:cubicBezTo>
                    <a:cubicBezTo>
                      <a:pt x="2" y="39"/>
                      <a:pt x="0" y="50"/>
                      <a:pt x="0" y="60"/>
                    </a:cubicBezTo>
                    <a:cubicBezTo>
                      <a:pt x="0" y="71"/>
                      <a:pt x="2" y="81"/>
                      <a:pt x="8" y="90"/>
                    </a:cubicBezTo>
                    <a:cubicBezTo>
                      <a:pt x="13" y="99"/>
                      <a:pt x="20" y="107"/>
                      <a:pt x="30" y="112"/>
                    </a:cubicBezTo>
                    <a:cubicBezTo>
                      <a:pt x="39" y="118"/>
                      <a:pt x="49" y="120"/>
                      <a:pt x="60" y="120"/>
                    </a:cubicBezTo>
                    <a:cubicBezTo>
                      <a:pt x="70" y="120"/>
                      <a:pt x="80" y="118"/>
                      <a:pt x="90" y="112"/>
                    </a:cubicBezTo>
                    <a:cubicBezTo>
                      <a:pt x="99" y="107"/>
                      <a:pt x="106" y="99"/>
                      <a:pt x="112" y="90"/>
                    </a:cubicBezTo>
                    <a:cubicBezTo>
                      <a:pt x="117" y="81"/>
                      <a:pt x="120" y="70"/>
                      <a:pt x="120" y="60"/>
                    </a:cubicBezTo>
                    <a:cubicBezTo>
                      <a:pt x="120" y="54"/>
                      <a:pt x="119" y="47"/>
                      <a:pt x="117" y="41"/>
                    </a:cubicBezTo>
                    <a:lnTo>
                      <a:pt x="117" y="41"/>
                    </a:lnTo>
                    <a:cubicBezTo>
                      <a:pt x="115" y="37"/>
                      <a:pt x="114" y="33"/>
                      <a:pt x="112" y="30"/>
                    </a:cubicBezTo>
                    <a:cubicBezTo>
                      <a:pt x="106" y="21"/>
                      <a:pt x="99" y="14"/>
                      <a:pt x="90" y="8"/>
                    </a:cubicBezTo>
                    <a:cubicBezTo>
                      <a:pt x="80" y="3"/>
                      <a:pt x="70" y="0"/>
                      <a:pt x="60" y="0"/>
                    </a:cubicBezTo>
                    <a:cubicBezTo>
                      <a:pt x="53" y="0"/>
                      <a:pt x="47" y="1"/>
                      <a:pt x="41" y="3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50"/>
              <p:cNvSpPr/>
              <p:nvPr/>
            </p:nvSpPr>
            <p:spPr>
              <a:xfrm>
                <a:off x="2563075" y="1489690"/>
                <a:ext cx="18360" cy="39960"/>
              </a:xfrm>
              <a:custGeom>
                <a:rect b="b" l="l" r="r" t="t"/>
                <a:pathLst>
                  <a:path extrusionOk="0" h="111" w="51">
                    <a:moveTo>
                      <a:pt x="20" y="111"/>
                    </a:moveTo>
                    <a:lnTo>
                      <a:pt x="20" y="111"/>
                    </a:lnTo>
                    <a:lnTo>
                      <a:pt x="21" y="111"/>
                    </a:lnTo>
                    <a:cubicBezTo>
                      <a:pt x="30" y="105"/>
                      <a:pt x="38" y="98"/>
                      <a:pt x="43" y="89"/>
                    </a:cubicBezTo>
                    <a:cubicBezTo>
                      <a:pt x="48" y="80"/>
                      <a:pt x="51" y="70"/>
                      <a:pt x="51" y="59"/>
                    </a:cubicBezTo>
                    <a:cubicBezTo>
                      <a:pt x="51" y="49"/>
                      <a:pt x="48" y="38"/>
                      <a:pt x="43" y="29"/>
                    </a:cubicBezTo>
                    <a:cubicBezTo>
                      <a:pt x="38" y="20"/>
                      <a:pt x="30" y="12"/>
                      <a:pt x="21" y="7"/>
                    </a:cubicBezTo>
                    <a:cubicBezTo>
                      <a:pt x="15" y="4"/>
                      <a:pt x="9" y="1"/>
                      <a:pt x="3" y="0"/>
                    </a:cubicBezTo>
                    <a:cubicBezTo>
                      <a:pt x="-3" y="-1"/>
                      <a:pt x="1" y="71"/>
                      <a:pt x="20" y="111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50"/>
              <p:cNvSpPr/>
              <p:nvPr/>
            </p:nvSpPr>
            <p:spPr>
              <a:xfrm>
                <a:off x="2589715" y="1486090"/>
                <a:ext cx="15120" cy="23760"/>
              </a:xfrm>
              <a:custGeom>
                <a:rect b="b" l="l" r="r" t="t"/>
                <a:pathLst>
                  <a:path extrusionOk="0" h="66" w="42">
                    <a:moveTo>
                      <a:pt x="35" y="0"/>
                    </a:moveTo>
                    <a:lnTo>
                      <a:pt x="42" y="66"/>
                    </a:lnTo>
                    <a:lnTo>
                      <a:pt x="8" y="64"/>
                    </a:lnTo>
                    <a:lnTo>
                      <a:pt x="8" y="64"/>
                    </a:lnTo>
                    <a:cubicBezTo>
                      <a:pt x="6" y="63"/>
                      <a:pt x="5" y="63"/>
                      <a:pt x="4" y="62"/>
                    </a:cubicBezTo>
                    <a:cubicBezTo>
                      <a:pt x="3" y="62"/>
                      <a:pt x="2" y="61"/>
                      <a:pt x="1" y="59"/>
                    </a:cubicBezTo>
                    <a:cubicBezTo>
                      <a:pt x="0" y="58"/>
                      <a:pt x="0" y="57"/>
                      <a:pt x="0" y="55"/>
                    </a:cubicBezTo>
                    <a:cubicBezTo>
                      <a:pt x="0" y="54"/>
                      <a:pt x="0" y="52"/>
                      <a:pt x="1" y="51"/>
                    </a:cubicBezTo>
                    <a:lnTo>
                      <a:pt x="1" y="51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50"/>
              <p:cNvSpPr/>
              <p:nvPr/>
            </p:nvSpPr>
            <p:spPr>
              <a:xfrm>
                <a:off x="2617075" y="1448650"/>
                <a:ext cx="21240" cy="12240"/>
              </a:xfrm>
              <a:custGeom>
                <a:rect b="b" l="l" r="r" t="t"/>
                <a:pathLst>
                  <a:path extrusionOk="0" h="34" w="59">
                    <a:moveTo>
                      <a:pt x="56" y="32"/>
                    </a:moveTo>
                    <a:cubicBezTo>
                      <a:pt x="67" y="40"/>
                      <a:pt x="50" y="5"/>
                      <a:pt x="35" y="1"/>
                    </a:cubicBezTo>
                    <a:cubicBezTo>
                      <a:pt x="19" y="-3"/>
                      <a:pt x="4" y="4"/>
                      <a:pt x="0" y="17"/>
                    </a:cubicBezTo>
                    <a:lnTo>
                      <a:pt x="0" y="17"/>
                    </a:lnTo>
                    <a:cubicBezTo>
                      <a:pt x="3" y="17"/>
                      <a:pt x="5" y="17"/>
                      <a:pt x="7" y="17"/>
                    </a:cubicBezTo>
                    <a:cubicBezTo>
                      <a:pt x="22" y="17"/>
                      <a:pt x="36" y="21"/>
                      <a:pt x="49" y="28"/>
                    </a:cubicBezTo>
                    <a:cubicBezTo>
                      <a:pt x="51" y="30"/>
                      <a:pt x="54" y="31"/>
                      <a:pt x="56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50"/>
              <p:cNvSpPr/>
              <p:nvPr/>
            </p:nvSpPr>
            <p:spPr>
              <a:xfrm>
                <a:off x="2569195" y="1446850"/>
                <a:ext cx="21600" cy="12240"/>
              </a:xfrm>
              <a:custGeom>
                <a:rect b="b" l="l" r="r" t="t"/>
                <a:pathLst>
                  <a:path extrusionOk="0" h="34" w="60">
                    <a:moveTo>
                      <a:pt x="4" y="32"/>
                    </a:moveTo>
                    <a:cubicBezTo>
                      <a:pt x="-7" y="40"/>
                      <a:pt x="10" y="5"/>
                      <a:pt x="26" y="1"/>
                    </a:cubicBezTo>
                    <a:cubicBezTo>
                      <a:pt x="41" y="-3"/>
                      <a:pt x="56" y="4"/>
                      <a:pt x="60" y="17"/>
                    </a:cubicBezTo>
                    <a:lnTo>
                      <a:pt x="60" y="17"/>
                    </a:lnTo>
                    <a:cubicBezTo>
                      <a:pt x="57" y="17"/>
                      <a:pt x="54" y="17"/>
                      <a:pt x="52" y="17"/>
                    </a:cubicBezTo>
                    <a:cubicBezTo>
                      <a:pt x="37" y="17"/>
                      <a:pt x="23" y="21"/>
                      <a:pt x="10" y="28"/>
                    </a:cubicBezTo>
                    <a:cubicBezTo>
                      <a:pt x="8" y="29"/>
                      <a:pt x="6" y="31"/>
                      <a:pt x="4" y="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50"/>
              <p:cNvSpPr/>
              <p:nvPr/>
            </p:nvSpPr>
            <p:spPr>
              <a:xfrm>
                <a:off x="2614915" y="1481770"/>
                <a:ext cx="7200" cy="15120"/>
              </a:xfrm>
              <a:custGeom>
                <a:rect b="b" l="l" r="r" t="t"/>
                <a:pathLst>
                  <a:path extrusionOk="0" h="42" w="20">
                    <a:moveTo>
                      <a:pt x="20" y="21"/>
                    </a:moveTo>
                    <a:cubicBezTo>
                      <a:pt x="20" y="33"/>
                      <a:pt x="14" y="42"/>
                      <a:pt x="9" y="42"/>
                    </a:cubicBezTo>
                    <a:cubicBezTo>
                      <a:pt x="3" y="42"/>
                      <a:pt x="-1" y="32"/>
                      <a:pt x="0" y="20"/>
                    </a:cubicBezTo>
                    <a:cubicBezTo>
                      <a:pt x="0" y="9"/>
                      <a:pt x="5" y="0"/>
                      <a:pt x="11" y="0"/>
                    </a:cubicBezTo>
                    <a:cubicBezTo>
                      <a:pt x="17" y="1"/>
                      <a:pt x="21" y="10"/>
                      <a:pt x="20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50"/>
              <p:cNvSpPr/>
              <p:nvPr/>
            </p:nvSpPr>
            <p:spPr>
              <a:xfrm>
                <a:off x="2578195" y="1479610"/>
                <a:ext cx="6840" cy="14760"/>
              </a:xfrm>
              <a:custGeom>
                <a:rect b="b" l="l" r="r" t="t"/>
                <a:pathLst>
                  <a:path extrusionOk="0" h="41" w="19">
                    <a:moveTo>
                      <a:pt x="19" y="21"/>
                    </a:moveTo>
                    <a:cubicBezTo>
                      <a:pt x="19" y="32"/>
                      <a:pt x="13" y="41"/>
                      <a:pt x="8" y="41"/>
                    </a:cubicBezTo>
                    <a:cubicBezTo>
                      <a:pt x="2" y="41"/>
                      <a:pt x="-1" y="31"/>
                      <a:pt x="0" y="20"/>
                    </a:cubicBezTo>
                    <a:cubicBezTo>
                      <a:pt x="0" y="9"/>
                      <a:pt x="5" y="0"/>
                      <a:pt x="11" y="0"/>
                    </a:cubicBezTo>
                    <a:cubicBezTo>
                      <a:pt x="16" y="1"/>
                      <a:pt x="20" y="10"/>
                      <a:pt x="19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50"/>
              <p:cNvSpPr/>
              <p:nvPr/>
            </p:nvSpPr>
            <p:spPr>
              <a:xfrm>
                <a:off x="2635795" y="1563850"/>
                <a:ext cx="53640" cy="36360"/>
              </a:xfrm>
              <a:custGeom>
                <a:rect b="b" l="l" r="r" t="t"/>
                <a:pathLst>
                  <a:path extrusionOk="0" h="101" w="149">
                    <a:moveTo>
                      <a:pt x="0" y="51"/>
                    </a:moveTo>
                    <a:cubicBezTo>
                      <a:pt x="0" y="51"/>
                      <a:pt x="83" y="24"/>
                      <a:pt x="137" y="1"/>
                    </a:cubicBezTo>
                    <a:cubicBezTo>
                      <a:pt x="190" y="-21"/>
                      <a:pt x="56" y="195"/>
                      <a:pt x="0" y="51"/>
                    </a:cubicBezTo>
                    <a:close/>
                  </a:path>
                </a:pathLst>
              </a:custGeom>
              <a:solidFill>
                <a:srgbClr val="C3807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50"/>
              <p:cNvSpPr/>
              <p:nvPr/>
            </p:nvSpPr>
            <p:spPr>
              <a:xfrm>
                <a:off x="2748115" y="1649890"/>
                <a:ext cx="19080" cy="15480"/>
              </a:xfrm>
              <a:custGeom>
                <a:rect b="b" l="l" r="r" t="t"/>
                <a:pathLst>
                  <a:path extrusionOk="0" h="43" w="53">
                    <a:moveTo>
                      <a:pt x="3" y="8"/>
                    </a:moveTo>
                    <a:cubicBezTo>
                      <a:pt x="3" y="8"/>
                      <a:pt x="62" y="-8"/>
                      <a:pt x="52" y="4"/>
                    </a:cubicBezTo>
                    <a:cubicBezTo>
                      <a:pt x="42" y="16"/>
                      <a:pt x="21" y="30"/>
                      <a:pt x="0" y="43"/>
                    </a:cubicBezTo>
                    <a:lnTo>
                      <a:pt x="3" y="8"/>
                    </a:lnTo>
                    <a:close/>
                  </a:path>
                </a:pathLst>
              </a:custGeom>
              <a:solidFill>
                <a:srgbClr val="E20E1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50"/>
              <p:cNvSpPr/>
              <p:nvPr/>
            </p:nvSpPr>
            <p:spPr>
              <a:xfrm>
                <a:off x="2547595" y="1631890"/>
                <a:ext cx="379800" cy="530640"/>
              </a:xfrm>
              <a:custGeom>
                <a:rect b="b" l="l" r="r" t="t"/>
                <a:pathLst>
                  <a:path extrusionOk="0" h="1474" w="1055">
                    <a:moveTo>
                      <a:pt x="252" y="62"/>
                    </a:moveTo>
                    <a:cubicBezTo>
                      <a:pt x="258" y="78"/>
                      <a:pt x="-6" y="573"/>
                      <a:pt x="0" y="729"/>
                    </a:cubicBezTo>
                    <a:cubicBezTo>
                      <a:pt x="6" y="885"/>
                      <a:pt x="110" y="1387"/>
                      <a:pt x="101" y="1410"/>
                    </a:cubicBezTo>
                    <a:cubicBezTo>
                      <a:pt x="101" y="1410"/>
                      <a:pt x="341" y="1534"/>
                      <a:pt x="1012" y="1436"/>
                    </a:cubicBezTo>
                    <a:cubicBezTo>
                      <a:pt x="1077" y="852"/>
                      <a:pt x="1095" y="357"/>
                      <a:pt x="878" y="173"/>
                    </a:cubicBezTo>
                    <a:cubicBezTo>
                      <a:pt x="878" y="173"/>
                      <a:pt x="642" y="5"/>
                      <a:pt x="586" y="0"/>
                    </a:cubicBezTo>
                    <a:cubicBezTo>
                      <a:pt x="586" y="0"/>
                      <a:pt x="337" y="308"/>
                      <a:pt x="252" y="6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50"/>
              <p:cNvSpPr/>
              <p:nvPr/>
            </p:nvSpPr>
            <p:spPr>
              <a:xfrm>
                <a:off x="2676475" y="1631890"/>
                <a:ext cx="294480" cy="597600"/>
              </a:xfrm>
              <a:custGeom>
                <a:rect b="b" l="l" r="r" t="t"/>
                <a:pathLst>
                  <a:path extrusionOk="0" h="1660" w="818">
                    <a:moveTo>
                      <a:pt x="484" y="110"/>
                    </a:moveTo>
                    <a:cubicBezTo>
                      <a:pt x="386" y="62"/>
                      <a:pt x="261" y="3"/>
                      <a:pt x="228" y="0"/>
                    </a:cubicBezTo>
                    <a:cubicBezTo>
                      <a:pt x="228" y="0"/>
                      <a:pt x="184" y="53"/>
                      <a:pt x="128" y="98"/>
                    </a:cubicBezTo>
                    <a:lnTo>
                      <a:pt x="128" y="98"/>
                    </a:lnTo>
                    <a:cubicBezTo>
                      <a:pt x="129" y="103"/>
                      <a:pt x="129" y="109"/>
                      <a:pt x="129" y="115"/>
                    </a:cubicBezTo>
                    <a:cubicBezTo>
                      <a:pt x="129" y="123"/>
                      <a:pt x="128" y="131"/>
                      <a:pt x="127" y="139"/>
                    </a:cubicBezTo>
                    <a:cubicBezTo>
                      <a:pt x="35" y="574"/>
                      <a:pt x="-35" y="1183"/>
                      <a:pt x="19" y="1626"/>
                    </a:cubicBezTo>
                    <a:cubicBezTo>
                      <a:pt x="157" y="1632"/>
                      <a:pt x="579" y="1682"/>
                      <a:pt x="818" y="1647"/>
                    </a:cubicBezTo>
                    <a:cubicBezTo>
                      <a:pt x="788" y="1210"/>
                      <a:pt x="806" y="722"/>
                      <a:pt x="733" y="419"/>
                    </a:cubicBezTo>
                    <a:cubicBezTo>
                      <a:pt x="700" y="285"/>
                      <a:pt x="608" y="172"/>
                      <a:pt x="484" y="1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50"/>
              <p:cNvSpPr/>
              <p:nvPr/>
            </p:nvSpPr>
            <p:spPr>
              <a:xfrm>
                <a:off x="2513035" y="1645210"/>
                <a:ext cx="142200" cy="582120"/>
              </a:xfrm>
              <a:custGeom>
                <a:rect b="b" l="l" r="r" t="t"/>
                <a:pathLst>
                  <a:path extrusionOk="0" h="1617" w="395">
                    <a:moveTo>
                      <a:pt x="355" y="1617"/>
                    </a:moveTo>
                    <a:cubicBezTo>
                      <a:pt x="305" y="1172"/>
                      <a:pt x="307" y="531"/>
                      <a:pt x="395" y="92"/>
                    </a:cubicBezTo>
                    <a:cubicBezTo>
                      <a:pt x="386" y="79"/>
                      <a:pt x="375" y="21"/>
                      <a:pt x="367" y="0"/>
                    </a:cubicBezTo>
                    <a:cubicBezTo>
                      <a:pt x="374" y="16"/>
                      <a:pt x="90" y="536"/>
                      <a:pt x="96" y="692"/>
                    </a:cubicBezTo>
                    <a:cubicBezTo>
                      <a:pt x="102" y="848"/>
                      <a:pt x="9" y="1586"/>
                      <a:pt x="0" y="1610"/>
                    </a:cubicBezTo>
                    <a:cubicBezTo>
                      <a:pt x="0" y="1610"/>
                      <a:pt x="259" y="1599"/>
                      <a:pt x="355" y="161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50"/>
              <p:cNvSpPr/>
              <p:nvPr/>
            </p:nvSpPr>
            <p:spPr>
              <a:xfrm>
                <a:off x="2518795" y="1912330"/>
                <a:ext cx="41040" cy="28440"/>
              </a:xfrm>
              <a:custGeom>
                <a:rect b="b" l="l" r="r" t="t"/>
                <a:pathLst>
                  <a:path extrusionOk="0" h="79" w="114">
                    <a:moveTo>
                      <a:pt x="114" y="75"/>
                    </a:moveTo>
                    <a:cubicBezTo>
                      <a:pt x="111" y="59"/>
                      <a:pt x="108" y="44"/>
                      <a:pt x="101" y="29"/>
                    </a:cubicBezTo>
                    <a:cubicBezTo>
                      <a:pt x="93" y="15"/>
                      <a:pt x="80" y="2"/>
                      <a:pt x="64" y="0"/>
                    </a:cubicBezTo>
                    <a:cubicBezTo>
                      <a:pt x="43" y="-1"/>
                      <a:pt x="24" y="15"/>
                      <a:pt x="14" y="34"/>
                    </a:cubicBezTo>
                    <a:lnTo>
                      <a:pt x="14" y="34"/>
                    </a:lnTo>
                    <a:cubicBezTo>
                      <a:pt x="13" y="34"/>
                      <a:pt x="13" y="35"/>
                      <a:pt x="13" y="35"/>
                    </a:cubicBezTo>
                    <a:cubicBezTo>
                      <a:pt x="8" y="44"/>
                      <a:pt x="4" y="52"/>
                      <a:pt x="1" y="61"/>
                    </a:cubicBezTo>
                    <a:cubicBezTo>
                      <a:pt x="0" y="64"/>
                      <a:pt x="0" y="67"/>
                      <a:pt x="2" y="68"/>
                    </a:cubicBezTo>
                    <a:lnTo>
                      <a:pt x="2" y="68"/>
                    </a:lnTo>
                    <a:cubicBezTo>
                      <a:pt x="3" y="69"/>
                      <a:pt x="4" y="69"/>
                      <a:pt x="5" y="69"/>
                    </a:cubicBezTo>
                    <a:cubicBezTo>
                      <a:pt x="6" y="69"/>
                      <a:pt x="6" y="69"/>
                      <a:pt x="7" y="69"/>
                    </a:cubicBezTo>
                    <a:cubicBezTo>
                      <a:pt x="40" y="65"/>
                      <a:pt x="72" y="82"/>
                      <a:pt x="105" y="78"/>
                    </a:cubicBezTo>
                    <a:lnTo>
                      <a:pt x="114" y="75"/>
                    </a:lnTo>
                    <a:close/>
                  </a:path>
                </a:pathLst>
              </a:custGeom>
              <a:solidFill>
                <a:srgbClr val="2A425D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50"/>
              <p:cNvSpPr/>
              <p:nvPr/>
            </p:nvSpPr>
            <p:spPr>
              <a:xfrm>
                <a:off x="2512315" y="1935730"/>
                <a:ext cx="52560" cy="10440"/>
              </a:xfrm>
              <a:custGeom>
                <a:rect b="b" l="l" r="r" t="t"/>
                <a:pathLst>
                  <a:path extrusionOk="0" h="29" w="146">
                    <a:moveTo>
                      <a:pt x="14" y="28"/>
                    </a:moveTo>
                    <a:lnTo>
                      <a:pt x="132" y="29"/>
                    </a:lnTo>
                    <a:lnTo>
                      <a:pt x="132" y="29"/>
                    </a:lnTo>
                    <a:lnTo>
                      <a:pt x="133" y="29"/>
                    </a:lnTo>
                    <a:cubicBezTo>
                      <a:pt x="135" y="29"/>
                      <a:pt x="136" y="29"/>
                      <a:pt x="139" y="27"/>
                    </a:cubicBezTo>
                    <a:cubicBezTo>
                      <a:pt x="141" y="26"/>
                      <a:pt x="143" y="25"/>
                      <a:pt x="145" y="22"/>
                    </a:cubicBezTo>
                    <a:cubicBezTo>
                      <a:pt x="146" y="21"/>
                      <a:pt x="146" y="18"/>
                      <a:pt x="146" y="16"/>
                    </a:cubicBezTo>
                    <a:lnTo>
                      <a:pt x="146" y="16"/>
                    </a:lnTo>
                    <a:lnTo>
                      <a:pt x="146" y="16"/>
                    </a:lnTo>
                    <a:cubicBezTo>
                      <a:pt x="146" y="15"/>
                      <a:pt x="146" y="15"/>
                      <a:pt x="146" y="15"/>
                    </a:cubicBezTo>
                    <a:cubicBezTo>
                      <a:pt x="146" y="13"/>
                      <a:pt x="146" y="11"/>
                      <a:pt x="145" y="8"/>
                    </a:cubicBezTo>
                    <a:cubicBezTo>
                      <a:pt x="143" y="6"/>
                      <a:pt x="142" y="5"/>
                      <a:pt x="139" y="3"/>
                    </a:cubicBezTo>
                    <a:cubicBezTo>
                      <a:pt x="137" y="2"/>
                      <a:pt x="135" y="1"/>
                      <a:pt x="133" y="1"/>
                    </a:cubicBez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cubicBezTo>
                      <a:pt x="12" y="0"/>
                      <a:pt x="9" y="1"/>
                      <a:pt x="7" y="2"/>
                    </a:cubicBezTo>
                    <a:cubicBezTo>
                      <a:pt x="5" y="3"/>
                      <a:pt x="3" y="5"/>
                      <a:pt x="2" y="7"/>
                    </a:cubicBezTo>
                    <a:cubicBezTo>
                      <a:pt x="1" y="9"/>
                      <a:pt x="0" y="11"/>
                      <a:pt x="0" y="14"/>
                    </a:cubicBezTo>
                    <a:lnTo>
                      <a:pt x="0" y="14"/>
                    </a:lnTo>
                    <a:lnTo>
                      <a:pt x="0" y="14"/>
                    </a:lnTo>
                    <a:lnTo>
                      <a:pt x="0" y="14"/>
                    </a:lnTo>
                    <a:cubicBezTo>
                      <a:pt x="0" y="16"/>
                      <a:pt x="1" y="19"/>
                      <a:pt x="2" y="21"/>
                    </a:cubicBezTo>
                    <a:cubicBezTo>
                      <a:pt x="3" y="23"/>
                      <a:pt x="5" y="25"/>
                      <a:pt x="7" y="26"/>
                    </a:cubicBezTo>
                    <a:cubicBezTo>
                      <a:pt x="9" y="27"/>
                      <a:pt x="12" y="28"/>
                      <a:pt x="14" y="28"/>
                    </a:cubicBezTo>
                    <a:close/>
                  </a:path>
                </a:pathLst>
              </a:custGeom>
              <a:solidFill>
                <a:srgbClr val="A8C0E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50"/>
              <p:cNvSpPr/>
              <p:nvPr/>
            </p:nvSpPr>
            <p:spPr>
              <a:xfrm>
                <a:off x="2290915" y="1702810"/>
                <a:ext cx="230760" cy="304920"/>
              </a:xfrm>
              <a:custGeom>
                <a:rect b="b" l="l" r="r" t="t"/>
                <a:pathLst>
                  <a:path extrusionOk="0" h="847" w="641">
                    <a:moveTo>
                      <a:pt x="640" y="827"/>
                    </a:moveTo>
                    <a:lnTo>
                      <a:pt x="461" y="242"/>
                    </a:lnTo>
                    <a:lnTo>
                      <a:pt x="461" y="242"/>
                    </a:lnTo>
                    <a:cubicBezTo>
                      <a:pt x="459" y="233"/>
                      <a:pt x="455" y="225"/>
                      <a:pt x="451" y="217"/>
                    </a:cubicBezTo>
                    <a:cubicBezTo>
                      <a:pt x="441" y="200"/>
                      <a:pt x="426" y="186"/>
                      <a:pt x="408" y="175"/>
                    </a:cubicBezTo>
                    <a:cubicBezTo>
                      <a:pt x="405" y="174"/>
                      <a:pt x="402" y="171"/>
                      <a:pt x="398" y="170"/>
                    </a:cubicBezTo>
                    <a:lnTo>
                      <a:pt x="20" y="1"/>
                    </a:lnTo>
                    <a:cubicBezTo>
                      <a:pt x="9" y="-4"/>
                      <a:pt x="-3" y="7"/>
                      <a:pt x="1" y="19"/>
                    </a:cubicBezTo>
                    <a:lnTo>
                      <a:pt x="182" y="592"/>
                    </a:lnTo>
                    <a:lnTo>
                      <a:pt x="182" y="592"/>
                    </a:lnTo>
                    <a:cubicBezTo>
                      <a:pt x="184" y="600"/>
                      <a:pt x="188" y="609"/>
                      <a:pt x="192" y="616"/>
                    </a:cubicBezTo>
                    <a:cubicBezTo>
                      <a:pt x="202" y="634"/>
                      <a:pt x="217" y="648"/>
                      <a:pt x="234" y="658"/>
                    </a:cubicBezTo>
                    <a:cubicBezTo>
                      <a:pt x="237" y="660"/>
                      <a:pt x="239" y="661"/>
                      <a:pt x="241" y="662"/>
                    </a:cubicBezTo>
                    <a:lnTo>
                      <a:pt x="621" y="845"/>
                    </a:lnTo>
                    <a:cubicBezTo>
                      <a:pt x="632" y="850"/>
                      <a:pt x="644" y="839"/>
                      <a:pt x="640" y="8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50"/>
              <p:cNvSpPr/>
              <p:nvPr/>
            </p:nvSpPr>
            <p:spPr>
              <a:xfrm>
                <a:off x="2281915" y="1716130"/>
                <a:ext cx="230760" cy="304920"/>
              </a:xfrm>
              <a:custGeom>
                <a:rect b="b" l="l" r="r" t="t"/>
                <a:pathLst>
                  <a:path extrusionOk="0" h="847" w="641">
                    <a:moveTo>
                      <a:pt x="640" y="827"/>
                    </a:moveTo>
                    <a:lnTo>
                      <a:pt x="462" y="242"/>
                    </a:lnTo>
                    <a:lnTo>
                      <a:pt x="462" y="242"/>
                    </a:lnTo>
                    <a:cubicBezTo>
                      <a:pt x="459" y="233"/>
                      <a:pt x="456" y="226"/>
                      <a:pt x="451" y="217"/>
                    </a:cubicBezTo>
                    <a:cubicBezTo>
                      <a:pt x="441" y="200"/>
                      <a:pt x="426" y="185"/>
                      <a:pt x="409" y="175"/>
                    </a:cubicBezTo>
                    <a:cubicBezTo>
                      <a:pt x="405" y="173"/>
                      <a:pt x="402" y="171"/>
                      <a:pt x="399" y="170"/>
                    </a:cubicBezTo>
                    <a:lnTo>
                      <a:pt x="20" y="1"/>
                    </a:lnTo>
                    <a:cubicBezTo>
                      <a:pt x="9" y="-4"/>
                      <a:pt x="-3" y="7"/>
                      <a:pt x="1" y="19"/>
                    </a:cubicBezTo>
                    <a:lnTo>
                      <a:pt x="182" y="592"/>
                    </a:lnTo>
                    <a:lnTo>
                      <a:pt x="182" y="592"/>
                    </a:lnTo>
                    <a:cubicBezTo>
                      <a:pt x="185" y="600"/>
                      <a:pt x="187" y="609"/>
                      <a:pt x="192" y="616"/>
                    </a:cubicBezTo>
                    <a:cubicBezTo>
                      <a:pt x="202" y="634"/>
                      <a:pt x="217" y="648"/>
                      <a:pt x="235" y="658"/>
                    </a:cubicBezTo>
                    <a:cubicBezTo>
                      <a:pt x="237" y="659"/>
                      <a:pt x="239" y="661"/>
                      <a:pt x="242" y="662"/>
                    </a:cubicBezTo>
                    <a:lnTo>
                      <a:pt x="621" y="845"/>
                    </a:lnTo>
                    <a:cubicBezTo>
                      <a:pt x="632" y="850"/>
                      <a:pt x="644" y="839"/>
                      <a:pt x="640" y="8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50"/>
              <p:cNvSpPr/>
              <p:nvPr/>
            </p:nvSpPr>
            <p:spPr>
              <a:xfrm>
                <a:off x="2383795" y="1853650"/>
                <a:ext cx="388080" cy="334080"/>
              </a:xfrm>
              <a:custGeom>
                <a:rect b="b" l="l" r="r" t="t"/>
                <a:pathLst>
                  <a:path extrusionOk="0" h="928" w="1078">
                    <a:moveTo>
                      <a:pt x="356" y="336"/>
                    </a:moveTo>
                    <a:cubicBezTo>
                      <a:pt x="356" y="336"/>
                      <a:pt x="947" y="1028"/>
                      <a:pt x="1078" y="915"/>
                    </a:cubicBezTo>
                    <a:lnTo>
                      <a:pt x="873" y="473"/>
                    </a:lnTo>
                    <a:cubicBezTo>
                      <a:pt x="872" y="484"/>
                      <a:pt x="390" y="99"/>
                      <a:pt x="390" y="99"/>
                    </a:cubicBezTo>
                    <a:cubicBezTo>
                      <a:pt x="390" y="99"/>
                      <a:pt x="61" y="-35"/>
                      <a:pt x="53" y="8"/>
                    </a:cubicBezTo>
                    <a:cubicBezTo>
                      <a:pt x="47" y="38"/>
                      <a:pt x="250" y="61"/>
                      <a:pt x="230" y="61"/>
                    </a:cubicBezTo>
                    <a:cubicBezTo>
                      <a:pt x="228" y="61"/>
                      <a:pt x="52" y="29"/>
                      <a:pt x="35" y="46"/>
                    </a:cubicBezTo>
                    <a:cubicBezTo>
                      <a:pt x="9" y="71"/>
                      <a:pt x="216" y="111"/>
                      <a:pt x="213" y="125"/>
                    </a:cubicBezTo>
                    <a:cubicBezTo>
                      <a:pt x="213" y="125"/>
                      <a:pt x="6" y="127"/>
                      <a:pt x="0" y="147"/>
                    </a:cubicBezTo>
                    <a:cubicBezTo>
                      <a:pt x="-7" y="168"/>
                      <a:pt x="206" y="183"/>
                      <a:pt x="202" y="189"/>
                    </a:cubicBezTo>
                    <a:cubicBezTo>
                      <a:pt x="198" y="195"/>
                      <a:pt x="25" y="174"/>
                      <a:pt x="50" y="190"/>
                    </a:cubicBezTo>
                    <a:cubicBezTo>
                      <a:pt x="78" y="207"/>
                      <a:pt x="356" y="336"/>
                      <a:pt x="356" y="336"/>
                    </a:cubicBez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50"/>
              <p:cNvSpPr/>
              <p:nvPr/>
            </p:nvSpPr>
            <p:spPr>
              <a:xfrm>
                <a:off x="2462635" y="1827730"/>
                <a:ext cx="80640" cy="78480"/>
              </a:xfrm>
              <a:custGeom>
                <a:rect b="b" l="l" r="r" t="t"/>
                <a:pathLst>
                  <a:path extrusionOk="0" h="218" w="224">
                    <a:moveTo>
                      <a:pt x="53" y="141"/>
                    </a:moveTo>
                    <a:cubicBezTo>
                      <a:pt x="53" y="141"/>
                      <a:pt x="-26" y="-18"/>
                      <a:pt x="9" y="1"/>
                    </a:cubicBezTo>
                    <a:cubicBezTo>
                      <a:pt x="44" y="20"/>
                      <a:pt x="224" y="218"/>
                      <a:pt x="224" y="218"/>
                    </a:cubicBezTo>
                    <a:lnTo>
                      <a:pt x="53" y="141"/>
                    </a:lnTo>
                    <a:close/>
                  </a:path>
                </a:pathLst>
              </a:custGeom>
              <a:solidFill>
                <a:srgbClr val="D48778"/>
              </a:solidFill>
              <a:ln>
                <a:noFill/>
              </a:ln>
            </p:spPr>
            <p:txBody>
              <a:bodyPr anchorCtr="1" anchor="ctr" bIns="33475" lIns="90000" spcFirstLastPara="1" rIns="90000" wrap="square" tIns="33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50"/>
              <p:cNvSpPr/>
              <p:nvPr/>
            </p:nvSpPr>
            <p:spPr>
              <a:xfrm>
                <a:off x="2504035" y="1700650"/>
                <a:ext cx="413280" cy="498600"/>
              </a:xfrm>
              <a:custGeom>
                <a:rect b="b" l="l" r="r" t="t"/>
                <a:pathLst>
                  <a:path extrusionOk="0" h="1385" w="1148">
                    <a:moveTo>
                      <a:pt x="1074" y="50"/>
                    </a:moveTo>
                    <a:cubicBezTo>
                      <a:pt x="1025" y="-23"/>
                      <a:pt x="916" y="-16"/>
                      <a:pt x="875" y="62"/>
                    </a:cubicBezTo>
                    <a:cubicBezTo>
                      <a:pt x="830" y="147"/>
                      <a:pt x="795" y="300"/>
                      <a:pt x="769" y="369"/>
                    </a:cubicBezTo>
                    <a:cubicBezTo>
                      <a:pt x="722" y="496"/>
                      <a:pt x="519" y="876"/>
                      <a:pt x="519" y="876"/>
                    </a:cubicBezTo>
                    <a:lnTo>
                      <a:pt x="117" y="560"/>
                    </a:lnTo>
                    <a:lnTo>
                      <a:pt x="0" y="832"/>
                    </a:lnTo>
                    <a:cubicBezTo>
                      <a:pt x="0" y="832"/>
                      <a:pt x="587" y="1441"/>
                      <a:pt x="733" y="1380"/>
                    </a:cubicBezTo>
                    <a:cubicBezTo>
                      <a:pt x="862" y="1325"/>
                      <a:pt x="1328" y="433"/>
                      <a:pt x="1074" y="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50"/>
              <p:cNvSpPr/>
              <p:nvPr/>
            </p:nvSpPr>
            <p:spPr>
              <a:xfrm>
                <a:off x="2672875" y="1243450"/>
                <a:ext cx="126360" cy="126360"/>
              </a:xfrm>
              <a:custGeom>
                <a:rect b="b" l="l" r="r" t="t"/>
                <a:pathLst>
                  <a:path extrusionOk="0" h="351" w="351">
                    <a:moveTo>
                      <a:pt x="351" y="175"/>
                    </a:moveTo>
                    <a:lnTo>
                      <a:pt x="351" y="175"/>
                    </a:lnTo>
                    <a:lnTo>
                      <a:pt x="351" y="175"/>
                    </a:lnTo>
                    <a:cubicBezTo>
                      <a:pt x="351" y="144"/>
                      <a:pt x="342" y="114"/>
                      <a:pt x="327" y="87"/>
                    </a:cubicBezTo>
                    <a:cubicBezTo>
                      <a:pt x="312" y="61"/>
                      <a:pt x="289" y="38"/>
                      <a:pt x="263" y="23"/>
                    </a:cubicBezTo>
                    <a:cubicBezTo>
                      <a:pt x="236" y="8"/>
                      <a:pt x="206" y="0"/>
                      <a:pt x="175" y="0"/>
                    </a:cubicBezTo>
                    <a:cubicBezTo>
                      <a:pt x="144" y="0"/>
                      <a:pt x="113" y="8"/>
                      <a:pt x="87" y="23"/>
                    </a:cubicBezTo>
                    <a:cubicBezTo>
                      <a:pt x="60" y="38"/>
                      <a:pt x="38" y="61"/>
                      <a:pt x="23" y="87"/>
                    </a:cubicBezTo>
                    <a:cubicBezTo>
                      <a:pt x="8" y="114"/>
                      <a:pt x="0" y="144"/>
                      <a:pt x="0" y="175"/>
                    </a:cubicBezTo>
                    <a:cubicBezTo>
                      <a:pt x="0" y="206"/>
                      <a:pt x="8" y="237"/>
                      <a:pt x="23" y="263"/>
                    </a:cubicBezTo>
                    <a:cubicBezTo>
                      <a:pt x="38" y="290"/>
                      <a:pt x="61" y="313"/>
                      <a:pt x="87" y="327"/>
                    </a:cubicBezTo>
                    <a:cubicBezTo>
                      <a:pt x="114" y="343"/>
                      <a:pt x="144" y="351"/>
                      <a:pt x="175" y="351"/>
                    </a:cubicBezTo>
                    <a:lnTo>
                      <a:pt x="175" y="351"/>
                    </a:lnTo>
                    <a:lnTo>
                      <a:pt x="175" y="351"/>
                    </a:lnTo>
                    <a:cubicBezTo>
                      <a:pt x="206" y="351"/>
                      <a:pt x="236" y="342"/>
                      <a:pt x="263" y="327"/>
                    </a:cubicBezTo>
                    <a:cubicBezTo>
                      <a:pt x="289" y="312"/>
                      <a:pt x="312" y="290"/>
                      <a:pt x="327" y="263"/>
                    </a:cubicBezTo>
                    <a:cubicBezTo>
                      <a:pt x="342" y="237"/>
                      <a:pt x="351" y="206"/>
                      <a:pt x="351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4" name="Google Shape;1124;p50"/>
            <p:cNvSpPr/>
            <p:nvPr/>
          </p:nvSpPr>
          <p:spPr>
            <a:xfrm rot="3558310">
              <a:off x="4020191" y="4326120"/>
              <a:ext cx="161990" cy="298284"/>
            </a:xfrm>
            <a:custGeom>
              <a:rect b="b" l="l" r="r" t="t"/>
              <a:pathLst>
                <a:path extrusionOk="0" h="836" w="454">
                  <a:moveTo>
                    <a:pt x="185" y="0"/>
                  </a:moveTo>
                  <a:cubicBezTo>
                    <a:pt x="185" y="0"/>
                    <a:pt x="469" y="120"/>
                    <a:pt x="454" y="150"/>
                  </a:cubicBezTo>
                  <a:lnTo>
                    <a:pt x="58" y="836"/>
                  </a:lnTo>
                  <a:cubicBezTo>
                    <a:pt x="58" y="836"/>
                    <a:pt x="-37" y="716"/>
                    <a:pt x="18" y="571"/>
                  </a:cubicBezTo>
                  <a:cubicBezTo>
                    <a:pt x="101" y="353"/>
                    <a:pt x="0" y="315"/>
                    <a:pt x="0" y="315"/>
                  </a:cubicBezTo>
                  <a:lnTo>
                    <a:pt x="25" y="307"/>
                  </a:lnTo>
                  <a:cubicBezTo>
                    <a:pt x="153" y="265"/>
                    <a:pt x="224" y="128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50"/>
            <p:cNvSpPr/>
            <p:nvPr/>
          </p:nvSpPr>
          <p:spPr>
            <a:xfrm rot="3558310">
              <a:off x="4279466" y="4333220"/>
              <a:ext cx="161990" cy="298284"/>
            </a:xfrm>
            <a:custGeom>
              <a:rect b="b" l="l" r="r" t="t"/>
              <a:pathLst>
                <a:path extrusionOk="0" h="836" w="454">
                  <a:moveTo>
                    <a:pt x="185" y="0"/>
                  </a:moveTo>
                  <a:cubicBezTo>
                    <a:pt x="185" y="0"/>
                    <a:pt x="469" y="120"/>
                    <a:pt x="454" y="150"/>
                  </a:cubicBezTo>
                  <a:lnTo>
                    <a:pt x="58" y="836"/>
                  </a:lnTo>
                  <a:cubicBezTo>
                    <a:pt x="58" y="836"/>
                    <a:pt x="-37" y="716"/>
                    <a:pt x="18" y="571"/>
                  </a:cubicBezTo>
                  <a:cubicBezTo>
                    <a:pt x="101" y="353"/>
                    <a:pt x="0" y="315"/>
                    <a:pt x="0" y="315"/>
                  </a:cubicBezTo>
                  <a:lnTo>
                    <a:pt x="25" y="307"/>
                  </a:lnTo>
                  <a:cubicBezTo>
                    <a:pt x="153" y="265"/>
                    <a:pt x="224" y="128"/>
                    <a:pt x="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0" name="Google Shape;1130;p51"/>
          <p:cNvSpPr txBox="1"/>
          <p:nvPr>
            <p:ph type="title"/>
          </p:nvPr>
        </p:nvSpPr>
        <p:spPr>
          <a:xfrm>
            <a:off x="722376" y="448056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What is in the registry today</a:t>
            </a:r>
            <a:endParaRPr/>
          </a:p>
        </p:txBody>
      </p:sp>
      <p:sp>
        <p:nvSpPr>
          <p:cNvPr id="1131" name="Google Shape;1131;p51"/>
          <p:cNvSpPr txBox="1"/>
          <p:nvPr>
            <p:ph idx="1" type="subTitle"/>
          </p:nvPr>
        </p:nvSpPr>
        <p:spPr>
          <a:xfrm>
            <a:off x="722375" y="1115425"/>
            <a:ext cx="7708500" cy="34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63 skills: pipeline infrastructure, foundation tools, a Vietnamese legal specializer network</a:t>
            </a:r>
            <a:endParaRPr/>
          </a:p>
          <a:p>
            <a:r>
              <a:rPr sz="1600"/>
              <a:t>A full audience-tier ladder: Teacher, Student, Parent, TA, Lecturer, Lifelong Learner</a:t>
            </a:r>
          </a:p>
          <a:p>
            <a:r>
              <a:rPr sz="1600"/>
              <a:t>A deterministic Light Design cluster for posters, brand identity, and logos</a:t>
            </a:r>
          </a:p>
          <a:p>
            <a:r>
              <a:rPr sz="1600"/>
              <a:t>slide-deck-composer -- the newest skill, clone-and-inject pptx generation from a real template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skill-exporter is not a zip utility -- it is a Knowledge Deployment Engine</a:t>
            </a:r>
            <a:endParaRPr/>
          </a:p>
          <a:p>
            <a:r>
              <a:rPr sz="1600"/>
              <a:t>Resolves real dependencies, filters by license and security status</a:t>
            </a:r>
          </a:p>
          <a:p>
            <a:r>
              <a:rPr sz="1600"/>
              <a:t>Hands the consuming agent exactly the skills the task needs, nothing more</a:t>
            </a:r>
          </a:p>
          <a:p>
            <a:r>
              <a:rPr sz="1600"/>
              <a:t>Right person, right task, maximally lean</a:t>
            </a:r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Zero-noise delivery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859325" y="1942550"/>
            <a:ext cx="4294800" cy="26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endParaRPr/>
          </a:p>
        </p:txBody>
      </p:sp>
      <p:sp>
        <p:nvSpPr>
          <p:cNvPr id="243" name="Google Shape;243;p31"/>
          <p:cNvSpPr txBox="1"/>
          <p:nvPr>
            <p:ph type="title"/>
          </p:nvPr>
        </p:nvSpPr>
        <p:spPr>
          <a:xfrm>
            <a:off x="859325" y="539550"/>
            <a:ext cx="4294800" cy="14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One skill that runs well, audits clean, and gets real use beats ten unused skills in...</a:t>
            </a:r>
            <a:endParaRPr/>
          </a:p>
        </p:txBody>
      </p:sp>
      <p:pic>
        <p:nvPicPr>
          <p:cNvPr id="244" name="Google Shape;24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0" l="0" r="0" t="1390"/>
          <a:stretch/>
        </p:blipFill>
        <p:spPr>
          <a:xfrm>
            <a:off x="5497688" y="539550"/>
            <a:ext cx="2787000" cy="4064400"/>
          </a:xfrm>
          <a:prstGeom prst="roundRect">
            <a:avLst>
              <a:gd fmla="val 16667" name="adj"/>
            </a:avLst>
          </a:prstGeom>
        </p:spPr>
      </p:pic>
      <p:grpSp>
        <p:nvGrpSpPr>
          <p:cNvPr id="245" name="Google Shape;245;p31"/>
          <p:cNvGrpSpPr/>
          <p:nvPr/>
        </p:nvGrpSpPr>
        <p:grpSpPr>
          <a:xfrm>
            <a:off x="5226853" y="3664650"/>
            <a:ext cx="913949" cy="1136775"/>
            <a:chOff x="5226853" y="3664650"/>
            <a:chExt cx="913949" cy="1136775"/>
          </a:xfrm>
        </p:grpSpPr>
        <p:sp>
          <p:nvSpPr>
            <p:cNvPr id="246" name="Google Shape;246;p31"/>
            <p:cNvSpPr/>
            <p:nvPr/>
          </p:nvSpPr>
          <p:spPr>
            <a:xfrm>
              <a:off x="5408158" y="3919000"/>
              <a:ext cx="626100" cy="6261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5226853" y="3664650"/>
              <a:ext cx="354000" cy="3540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5693202" y="4353825"/>
              <a:ext cx="447600" cy="4476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ulish Medium"/>
                <a:ea typeface="Mulish Medium"/>
                <a:cs typeface="Mulish Medium"/>
                <a:sym typeface="Mulish Medium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" name="Google Shape;332;p33"/>
          <p:cNvSpPr txBox="1"/>
          <p:nvPr>
            <p:ph idx="1" type="subTitle"/>
          </p:nvPr>
        </p:nvSpPr>
        <p:spPr>
          <a:xfrm>
            <a:off x="859324" y="1520538"/>
            <a:ext cx="7351500" cy="19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A parked slide-deck cluster, now built -- and a roadmap that keeps growing the same way: elicited, tested, audited</a:t>
            </a:r>
            <a:endParaRPr/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859325" y="526946"/>
            <a:ext cx="7351500" cy="9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What is next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Innovation Plan by Slidesgo">
  <a:themeElements>
    <a:clrScheme name="Simple Light">
      <a:dk1>
        <a:srgbClr val="152F4D"/>
      </a:dk1>
      <a:lt1>
        <a:srgbClr val="F8F7F7"/>
      </a:lt1>
      <a:dk2>
        <a:srgbClr val="EC603C"/>
      </a:dk2>
      <a:lt2>
        <a:srgbClr val="FBC578"/>
      </a:lt2>
      <a:accent1>
        <a:srgbClr val="0A5781"/>
      </a:accent1>
      <a:accent2>
        <a:srgbClr val="274270"/>
      </a:accent2>
      <a:accent3>
        <a:srgbClr val="7A9AD0"/>
      </a:accent3>
      <a:accent4>
        <a:srgbClr val="D7DFEE"/>
      </a:accent4>
      <a:accent5>
        <a:srgbClr val="D9D9D9"/>
      </a:accent5>
      <a:accent6>
        <a:srgbClr val="FFFFFF"/>
      </a:accent6>
      <a:hlink>
        <a:srgbClr val="152F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