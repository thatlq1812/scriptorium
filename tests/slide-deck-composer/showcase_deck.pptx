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78" r:id="rId50"/>
    <p:sldId id="279" r:id="rId51"/>
    <p:sldId id="280" r:id="rId52"/>
    <p:sldId id="281" r:id="rId53"/>
    <p:sldId id="282" r:id="rId54"/>
    <p:sldId id="283" r:id="rId55"/>
    <p:sldId id="284" r:id="rId56"/>
  </p:sldIdLst>
  <p:sldSz cy="5143500" cx="9144000"/>
  <p:notesSz cx="6858000" cy="9144000"/>
  <p:embeddedFontLst>
    <p:embeddedFont>
      <p:font typeface="Montserrat SemiBold"/>
      <p:regular r:id="rId30"/>
      <p:bold r:id="rId31"/>
      <p:italic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Inter"/>
      <p:regular r:id="rId38"/>
      <p:bold r:id="rId39"/>
      <p:italic r:id="rId40"/>
      <p:boldItalic r:id="rId41"/>
    </p:embeddedFont>
    <p:embeddedFont>
      <p:font typeface="Montserrat Medium"/>
      <p:regular r:id="rId42"/>
      <p:bold r:id="rId43"/>
      <p:italic r:id="rId44"/>
      <p:boldItalic r:id="rId45"/>
    </p:embeddedFont>
    <p:embeddedFont>
      <p:font typeface="Fira Sans Extra Condensed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C8F98E-B9F6-44A6-86D7-D2F11FE4B0D5}">
  <a:tblStyle styleId="{6BC8F98E-B9F6-44A6-86D7-D2F11FE4B0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30" Type="http://schemas.openxmlformats.org/officeDocument/2006/relationships/font" Target="fonts/MontserratSemiBold-regular.fntdata"/><Relationship Id="rId31" Type="http://schemas.openxmlformats.org/officeDocument/2006/relationships/font" Target="fonts/MontserratSemiBold-bold.fntdata"/><Relationship Id="rId32" Type="http://schemas.openxmlformats.org/officeDocument/2006/relationships/font" Target="fonts/MontserratSemiBold-italic.fntdata"/><Relationship Id="rId33" Type="http://schemas.openxmlformats.org/officeDocument/2006/relationships/font" Target="fonts/MontserratSemiBold-boldItalic.fntdata"/><Relationship Id="rId34" Type="http://schemas.openxmlformats.org/officeDocument/2006/relationships/font" Target="fonts/Montserrat-regular.fntdata"/><Relationship Id="rId35" Type="http://schemas.openxmlformats.org/officeDocument/2006/relationships/font" Target="fonts/Montserrat-bold.fntdata"/><Relationship Id="rId36" Type="http://schemas.openxmlformats.org/officeDocument/2006/relationships/font" Target="fonts/Montserrat-italic.fntdata"/><Relationship Id="rId37" Type="http://schemas.openxmlformats.org/officeDocument/2006/relationships/font" Target="fonts/Montserrat-boldItalic.fntdata"/><Relationship Id="rId38" Type="http://schemas.openxmlformats.org/officeDocument/2006/relationships/font" Target="fonts/Inter-regular.fntdata"/><Relationship Id="rId39" Type="http://schemas.openxmlformats.org/officeDocument/2006/relationships/font" Target="fonts/Inter-bold.fntdata"/><Relationship Id="rId40" Type="http://schemas.openxmlformats.org/officeDocument/2006/relationships/font" Target="fonts/Inter-italic.fntdata"/><Relationship Id="rId41" Type="http://schemas.openxmlformats.org/officeDocument/2006/relationships/font" Target="fonts/Inter-boldItalic.fntdata"/><Relationship Id="rId42" Type="http://schemas.openxmlformats.org/officeDocument/2006/relationships/font" Target="fonts/MontserratMedium-regular.fntdata"/><Relationship Id="rId43" Type="http://schemas.openxmlformats.org/officeDocument/2006/relationships/font" Target="fonts/MontserratMedium-bold.fntdata"/><Relationship Id="rId44" Type="http://schemas.openxmlformats.org/officeDocument/2006/relationships/font" Target="fonts/MontserratMedium-italic.fntdata"/><Relationship Id="rId45" Type="http://schemas.openxmlformats.org/officeDocument/2006/relationships/font" Target="fonts/MontserratMedium-boldItalic.fntdata"/><Relationship Id="rId46" Type="http://schemas.openxmlformats.org/officeDocument/2006/relationships/font" Target="fonts/FiraSansExtraCondensed-regular.fntdata"/><Relationship Id="rId47" Type="http://schemas.openxmlformats.org/officeDocument/2006/relationships/font" Target="fonts/FiraSansExtraCondensed-bold.fntdata"/><Relationship Id="rId48" Type="http://schemas.openxmlformats.org/officeDocument/2006/relationships/font" Target="fonts/FiraSansExtraCondensed-italic.fntdata"/><Relationship Id="rId49" Type="http://schemas.openxmlformats.org/officeDocument/2006/relationships/font" Target="fonts/FiraSansExtraCondensed-boldItalic.fntdata"/><Relationship Id="rId50" Type="http://schemas.openxmlformats.org/officeDocument/2006/relationships/slide" Target="slides/slide23.xml"/><Relationship Id="rId51" Type="http://schemas.openxmlformats.org/officeDocument/2006/relationships/slide" Target="slides/slide24.xml"/><Relationship Id="rId52" Type="http://schemas.openxmlformats.org/officeDocument/2006/relationships/slide" Target="slides/slide25.xml"/><Relationship Id="rId53" Type="http://schemas.openxmlformats.org/officeDocument/2006/relationships/slide" Target="slides/slide26.xml"/><Relationship Id="rId54" Type="http://schemas.openxmlformats.org/officeDocument/2006/relationships/slide" Target="slides/slide27.xml"/><Relationship Id="rId55" Type="http://schemas.openxmlformats.org/officeDocument/2006/relationships/slide" Target="slides/slide28.xml"/><Relationship Id="rId5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5fc6f885e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25fc6f885e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de95a381e3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de95a381e3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1b6cc432ef_0_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1b6cc432ef_0_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a5868fc0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a5868fc0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a5868fc0f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2a5868fc0f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2a5868fc0f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2a5868fc0f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a5868fc0f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a5868fc0f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5100" y="1577992"/>
            <a:ext cx="4487400" cy="15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5100" y="3135908"/>
            <a:ext cx="44874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idx="1" type="subTitle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2" type="subTitle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3" type="subTitle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4" type="subTitle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2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15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it.ly/3A1uf1Q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bit.ly/3A1uf1Q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5" Type="http://schemas.openxmlformats.org/officeDocument/2006/relationships/hyperlink" Target="https://docs.google.com/spreadsheets/d/10TCk4KpJKiJSicTgMX3l66_4vAhSmxav6HFuRGmoY1o/copy?gid=910433397#gid=910433397" TargetMode="External"/><Relationship Id="rId6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5" Type="http://schemas.openxmlformats.org/officeDocument/2006/relationships/hyperlink" Target="https://docs.google.com/spreadsheets/d/10TCk4KpJKiJSicTgMX3l66_4vAhSmxav6HFuRGmoY1o/copy?gid=915911128#gid=915911128" TargetMode="External"/><Relationship Id="rId6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5" Type="http://schemas.openxmlformats.org/officeDocument/2006/relationships/hyperlink" Target="https://docs.google.com/spreadsheets/d/10TCk4KpJKiJSicTgMX3l66_4vAhSmxav6HFuRGmoY1o/copy?gid=1777636368#gid=1777636368" TargetMode="External"/><Relationship Id="rId6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5" Type="http://schemas.openxmlformats.org/officeDocument/2006/relationships/hyperlink" Target="https://docs.google.com/spreadsheets/d/10TCk4KpJKiJSicTgMX3l66_4vAhSmxav6HFuRGmoY1o/copy?gid=1716911986#gid=1716911986" TargetMode="External"/><Relationship Id="rId6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5" Type="http://schemas.openxmlformats.org/officeDocument/2006/relationships/hyperlink" Target="https://docs.google.com/spreadsheets/d/10TCk4KpJKiJSicTgMX3l66_4vAhSmxav6HFuRGmoY1o/copy?gid=1550049914#gid=1550049914" TargetMode="External"/><Relationship Id="rId6" Type="http://schemas.openxmlformats.org/officeDocument/2006/relationships/image" Target="../media/image8.png"/></Relationships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1" name="Google Shape;51;p16"/>
          <p:cNvSpPr txBox="1"/>
          <p:nvPr>
            <p:ph type="ctrTitle"/>
          </p:nvPr>
        </p:nvSpPr>
        <p:spPr>
          <a:xfrm>
            <a:off x="715100" y="1577992"/>
            <a:ext cx="4487400" cy="15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slide-deck-composer</a:t>
            </a:r>
            <a:endParaRPr/>
          </a:p>
        </p:txBody>
      </p:sp>
      <p:sp>
        <p:nvSpPr>
          <p:cNvPr id="52" name="Google Shape;52;p16"/>
          <p:cNvSpPr txBox="1"/>
          <p:nvPr>
            <p:ph idx="1" type="subTitle"/>
          </p:nvPr>
        </p:nvSpPr>
        <p:spPr>
          <a:xfrm>
            <a:off x="715100" y="3135908"/>
            <a:ext cx="44874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A clone-and-inject engine for real .pptx decks, hardened one real bug at a time</a:t>
            </a:r>
            <a:endParaRPr/>
          </a:p>
        </p:txBody>
      </p:sp>
      <p:sp xmlns:ahyp="http://schemas.microsoft.com/office/drawing/2018/hyperlinkcolor">
        <p:nvSpPr>
          <p:cNvPr id="53" name="Google Shape;53;p16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16"/>
          <p:cNvSpPr/>
          <p:nvPr/>
        </p:nvSpPr>
        <p:spPr>
          <a:xfrm>
            <a:off x="5682813" y="2244950"/>
            <a:ext cx="1481400" cy="1481400"/>
          </a:xfrm>
          <a:prstGeom prst="ellipse">
            <a:avLst/>
          </a:prstGeom>
          <a:solidFill>
            <a:srgbClr val="FC914D">
              <a:alpha val="80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" name="Google Shape;55;p16"/>
          <p:cNvSpPr/>
          <p:nvPr/>
        </p:nvSpPr>
        <p:spPr>
          <a:xfrm>
            <a:off x="6699888" y="2244950"/>
            <a:ext cx="1481400" cy="1481400"/>
          </a:xfrm>
          <a:prstGeom prst="ellipse">
            <a:avLst/>
          </a:prstGeom>
          <a:solidFill>
            <a:srgbClr val="AD4958">
              <a:alpha val="81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" name="Google Shape;56;p16"/>
          <p:cNvSpPr/>
          <p:nvPr/>
        </p:nvSpPr>
        <p:spPr>
          <a:xfrm>
            <a:off x="6191350" y="1417150"/>
            <a:ext cx="1481400" cy="1481400"/>
          </a:xfrm>
          <a:prstGeom prst="ellipse">
            <a:avLst/>
          </a:prstGeom>
          <a:solidFill>
            <a:srgbClr val="FC5659">
              <a:alpha val="812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" name="Google Shape;57;p16"/>
          <p:cNvSpPr/>
          <p:nvPr/>
        </p:nvSpPr>
        <p:spPr>
          <a:xfrm flipH="1">
            <a:off x="6360925" y="2300888"/>
            <a:ext cx="362400" cy="36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</a:t>
            </a:r>
            <a:endParaRPr sz="1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8" name="Google Shape;58;p16"/>
          <p:cNvSpPr/>
          <p:nvPr/>
        </p:nvSpPr>
        <p:spPr>
          <a:xfrm flipH="1">
            <a:off x="7140775" y="2300888"/>
            <a:ext cx="362400" cy="36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</a:t>
            </a:r>
            <a:endParaRPr sz="1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9" name="Google Shape;59;p16"/>
          <p:cNvSpPr/>
          <p:nvPr/>
        </p:nvSpPr>
        <p:spPr>
          <a:xfrm flipH="1">
            <a:off x="6750850" y="2941613"/>
            <a:ext cx="362400" cy="36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</a:t>
            </a:r>
            <a:endParaRPr sz="1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0" name="Google Shape;60;p16"/>
          <p:cNvSpPr/>
          <p:nvPr/>
        </p:nvSpPr>
        <p:spPr>
          <a:xfrm>
            <a:off x="5804124" y="1007950"/>
            <a:ext cx="561600" cy="56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1" name="Google Shape;61;p16"/>
          <p:cNvSpPr/>
          <p:nvPr/>
        </p:nvSpPr>
        <p:spPr>
          <a:xfrm>
            <a:off x="7498374" y="1007950"/>
            <a:ext cx="561600" cy="56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2" name="Google Shape;62;p16"/>
          <p:cNvCxnSpPr>
            <a:stCxn id="57" idx="6"/>
            <a:endCxn id="60" idx="2"/>
          </p:cNvCxnSpPr>
          <p:nvPr/>
        </p:nvCxnSpPr>
        <p:spPr>
          <a:xfrm rot="10800000">
            <a:off x="5804125" y="1288688"/>
            <a:ext cx="556800" cy="1193400"/>
          </a:xfrm>
          <a:prstGeom prst="bentConnector3">
            <a:avLst>
              <a:gd fmla="val 142767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3" name="Google Shape;63;p16"/>
          <p:cNvCxnSpPr>
            <a:stCxn id="58" idx="2"/>
            <a:endCxn id="61" idx="6"/>
          </p:cNvCxnSpPr>
          <p:nvPr/>
        </p:nvCxnSpPr>
        <p:spPr>
          <a:xfrm flipH="1" rot="10800000">
            <a:off x="7503175" y="1288688"/>
            <a:ext cx="556800" cy="1193400"/>
          </a:xfrm>
          <a:prstGeom prst="bentConnector3">
            <a:avLst>
              <a:gd fmla="val 142766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4" name="Google Shape;64;p16"/>
          <p:cNvSpPr/>
          <p:nvPr/>
        </p:nvSpPr>
        <p:spPr>
          <a:xfrm>
            <a:off x="6651249" y="3802550"/>
            <a:ext cx="561600" cy="56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5" name="Google Shape;65;p16"/>
          <p:cNvCxnSpPr>
            <a:stCxn id="59" idx="6"/>
            <a:endCxn id="64" idx="2"/>
          </p:cNvCxnSpPr>
          <p:nvPr/>
        </p:nvCxnSpPr>
        <p:spPr>
          <a:xfrm flipH="1">
            <a:off x="6651250" y="3122813"/>
            <a:ext cx="99600" cy="960600"/>
          </a:xfrm>
          <a:prstGeom prst="bentConnector3">
            <a:avLst>
              <a:gd fmla="val 339083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6" name="Google Shape;66;p16"/>
          <p:cNvSpPr/>
          <p:nvPr/>
        </p:nvSpPr>
        <p:spPr>
          <a:xfrm>
            <a:off x="6759364" y="3946718"/>
            <a:ext cx="345371" cy="273265"/>
          </a:xfrm>
          <a:custGeom>
            <a:rect b="b" l="l" r="r" t="t"/>
            <a:pathLst>
              <a:path extrusionOk="0" h="473186" w="598045">
                <a:moveTo>
                  <a:pt x="589303" y="386563"/>
                </a:moveTo>
                <a:lnTo>
                  <a:pt x="543251" y="386563"/>
                </a:lnTo>
                <a:lnTo>
                  <a:pt x="543251" y="166320"/>
                </a:lnTo>
                <a:lnTo>
                  <a:pt x="552682" y="170637"/>
                </a:lnTo>
                <a:cubicBezTo>
                  <a:pt x="552623" y="171298"/>
                  <a:pt x="552578" y="171964"/>
                  <a:pt x="552578" y="172640"/>
                </a:cubicBezTo>
                <a:cubicBezTo>
                  <a:pt x="552578" y="185173"/>
                  <a:pt x="562780" y="195371"/>
                  <a:pt x="575314" y="195371"/>
                </a:cubicBezTo>
                <a:cubicBezTo>
                  <a:pt x="587847" y="195371"/>
                  <a:pt x="598045" y="185173"/>
                  <a:pt x="598045" y="172640"/>
                </a:cubicBezTo>
                <a:cubicBezTo>
                  <a:pt x="598045" y="160106"/>
                  <a:pt x="587847" y="149908"/>
                  <a:pt x="575314" y="149908"/>
                </a:cubicBezTo>
                <a:cubicBezTo>
                  <a:pt x="569815" y="149908"/>
                  <a:pt x="564765" y="151870"/>
                  <a:pt x="560831" y="155133"/>
                </a:cubicBezTo>
                <a:lnTo>
                  <a:pt x="543251" y="147088"/>
                </a:lnTo>
                <a:lnTo>
                  <a:pt x="543251" y="22800"/>
                </a:lnTo>
                <a:cubicBezTo>
                  <a:pt x="543251" y="14464"/>
                  <a:pt x="536471" y="7684"/>
                  <a:pt x="528135" y="7684"/>
                </a:cubicBezTo>
                <a:lnTo>
                  <a:pt x="487258" y="7684"/>
                </a:lnTo>
                <a:cubicBezTo>
                  <a:pt x="478921" y="7684"/>
                  <a:pt x="472141" y="14464"/>
                  <a:pt x="472141" y="22800"/>
                </a:cubicBezTo>
                <a:lnTo>
                  <a:pt x="472141" y="114547"/>
                </a:lnTo>
                <a:lnTo>
                  <a:pt x="439057" y="99408"/>
                </a:lnTo>
                <a:cubicBezTo>
                  <a:pt x="436265" y="98130"/>
                  <a:pt x="433011" y="98409"/>
                  <a:pt x="430479" y="100143"/>
                </a:cubicBezTo>
                <a:lnTo>
                  <a:pt x="407223" y="116071"/>
                </a:lnTo>
                <a:cubicBezTo>
                  <a:pt x="383323" y="48525"/>
                  <a:pt x="318825" y="0"/>
                  <a:pt x="243198" y="0"/>
                </a:cubicBezTo>
                <a:cubicBezTo>
                  <a:pt x="147289" y="0"/>
                  <a:pt x="69262" y="78027"/>
                  <a:pt x="69262" y="173936"/>
                </a:cubicBezTo>
                <a:cubicBezTo>
                  <a:pt x="69262" y="191420"/>
                  <a:pt x="71863" y="208302"/>
                  <a:pt x="76686" y="224235"/>
                </a:cubicBezTo>
                <a:lnTo>
                  <a:pt x="48433" y="246560"/>
                </a:lnTo>
                <a:cubicBezTo>
                  <a:pt x="44623" y="244407"/>
                  <a:pt x="40234" y="243170"/>
                  <a:pt x="35557" y="243170"/>
                </a:cubicBezTo>
                <a:cubicBezTo>
                  <a:pt x="21093" y="243170"/>
                  <a:pt x="9326" y="254937"/>
                  <a:pt x="9326" y="269401"/>
                </a:cubicBezTo>
                <a:cubicBezTo>
                  <a:pt x="9326" y="283865"/>
                  <a:pt x="21093" y="295628"/>
                  <a:pt x="35557" y="295628"/>
                </a:cubicBezTo>
                <a:cubicBezTo>
                  <a:pt x="50021" y="295628"/>
                  <a:pt x="61788" y="283865"/>
                  <a:pt x="61788" y="269401"/>
                </a:cubicBezTo>
                <a:cubicBezTo>
                  <a:pt x="61788" y="265993"/>
                  <a:pt x="61127" y="262740"/>
                  <a:pt x="59940" y="259751"/>
                </a:cubicBezTo>
                <a:lnTo>
                  <a:pt x="82950" y="241573"/>
                </a:lnTo>
                <a:cubicBezTo>
                  <a:pt x="98450" y="278162"/>
                  <a:pt x="126132" y="308376"/>
                  <a:pt x="160877" y="327124"/>
                </a:cubicBezTo>
                <a:lnTo>
                  <a:pt x="160877" y="386563"/>
                </a:lnTo>
                <a:lnTo>
                  <a:pt x="128235" y="386563"/>
                </a:lnTo>
                <a:lnTo>
                  <a:pt x="128235" y="332896"/>
                </a:lnTo>
                <a:cubicBezTo>
                  <a:pt x="128235" y="324560"/>
                  <a:pt x="121455" y="317780"/>
                  <a:pt x="113119" y="317780"/>
                </a:cubicBezTo>
                <a:lnTo>
                  <a:pt x="72242" y="317780"/>
                </a:lnTo>
                <a:cubicBezTo>
                  <a:pt x="63905" y="317780"/>
                  <a:pt x="57125" y="324560"/>
                  <a:pt x="57125" y="332896"/>
                </a:cubicBezTo>
                <a:lnTo>
                  <a:pt x="57125" y="386563"/>
                </a:lnTo>
                <a:lnTo>
                  <a:pt x="8742" y="386563"/>
                </a:lnTo>
                <a:cubicBezTo>
                  <a:pt x="3915" y="386563"/>
                  <a:pt x="0" y="390478"/>
                  <a:pt x="0" y="395305"/>
                </a:cubicBezTo>
                <a:cubicBezTo>
                  <a:pt x="0" y="400132"/>
                  <a:pt x="3915" y="404047"/>
                  <a:pt x="8742" y="404047"/>
                </a:cubicBezTo>
                <a:lnTo>
                  <a:pt x="351672" y="404047"/>
                </a:lnTo>
                <a:lnTo>
                  <a:pt x="388826" y="461912"/>
                </a:lnTo>
                <a:cubicBezTo>
                  <a:pt x="392362" y="467419"/>
                  <a:pt x="397837" y="471224"/>
                  <a:pt x="404230" y="472616"/>
                </a:cubicBezTo>
                <a:cubicBezTo>
                  <a:pt x="405986" y="472999"/>
                  <a:pt x="407752" y="473186"/>
                  <a:pt x="409504" y="473186"/>
                </a:cubicBezTo>
                <a:cubicBezTo>
                  <a:pt x="414145" y="473186"/>
                  <a:pt x="418698" y="471863"/>
                  <a:pt x="422700" y="469294"/>
                </a:cubicBezTo>
                <a:lnTo>
                  <a:pt x="437004" y="460109"/>
                </a:lnTo>
                <a:cubicBezTo>
                  <a:pt x="448379" y="452804"/>
                  <a:pt x="451691" y="437606"/>
                  <a:pt x="444386" y="426236"/>
                </a:cubicBezTo>
                <a:lnTo>
                  <a:pt x="430141" y="404047"/>
                </a:lnTo>
                <a:lnTo>
                  <a:pt x="589303" y="404047"/>
                </a:lnTo>
                <a:cubicBezTo>
                  <a:pt x="594130" y="404047"/>
                  <a:pt x="598045" y="400132"/>
                  <a:pt x="598045" y="395305"/>
                </a:cubicBezTo>
                <a:cubicBezTo>
                  <a:pt x="598045" y="390478"/>
                  <a:pt x="594130" y="386563"/>
                  <a:pt x="589303" y="386563"/>
                </a:cubicBezTo>
                <a:close/>
                <a:moveTo>
                  <a:pt x="575314" y="167393"/>
                </a:moveTo>
                <a:cubicBezTo>
                  <a:pt x="578206" y="167393"/>
                  <a:pt x="580556" y="169747"/>
                  <a:pt x="580556" y="172640"/>
                </a:cubicBezTo>
                <a:cubicBezTo>
                  <a:pt x="580556" y="175532"/>
                  <a:pt x="578206" y="177887"/>
                  <a:pt x="575314" y="177887"/>
                </a:cubicBezTo>
                <a:cubicBezTo>
                  <a:pt x="572421" y="177887"/>
                  <a:pt x="570066" y="175532"/>
                  <a:pt x="570066" y="172640"/>
                </a:cubicBezTo>
                <a:cubicBezTo>
                  <a:pt x="570066" y="169747"/>
                  <a:pt x="572421" y="167393"/>
                  <a:pt x="575314" y="167393"/>
                </a:cubicBezTo>
                <a:close/>
                <a:moveTo>
                  <a:pt x="35557" y="278144"/>
                </a:moveTo>
                <a:cubicBezTo>
                  <a:pt x="30734" y="278144"/>
                  <a:pt x="26815" y="274220"/>
                  <a:pt x="26815" y="269401"/>
                </a:cubicBezTo>
                <a:cubicBezTo>
                  <a:pt x="26815" y="264579"/>
                  <a:pt x="30734" y="260655"/>
                  <a:pt x="35557" y="260655"/>
                </a:cubicBezTo>
                <a:cubicBezTo>
                  <a:pt x="37725" y="260655"/>
                  <a:pt x="39709" y="261453"/>
                  <a:pt x="41238" y="262767"/>
                </a:cubicBezTo>
                <a:cubicBezTo>
                  <a:pt x="41334" y="262899"/>
                  <a:pt x="41420" y="263036"/>
                  <a:pt x="41521" y="263164"/>
                </a:cubicBezTo>
                <a:cubicBezTo>
                  <a:pt x="41877" y="263616"/>
                  <a:pt x="42278" y="264013"/>
                  <a:pt x="42698" y="264373"/>
                </a:cubicBezTo>
                <a:cubicBezTo>
                  <a:pt x="43702" y="265797"/>
                  <a:pt x="44299" y="267531"/>
                  <a:pt x="44299" y="269401"/>
                </a:cubicBezTo>
                <a:cubicBezTo>
                  <a:pt x="44299" y="274220"/>
                  <a:pt x="40380" y="278144"/>
                  <a:pt x="35557" y="278144"/>
                </a:cubicBezTo>
                <a:close/>
                <a:moveTo>
                  <a:pt x="110751" y="386563"/>
                </a:moveTo>
                <a:lnTo>
                  <a:pt x="74610" y="386563"/>
                </a:lnTo>
                <a:lnTo>
                  <a:pt x="74610" y="335269"/>
                </a:lnTo>
                <a:lnTo>
                  <a:pt x="110751" y="335269"/>
                </a:lnTo>
                <a:close/>
                <a:moveTo>
                  <a:pt x="422011" y="235008"/>
                </a:moveTo>
                <a:lnTo>
                  <a:pt x="422011" y="386563"/>
                </a:lnTo>
                <a:lnTo>
                  <a:pt x="418913" y="386563"/>
                </a:lnTo>
                <a:lnTo>
                  <a:pt x="385874" y="335109"/>
                </a:lnTo>
                <a:lnTo>
                  <a:pt x="385874" y="273298"/>
                </a:lnTo>
                <a:cubicBezTo>
                  <a:pt x="394105" y="261512"/>
                  <a:pt x="400913" y="248668"/>
                  <a:pt x="406050" y="235008"/>
                </a:cubicBezTo>
                <a:close/>
                <a:moveTo>
                  <a:pt x="214503" y="386563"/>
                </a:moveTo>
                <a:lnTo>
                  <a:pt x="178366" y="386563"/>
                </a:lnTo>
                <a:lnTo>
                  <a:pt x="178366" y="335328"/>
                </a:lnTo>
                <a:cubicBezTo>
                  <a:pt x="189859" y="339964"/>
                  <a:pt x="201955" y="343400"/>
                  <a:pt x="214503" y="345489"/>
                </a:cubicBezTo>
                <a:close/>
                <a:moveTo>
                  <a:pt x="264633" y="386563"/>
                </a:moveTo>
                <a:lnTo>
                  <a:pt x="231992" y="386563"/>
                </a:lnTo>
                <a:lnTo>
                  <a:pt x="231992" y="347501"/>
                </a:lnTo>
                <a:cubicBezTo>
                  <a:pt x="235696" y="347739"/>
                  <a:pt x="239429" y="347871"/>
                  <a:pt x="243193" y="347871"/>
                </a:cubicBezTo>
                <a:cubicBezTo>
                  <a:pt x="250452" y="347871"/>
                  <a:pt x="257607" y="347419"/>
                  <a:pt x="264633" y="346548"/>
                </a:cubicBezTo>
                <a:close/>
                <a:moveTo>
                  <a:pt x="243193" y="330382"/>
                </a:moveTo>
                <a:cubicBezTo>
                  <a:pt x="156926" y="330382"/>
                  <a:pt x="86746" y="260203"/>
                  <a:pt x="86746" y="173936"/>
                </a:cubicBezTo>
                <a:cubicBezTo>
                  <a:pt x="86746" y="87668"/>
                  <a:pt x="156926" y="17489"/>
                  <a:pt x="243193" y="17489"/>
                </a:cubicBezTo>
                <a:cubicBezTo>
                  <a:pt x="312870" y="17489"/>
                  <a:pt x="372044" y="63276"/>
                  <a:pt x="392230" y="126337"/>
                </a:cubicBezTo>
                <a:lnTo>
                  <a:pt x="381384" y="133765"/>
                </a:lnTo>
                <a:cubicBezTo>
                  <a:pt x="363955" y="73907"/>
                  <a:pt x="308604" y="30036"/>
                  <a:pt x="243193" y="30036"/>
                </a:cubicBezTo>
                <a:cubicBezTo>
                  <a:pt x="163847" y="30036"/>
                  <a:pt x="99294" y="94590"/>
                  <a:pt x="99294" y="173936"/>
                </a:cubicBezTo>
                <a:cubicBezTo>
                  <a:pt x="99294" y="185958"/>
                  <a:pt x="100786" y="197643"/>
                  <a:pt x="103574" y="208813"/>
                </a:cubicBezTo>
                <a:cubicBezTo>
                  <a:pt x="103638" y="209169"/>
                  <a:pt x="103729" y="209516"/>
                  <a:pt x="103834" y="209862"/>
                </a:cubicBezTo>
                <a:cubicBezTo>
                  <a:pt x="119831" y="271883"/>
                  <a:pt x="176244" y="317839"/>
                  <a:pt x="243193" y="317839"/>
                </a:cubicBezTo>
                <a:cubicBezTo>
                  <a:pt x="322539" y="317839"/>
                  <a:pt x="387097" y="253286"/>
                  <a:pt x="387097" y="173936"/>
                </a:cubicBezTo>
                <a:cubicBezTo>
                  <a:pt x="387097" y="166539"/>
                  <a:pt x="386531" y="159275"/>
                  <a:pt x="385450" y="152176"/>
                </a:cubicBezTo>
                <a:lnTo>
                  <a:pt x="396829" y="144383"/>
                </a:lnTo>
                <a:cubicBezTo>
                  <a:pt x="398668" y="153955"/>
                  <a:pt x="399644" y="163834"/>
                  <a:pt x="399644" y="173936"/>
                </a:cubicBezTo>
                <a:cubicBezTo>
                  <a:pt x="399644" y="260203"/>
                  <a:pt x="329460" y="330382"/>
                  <a:pt x="243193" y="330382"/>
                </a:cubicBezTo>
                <a:close/>
                <a:moveTo>
                  <a:pt x="273375" y="173516"/>
                </a:moveTo>
                <a:cubicBezTo>
                  <a:pt x="278207" y="173516"/>
                  <a:pt x="282118" y="169601"/>
                  <a:pt x="282118" y="164774"/>
                </a:cubicBezTo>
                <a:lnTo>
                  <a:pt x="282118" y="141746"/>
                </a:lnTo>
                <a:lnTo>
                  <a:pt x="318259" y="141746"/>
                </a:lnTo>
                <a:lnTo>
                  <a:pt x="318259" y="181656"/>
                </a:lnTo>
                <a:lnTo>
                  <a:pt x="318259" y="181678"/>
                </a:lnTo>
                <a:lnTo>
                  <a:pt x="318259" y="275584"/>
                </a:lnTo>
                <a:cubicBezTo>
                  <a:pt x="307409" y="283619"/>
                  <a:pt x="295226" y="289956"/>
                  <a:pt x="282118" y="294209"/>
                </a:cubicBezTo>
                <a:lnTo>
                  <a:pt x="282118" y="218281"/>
                </a:lnTo>
                <a:cubicBezTo>
                  <a:pt x="282118" y="218271"/>
                  <a:pt x="282118" y="218267"/>
                  <a:pt x="282118" y="218258"/>
                </a:cubicBezTo>
                <a:lnTo>
                  <a:pt x="282118" y="199747"/>
                </a:lnTo>
                <a:cubicBezTo>
                  <a:pt x="282118" y="194915"/>
                  <a:pt x="278207" y="191000"/>
                  <a:pt x="273375" y="191000"/>
                </a:cubicBezTo>
                <a:cubicBezTo>
                  <a:pt x="268544" y="191000"/>
                  <a:pt x="264633" y="194915"/>
                  <a:pt x="264633" y="199747"/>
                </a:cubicBezTo>
                <a:lnTo>
                  <a:pt x="264633" y="213722"/>
                </a:lnTo>
                <a:lnTo>
                  <a:pt x="242595" y="228816"/>
                </a:lnTo>
                <a:lnTo>
                  <a:pt x="231992" y="222898"/>
                </a:lnTo>
                <a:lnTo>
                  <a:pt x="231992" y="149867"/>
                </a:lnTo>
                <a:cubicBezTo>
                  <a:pt x="231992" y="141536"/>
                  <a:pt x="225211" y="134751"/>
                  <a:pt x="216875" y="134751"/>
                </a:cubicBezTo>
                <a:lnTo>
                  <a:pt x="175993" y="134751"/>
                </a:lnTo>
                <a:cubicBezTo>
                  <a:pt x="167657" y="134751"/>
                  <a:pt x="160877" y="141536"/>
                  <a:pt x="160877" y="149867"/>
                </a:cubicBezTo>
                <a:lnTo>
                  <a:pt x="160877" y="183202"/>
                </a:lnTo>
                <a:lnTo>
                  <a:pt x="147070" y="175496"/>
                </a:lnTo>
                <a:cubicBezTo>
                  <a:pt x="143986" y="173771"/>
                  <a:pt x="140162" y="174077"/>
                  <a:pt x="137388" y="176272"/>
                </a:cubicBezTo>
                <a:lnTo>
                  <a:pt x="118015" y="191575"/>
                </a:lnTo>
                <a:cubicBezTo>
                  <a:pt x="117207" y="185808"/>
                  <a:pt x="116778" y="179922"/>
                  <a:pt x="116778" y="173936"/>
                </a:cubicBezTo>
                <a:cubicBezTo>
                  <a:pt x="116778" y="104231"/>
                  <a:pt x="173488" y="47521"/>
                  <a:pt x="243193" y="47521"/>
                </a:cubicBezTo>
                <a:cubicBezTo>
                  <a:pt x="302677" y="47521"/>
                  <a:pt x="352685" y="88818"/>
                  <a:pt x="366076" y="144246"/>
                </a:cubicBezTo>
                <a:lnTo>
                  <a:pt x="335743" y="165020"/>
                </a:lnTo>
                <a:lnTo>
                  <a:pt x="335743" y="139377"/>
                </a:lnTo>
                <a:cubicBezTo>
                  <a:pt x="335743" y="131041"/>
                  <a:pt x="328963" y="124261"/>
                  <a:pt x="320627" y="124261"/>
                </a:cubicBezTo>
                <a:lnTo>
                  <a:pt x="279750" y="124261"/>
                </a:lnTo>
                <a:cubicBezTo>
                  <a:pt x="271413" y="124261"/>
                  <a:pt x="264633" y="131041"/>
                  <a:pt x="264633" y="139377"/>
                </a:cubicBezTo>
                <a:lnTo>
                  <a:pt x="264633" y="164774"/>
                </a:lnTo>
                <a:cubicBezTo>
                  <a:pt x="264633" y="169601"/>
                  <a:pt x="268544" y="173516"/>
                  <a:pt x="273375" y="173516"/>
                </a:cubicBezTo>
                <a:close/>
                <a:moveTo>
                  <a:pt x="264633" y="234916"/>
                </a:moveTo>
                <a:lnTo>
                  <a:pt x="264633" y="298525"/>
                </a:lnTo>
                <a:cubicBezTo>
                  <a:pt x="257661" y="299721"/>
                  <a:pt x="250503" y="300350"/>
                  <a:pt x="243193" y="300350"/>
                </a:cubicBezTo>
                <a:cubicBezTo>
                  <a:pt x="239420" y="300350"/>
                  <a:pt x="235683" y="300172"/>
                  <a:pt x="231992" y="299848"/>
                </a:cubicBezTo>
                <a:lnTo>
                  <a:pt x="231992" y="242924"/>
                </a:lnTo>
                <a:lnTo>
                  <a:pt x="238804" y="246725"/>
                </a:lnTo>
                <a:cubicBezTo>
                  <a:pt x="240131" y="247464"/>
                  <a:pt x="241601" y="247833"/>
                  <a:pt x="243065" y="247833"/>
                </a:cubicBezTo>
                <a:cubicBezTo>
                  <a:pt x="244795" y="247833"/>
                  <a:pt x="246524" y="247322"/>
                  <a:pt x="248007" y="246305"/>
                </a:cubicBezTo>
                <a:close/>
                <a:moveTo>
                  <a:pt x="178366" y="192967"/>
                </a:moveTo>
                <a:lnTo>
                  <a:pt x="178366" y="152240"/>
                </a:lnTo>
                <a:lnTo>
                  <a:pt x="214503" y="152240"/>
                </a:lnTo>
                <a:lnTo>
                  <a:pt x="214503" y="213138"/>
                </a:lnTo>
                <a:close/>
                <a:moveTo>
                  <a:pt x="214503" y="233160"/>
                </a:moveTo>
                <a:lnTo>
                  <a:pt x="214503" y="297065"/>
                </a:lnTo>
                <a:cubicBezTo>
                  <a:pt x="201590" y="294054"/>
                  <a:pt x="189431" y="289058"/>
                  <a:pt x="178366" y="282419"/>
                </a:cubicBezTo>
                <a:lnTo>
                  <a:pt x="178366" y="212992"/>
                </a:lnTo>
                <a:close/>
                <a:moveTo>
                  <a:pt x="160877" y="203233"/>
                </a:moveTo>
                <a:lnTo>
                  <a:pt x="160877" y="269798"/>
                </a:lnTo>
                <a:cubicBezTo>
                  <a:pt x="142868" y="254308"/>
                  <a:pt x="129257" y="233844"/>
                  <a:pt x="122199" y="210560"/>
                </a:cubicBezTo>
                <a:lnTo>
                  <a:pt x="143644" y="193615"/>
                </a:lnTo>
                <a:close/>
                <a:moveTo>
                  <a:pt x="335743" y="186214"/>
                </a:moveTo>
                <a:lnTo>
                  <a:pt x="369161" y="163332"/>
                </a:lnTo>
                <a:cubicBezTo>
                  <a:pt x="369453" y="166827"/>
                  <a:pt x="369608" y="170363"/>
                  <a:pt x="369608" y="173936"/>
                </a:cubicBezTo>
                <a:cubicBezTo>
                  <a:pt x="369608" y="207129"/>
                  <a:pt x="356746" y="237371"/>
                  <a:pt x="335743" y="259947"/>
                </a:cubicBezTo>
                <a:close/>
                <a:moveTo>
                  <a:pt x="368385" y="294556"/>
                </a:moveTo>
                <a:lnTo>
                  <a:pt x="368385" y="307874"/>
                </a:lnTo>
                <a:lnTo>
                  <a:pt x="363174" y="299753"/>
                </a:lnTo>
                <a:cubicBezTo>
                  <a:pt x="364949" y="298060"/>
                  <a:pt x="366683" y="296326"/>
                  <a:pt x="368385" y="294556"/>
                </a:cubicBezTo>
                <a:close/>
                <a:moveTo>
                  <a:pt x="318259" y="386563"/>
                </a:moveTo>
                <a:lnTo>
                  <a:pt x="282118" y="386563"/>
                </a:lnTo>
                <a:lnTo>
                  <a:pt x="282118" y="343477"/>
                </a:lnTo>
                <a:cubicBezTo>
                  <a:pt x="290901" y="341460"/>
                  <a:pt x="299424" y="338778"/>
                  <a:pt x="307646" y="335488"/>
                </a:cubicBezTo>
                <a:lnTo>
                  <a:pt x="318259" y="352014"/>
                </a:lnTo>
                <a:close/>
                <a:moveTo>
                  <a:pt x="335743" y="386563"/>
                </a:moveTo>
                <a:lnTo>
                  <a:pt x="335743" y="379244"/>
                </a:lnTo>
                <a:lnTo>
                  <a:pt x="340443" y="386563"/>
                </a:lnTo>
                <a:close/>
                <a:moveTo>
                  <a:pt x="430625" y="440978"/>
                </a:moveTo>
                <a:cubicBezTo>
                  <a:pt x="430228" y="442808"/>
                  <a:pt x="429138" y="444377"/>
                  <a:pt x="427559" y="445395"/>
                </a:cubicBezTo>
                <a:lnTo>
                  <a:pt x="413250" y="454579"/>
                </a:lnTo>
                <a:cubicBezTo>
                  <a:pt x="411672" y="455592"/>
                  <a:pt x="409792" y="455930"/>
                  <a:pt x="407957" y="455533"/>
                </a:cubicBezTo>
                <a:cubicBezTo>
                  <a:pt x="406123" y="455131"/>
                  <a:pt x="404554" y="454041"/>
                  <a:pt x="403541" y="452462"/>
                </a:cubicBezTo>
                <a:lnTo>
                  <a:pt x="323679" y="328092"/>
                </a:lnTo>
                <a:cubicBezTo>
                  <a:pt x="332901" y="323260"/>
                  <a:pt x="341634" y="317625"/>
                  <a:pt x="349792" y="311283"/>
                </a:cubicBezTo>
                <a:lnTo>
                  <a:pt x="429671" y="435681"/>
                </a:lnTo>
                <a:cubicBezTo>
                  <a:pt x="430689" y="437259"/>
                  <a:pt x="431027" y="439139"/>
                  <a:pt x="430625" y="440978"/>
                </a:cubicBezTo>
                <a:close/>
                <a:moveTo>
                  <a:pt x="525767" y="386563"/>
                </a:moveTo>
                <a:lnTo>
                  <a:pt x="489626" y="386563"/>
                </a:lnTo>
                <a:lnTo>
                  <a:pt x="489626" y="353629"/>
                </a:lnTo>
                <a:cubicBezTo>
                  <a:pt x="489626" y="348797"/>
                  <a:pt x="485715" y="344882"/>
                  <a:pt x="480883" y="344882"/>
                </a:cubicBezTo>
                <a:cubicBezTo>
                  <a:pt x="476056" y="344882"/>
                  <a:pt x="472141" y="348797"/>
                  <a:pt x="472141" y="353629"/>
                </a:cubicBezTo>
                <a:lnTo>
                  <a:pt x="472141" y="386563"/>
                </a:lnTo>
                <a:lnTo>
                  <a:pt x="439500" y="386563"/>
                </a:lnTo>
                <a:lnTo>
                  <a:pt x="439500" y="232639"/>
                </a:lnTo>
                <a:cubicBezTo>
                  <a:pt x="439500" y="224303"/>
                  <a:pt x="432719" y="217523"/>
                  <a:pt x="424383" y="217523"/>
                </a:cubicBezTo>
                <a:lnTo>
                  <a:pt x="411599" y="217523"/>
                </a:lnTo>
                <a:cubicBezTo>
                  <a:pt x="415208" y="203589"/>
                  <a:pt x="417129" y="188983"/>
                  <a:pt x="417129" y="173936"/>
                </a:cubicBezTo>
                <a:cubicBezTo>
                  <a:pt x="417129" y="160092"/>
                  <a:pt x="415495" y="146623"/>
                  <a:pt x="412424" y="133701"/>
                </a:cubicBezTo>
                <a:lnTo>
                  <a:pt x="436278" y="117367"/>
                </a:lnTo>
                <a:lnTo>
                  <a:pt x="472141" y="133779"/>
                </a:lnTo>
                <a:lnTo>
                  <a:pt x="472141" y="318656"/>
                </a:lnTo>
                <a:cubicBezTo>
                  <a:pt x="472141" y="323483"/>
                  <a:pt x="476056" y="327398"/>
                  <a:pt x="480883" y="327398"/>
                </a:cubicBezTo>
                <a:cubicBezTo>
                  <a:pt x="485715" y="327398"/>
                  <a:pt x="489626" y="323483"/>
                  <a:pt x="489626" y="318656"/>
                </a:cubicBezTo>
                <a:lnTo>
                  <a:pt x="489626" y="141782"/>
                </a:lnTo>
                <a:lnTo>
                  <a:pt x="525767" y="158317"/>
                </a:lnTo>
                <a:close/>
                <a:moveTo>
                  <a:pt x="525767" y="139085"/>
                </a:moveTo>
                <a:lnTo>
                  <a:pt x="489626" y="122550"/>
                </a:lnTo>
                <a:lnTo>
                  <a:pt x="489626" y="25168"/>
                </a:lnTo>
                <a:lnTo>
                  <a:pt x="525767" y="2516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7611048" y="1116568"/>
            <a:ext cx="336255" cy="344359"/>
          </a:xfrm>
          <a:custGeom>
            <a:rect b="b" l="l" r="r" t="t"/>
            <a:pathLst>
              <a:path extrusionOk="0" h="596293" w="582260">
                <a:moveTo>
                  <a:pt x="579693" y="438403"/>
                </a:moveTo>
                <a:cubicBezTo>
                  <a:pt x="576265" y="434987"/>
                  <a:pt x="570718" y="434987"/>
                  <a:pt x="567290" y="438403"/>
                </a:cubicBezTo>
                <a:lnTo>
                  <a:pt x="562486" y="443203"/>
                </a:lnTo>
                <a:lnTo>
                  <a:pt x="562486" y="319638"/>
                </a:lnTo>
                <a:cubicBezTo>
                  <a:pt x="562486" y="317317"/>
                  <a:pt x="561560" y="315088"/>
                  <a:pt x="559915" y="313446"/>
                </a:cubicBezTo>
                <a:lnTo>
                  <a:pt x="524201" y="277802"/>
                </a:lnTo>
                <a:cubicBezTo>
                  <a:pt x="526635" y="264131"/>
                  <a:pt x="527893" y="250233"/>
                  <a:pt x="527893" y="236298"/>
                </a:cubicBezTo>
                <a:cubicBezTo>
                  <a:pt x="527893" y="106005"/>
                  <a:pt x="421681" y="0"/>
                  <a:pt x="291132" y="0"/>
                </a:cubicBezTo>
                <a:cubicBezTo>
                  <a:pt x="160579" y="0"/>
                  <a:pt x="54367" y="106005"/>
                  <a:pt x="54367" y="236298"/>
                </a:cubicBezTo>
                <a:cubicBezTo>
                  <a:pt x="54367" y="250369"/>
                  <a:pt x="55594" y="264240"/>
                  <a:pt x="58010" y="277856"/>
                </a:cubicBezTo>
                <a:lnTo>
                  <a:pt x="22346" y="313446"/>
                </a:lnTo>
                <a:cubicBezTo>
                  <a:pt x="20700" y="315088"/>
                  <a:pt x="19779" y="317313"/>
                  <a:pt x="19779" y="319638"/>
                </a:cubicBezTo>
                <a:lnTo>
                  <a:pt x="19779" y="443207"/>
                </a:lnTo>
                <a:lnTo>
                  <a:pt x="14970" y="438403"/>
                </a:lnTo>
                <a:cubicBezTo>
                  <a:pt x="11543" y="434987"/>
                  <a:pt x="5991" y="434987"/>
                  <a:pt x="2567" y="438403"/>
                </a:cubicBezTo>
                <a:cubicBezTo>
                  <a:pt x="-856" y="441824"/>
                  <a:pt x="-856" y="447365"/>
                  <a:pt x="2567" y="450782"/>
                </a:cubicBezTo>
                <a:lnTo>
                  <a:pt x="21863" y="470035"/>
                </a:lnTo>
                <a:cubicBezTo>
                  <a:pt x="23572" y="471745"/>
                  <a:pt x="25819" y="472601"/>
                  <a:pt x="28062" y="472601"/>
                </a:cubicBezTo>
                <a:cubicBezTo>
                  <a:pt x="30304" y="472601"/>
                  <a:pt x="32552" y="471745"/>
                  <a:pt x="34261" y="470039"/>
                </a:cubicBezTo>
                <a:lnTo>
                  <a:pt x="55306" y="449035"/>
                </a:lnTo>
                <a:cubicBezTo>
                  <a:pt x="58730" y="445614"/>
                  <a:pt x="58730" y="440073"/>
                  <a:pt x="55306" y="436656"/>
                </a:cubicBezTo>
                <a:cubicBezTo>
                  <a:pt x="51883" y="433240"/>
                  <a:pt x="46331" y="433240"/>
                  <a:pt x="42908" y="436656"/>
                </a:cubicBezTo>
                <a:lnTo>
                  <a:pt x="37320" y="442234"/>
                </a:lnTo>
                <a:lnTo>
                  <a:pt x="37320" y="323259"/>
                </a:lnTo>
                <a:lnTo>
                  <a:pt x="62550" y="298083"/>
                </a:lnTo>
                <a:cubicBezTo>
                  <a:pt x="65540" y="309124"/>
                  <a:pt x="69337" y="319965"/>
                  <a:pt x="73963" y="330556"/>
                </a:cubicBezTo>
                <a:cubicBezTo>
                  <a:pt x="79178" y="342507"/>
                  <a:pt x="85332" y="353913"/>
                  <a:pt x="92361" y="364735"/>
                </a:cubicBezTo>
                <a:lnTo>
                  <a:pt x="67851" y="389202"/>
                </a:lnTo>
                <a:cubicBezTo>
                  <a:pt x="66205" y="390844"/>
                  <a:pt x="65280" y="393069"/>
                  <a:pt x="65280" y="395389"/>
                </a:cubicBezTo>
                <a:lnTo>
                  <a:pt x="65280" y="528294"/>
                </a:lnTo>
                <a:lnTo>
                  <a:pt x="60567" y="523590"/>
                </a:lnTo>
                <a:cubicBezTo>
                  <a:pt x="57143" y="520173"/>
                  <a:pt x="51591" y="520173"/>
                  <a:pt x="48168" y="523590"/>
                </a:cubicBezTo>
                <a:cubicBezTo>
                  <a:pt x="44745" y="527011"/>
                  <a:pt x="44745" y="532547"/>
                  <a:pt x="48168" y="535969"/>
                </a:cubicBezTo>
                <a:lnTo>
                  <a:pt x="67459" y="555221"/>
                </a:lnTo>
                <a:cubicBezTo>
                  <a:pt x="69173" y="556932"/>
                  <a:pt x="71415" y="557783"/>
                  <a:pt x="73658" y="557783"/>
                </a:cubicBezTo>
                <a:cubicBezTo>
                  <a:pt x="75905" y="557783"/>
                  <a:pt x="78148" y="556932"/>
                  <a:pt x="79862" y="555221"/>
                </a:cubicBezTo>
                <a:lnTo>
                  <a:pt x="100907" y="534217"/>
                </a:lnTo>
                <a:cubicBezTo>
                  <a:pt x="104331" y="530801"/>
                  <a:pt x="104331" y="525259"/>
                  <a:pt x="100907" y="521838"/>
                </a:cubicBezTo>
                <a:cubicBezTo>
                  <a:pt x="97479" y="518422"/>
                  <a:pt x="91928" y="518422"/>
                  <a:pt x="88504" y="521838"/>
                </a:cubicBezTo>
                <a:lnTo>
                  <a:pt x="82820" y="527516"/>
                </a:lnTo>
                <a:lnTo>
                  <a:pt x="82820" y="399015"/>
                </a:lnTo>
                <a:lnTo>
                  <a:pt x="102603" y="379271"/>
                </a:lnTo>
                <a:cubicBezTo>
                  <a:pt x="109281" y="388019"/>
                  <a:pt x="116597" y="396326"/>
                  <a:pt x="124519" y="404156"/>
                </a:cubicBezTo>
                <a:lnTo>
                  <a:pt x="124519" y="572027"/>
                </a:lnTo>
                <a:cubicBezTo>
                  <a:pt x="124519" y="585406"/>
                  <a:pt x="135427" y="596293"/>
                  <a:pt x="148833" y="596293"/>
                </a:cubicBezTo>
                <a:lnTo>
                  <a:pt x="220976" y="596293"/>
                </a:lnTo>
                <a:cubicBezTo>
                  <a:pt x="225822" y="596293"/>
                  <a:pt x="229746" y="592376"/>
                  <a:pt x="229746" y="587540"/>
                </a:cubicBezTo>
                <a:cubicBezTo>
                  <a:pt x="229746" y="582704"/>
                  <a:pt x="225822" y="578787"/>
                  <a:pt x="220976" y="578787"/>
                </a:cubicBezTo>
                <a:lnTo>
                  <a:pt x="195842" y="578787"/>
                </a:lnTo>
                <a:lnTo>
                  <a:pt x="195842" y="541446"/>
                </a:lnTo>
                <a:lnTo>
                  <a:pt x="282362" y="541446"/>
                </a:lnTo>
                <a:lnTo>
                  <a:pt x="282362" y="578787"/>
                </a:lnTo>
                <a:lnTo>
                  <a:pt x="256057" y="578787"/>
                </a:lnTo>
                <a:cubicBezTo>
                  <a:pt x="251211" y="578787"/>
                  <a:pt x="247287" y="582704"/>
                  <a:pt x="247287" y="587540"/>
                </a:cubicBezTo>
                <a:cubicBezTo>
                  <a:pt x="247287" y="592376"/>
                  <a:pt x="251211" y="596293"/>
                  <a:pt x="256057" y="596293"/>
                </a:cubicBezTo>
                <a:lnTo>
                  <a:pt x="433432" y="596293"/>
                </a:lnTo>
                <a:cubicBezTo>
                  <a:pt x="446833" y="596293"/>
                  <a:pt x="457741" y="585406"/>
                  <a:pt x="457741" y="572027"/>
                </a:cubicBezTo>
                <a:lnTo>
                  <a:pt x="457741" y="434045"/>
                </a:lnTo>
                <a:cubicBezTo>
                  <a:pt x="457741" y="425742"/>
                  <a:pt x="453128" y="418500"/>
                  <a:pt x="446327" y="414715"/>
                </a:cubicBezTo>
                <a:cubicBezTo>
                  <a:pt x="458598" y="404060"/>
                  <a:pt x="469771" y="392141"/>
                  <a:pt x="479621" y="379234"/>
                </a:cubicBezTo>
                <a:lnTo>
                  <a:pt x="499440" y="399015"/>
                </a:lnTo>
                <a:lnTo>
                  <a:pt x="499440" y="527516"/>
                </a:lnTo>
                <a:lnTo>
                  <a:pt x="493756" y="521838"/>
                </a:lnTo>
                <a:cubicBezTo>
                  <a:pt x="490333" y="518422"/>
                  <a:pt x="484781" y="518422"/>
                  <a:pt x="481353" y="521838"/>
                </a:cubicBezTo>
                <a:cubicBezTo>
                  <a:pt x="477930" y="525259"/>
                  <a:pt x="477930" y="530801"/>
                  <a:pt x="481353" y="534217"/>
                </a:cubicBezTo>
                <a:lnTo>
                  <a:pt x="502403" y="555221"/>
                </a:lnTo>
                <a:cubicBezTo>
                  <a:pt x="504113" y="556932"/>
                  <a:pt x="506360" y="557783"/>
                  <a:pt x="508602" y="557783"/>
                </a:cubicBezTo>
                <a:cubicBezTo>
                  <a:pt x="510845" y="557783"/>
                  <a:pt x="513092" y="556932"/>
                  <a:pt x="514802" y="555221"/>
                </a:cubicBezTo>
                <a:lnTo>
                  <a:pt x="534097" y="535969"/>
                </a:lnTo>
                <a:cubicBezTo>
                  <a:pt x="537520" y="532547"/>
                  <a:pt x="537520" y="527011"/>
                  <a:pt x="534097" y="523590"/>
                </a:cubicBezTo>
                <a:cubicBezTo>
                  <a:pt x="530669" y="520173"/>
                  <a:pt x="525117" y="520173"/>
                  <a:pt x="521694" y="523590"/>
                </a:cubicBezTo>
                <a:lnTo>
                  <a:pt x="516980" y="528294"/>
                </a:lnTo>
                <a:lnTo>
                  <a:pt x="516980" y="395389"/>
                </a:lnTo>
                <a:cubicBezTo>
                  <a:pt x="516980" y="393069"/>
                  <a:pt x="516060" y="390844"/>
                  <a:pt x="514414" y="389202"/>
                </a:cubicBezTo>
                <a:lnTo>
                  <a:pt x="489873" y="364708"/>
                </a:lnTo>
                <a:cubicBezTo>
                  <a:pt x="493934" y="358471"/>
                  <a:pt x="497713" y="352061"/>
                  <a:pt x="501154" y="345478"/>
                </a:cubicBezTo>
                <a:cubicBezTo>
                  <a:pt x="509035" y="330415"/>
                  <a:pt x="515226" y="314470"/>
                  <a:pt x="519665" y="298033"/>
                </a:cubicBezTo>
                <a:lnTo>
                  <a:pt x="544945" y="323264"/>
                </a:lnTo>
                <a:lnTo>
                  <a:pt x="544945" y="442234"/>
                </a:lnTo>
                <a:lnTo>
                  <a:pt x="539357" y="436656"/>
                </a:lnTo>
                <a:cubicBezTo>
                  <a:pt x="535934" y="433240"/>
                  <a:pt x="530382" y="433240"/>
                  <a:pt x="526959" y="436656"/>
                </a:cubicBezTo>
                <a:cubicBezTo>
                  <a:pt x="523531" y="440073"/>
                  <a:pt x="523531" y="445614"/>
                  <a:pt x="526959" y="449035"/>
                </a:cubicBezTo>
                <a:lnTo>
                  <a:pt x="548004" y="470039"/>
                </a:lnTo>
                <a:cubicBezTo>
                  <a:pt x="549713" y="471745"/>
                  <a:pt x="551961" y="472601"/>
                  <a:pt x="554203" y="472601"/>
                </a:cubicBezTo>
                <a:cubicBezTo>
                  <a:pt x="556446" y="472601"/>
                  <a:pt x="558693" y="471745"/>
                  <a:pt x="560407" y="470039"/>
                </a:cubicBezTo>
                <a:lnTo>
                  <a:pt x="579698" y="450782"/>
                </a:lnTo>
                <a:cubicBezTo>
                  <a:pt x="583116" y="447365"/>
                  <a:pt x="583116" y="441824"/>
                  <a:pt x="579693" y="438403"/>
                </a:cubicBezTo>
                <a:close/>
                <a:moveTo>
                  <a:pt x="240477" y="23411"/>
                </a:moveTo>
                <a:lnTo>
                  <a:pt x="246603" y="69460"/>
                </a:lnTo>
                <a:cubicBezTo>
                  <a:pt x="238672" y="73681"/>
                  <a:pt x="233256" y="82020"/>
                  <a:pt x="233256" y="91601"/>
                </a:cubicBezTo>
                <a:cubicBezTo>
                  <a:pt x="233256" y="105436"/>
                  <a:pt x="244533" y="116691"/>
                  <a:pt x="258395" y="116691"/>
                </a:cubicBezTo>
                <a:cubicBezTo>
                  <a:pt x="263537" y="116691"/>
                  <a:pt x="268318" y="115135"/>
                  <a:pt x="272307" y="112483"/>
                </a:cubicBezTo>
                <a:lnTo>
                  <a:pt x="281237" y="118943"/>
                </a:lnTo>
                <a:cubicBezTo>
                  <a:pt x="280452" y="121363"/>
                  <a:pt x="280024" y="123934"/>
                  <a:pt x="280024" y="126613"/>
                </a:cubicBezTo>
                <a:cubicBezTo>
                  <a:pt x="280024" y="133619"/>
                  <a:pt x="282923" y="139952"/>
                  <a:pt x="287577" y="144510"/>
                </a:cubicBezTo>
                <a:lnTo>
                  <a:pt x="274869" y="174550"/>
                </a:lnTo>
                <a:cubicBezTo>
                  <a:pt x="274240" y="176033"/>
                  <a:pt x="274034" y="177661"/>
                  <a:pt x="274276" y="179254"/>
                </a:cubicBezTo>
                <a:lnTo>
                  <a:pt x="281305" y="226030"/>
                </a:lnTo>
                <a:cubicBezTo>
                  <a:pt x="278606" y="227527"/>
                  <a:pt x="276213" y="229501"/>
                  <a:pt x="274240" y="231844"/>
                </a:cubicBezTo>
                <a:lnTo>
                  <a:pt x="214271" y="210526"/>
                </a:lnTo>
                <a:lnTo>
                  <a:pt x="205387" y="193780"/>
                </a:lnTo>
                <a:cubicBezTo>
                  <a:pt x="208915" y="189458"/>
                  <a:pt x="211039" y="183953"/>
                  <a:pt x="211039" y="177957"/>
                </a:cubicBezTo>
                <a:cubicBezTo>
                  <a:pt x="211039" y="164123"/>
                  <a:pt x="199762" y="152867"/>
                  <a:pt x="185901" y="152867"/>
                </a:cubicBezTo>
                <a:cubicBezTo>
                  <a:pt x="172987" y="152867"/>
                  <a:pt x="162321" y="162644"/>
                  <a:pt x="160930" y="175173"/>
                </a:cubicBezTo>
                <a:lnTo>
                  <a:pt x="115106" y="186060"/>
                </a:lnTo>
                <a:lnTo>
                  <a:pt x="83814" y="165155"/>
                </a:lnTo>
                <a:cubicBezTo>
                  <a:pt x="108077" y="94922"/>
                  <a:pt x="167216" y="40771"/>
                  <a:pt x="240477" y="23411"/>
                </a:cubicBezTo>
                <a:close/>
                <a:moveTo>
                  <a:pt x="264622" y="95932"/>
                </a:moveTo>
                <a:cubicBezTo>
                  <a:pt x="264594" y="95969"/>
                  <a:pt x="264562" y="96005"/>
                  <a:pt x="264535" y="96046"/>
                </a:cubicBezTo>
                <a:cubicBezTo>
                  <a:pt x="264517" y="96064"/>
                  <a:pt x="264508" y="96087"/>
                  <a:pt x="264489" y="96110"/>
                </a:cubicBezTo>
                <a:cubicBezTo>
                  <a:pt x="263104" y="97975"/>
                  <a:pt x="260893" y="99190"/>
                  <a:pt x="258395" y="99190"/>
                </a:cubicBezTo>
                <a:cubicBezTo>
                  <a:pt x="254201" y="99190"/>
                  <a:pt x="250792" y="95787"/>
                  <a:pt x="250792" y="91601"/>
                </a:cubicBezTo>
                <a:cubicBezTo>
                  <a:pt x="250792" y="87789"/>
                  <a:pt x="253632" y="84636"/>
                  <a:pt x="257306" y="84104"/>
                </a:cubicBezTo>
                <a:cubicBezTo>
                  <a:pt x="257338" y="84099"/>
                  <a:pt x="257365" y="84104"/>
                  <a:pt x="257397" y="84099"/>
                </a:cubicBezTo>
                <a:cubicBezTo>
                  <a:pt x="257474" y="84086"/>
                  <a:pt x="257547" y="84068"/>
                  <a:pt x="257625" y="84058"/>
                </a:cubicBezTo>
                <a:cubicBezTo>
                  <a:pt x="257875" y="84031"/>
                  <a:pt x="258135" y="84017"/>
                  <a:pt x="258395" y="84017"/>
                </a:cubicBezTo>
                <a:cubicBezTo>
                  <a:pt x="262584" y="84017"/>
                  <a:pt x="265994" y="87420"/>
                  <a:pt x="265994" y="91601"/>
                </a:cubicBezTo>
                <a:cubicBezTo>
                  <a:pt x="265994" y="93212"/>
                  <a:pt x="265483" y="94704"/>
                  <a:pt x="264622" y="95932"/>
                </a:cubicBezTo>
                <a:close/>
                <a:moveTo>
                  <a:pt x="305163" y="134197"/>
                </a:moveTo>
                <a:cubicBezTo>
                  <a:pt x="300969" y="134197"/>
                  <a:pt x="297560" y="130794"/>
                  <a:pt x="297560" y="126609"/>
                </a:cubicBezTo>
                <a:cubicBezTo>
                  <a:pt x="297560" y="122428"/>
                  <a:pt x="300969" y="119025"/>
                  <a:pt x="305163" y="119025"/>
                </a:cubicBezTo>
                <a:cubicBezTo>
                  <a:pt x="309352" y="119025"/>
                  <a:pt x="312761" y="122428"/>
                  <a:pt x="312761" y="126609"/>
                </a:cubicBezTo>
                <a:cubicBezTo>
                  <a:pt x="312761" y="130794"/>
                  <a:pt x="309352" y="134197"/>
                  <a:pt x="305163" y="134197"/>
                </a:cubicBezTo>
                <a:close/>
                <a:moveTo>
                  <a:pt x="286287" y="245510"/>
                </a:moveTo>
                <a:cubicBezTo>
                  <a:pt x="286296" y="245483"/>
                  <a:pt x="286314" y="245456"/>
                  <a:pt x="286324" y="245429"/>
                </a:cubicBezTo>
                <a:cubicBezTo>
                  <a:pt x="286333" y="245397"/>
                  <a:pt x="286342" y="245360"/>
                  <a:pt x="286351" y="245329"/>
                </a:cubicBezTo>
                <a:cubicBezTo>
                  <a:pt x="287290" y="242822"/>
                  <a:pt x="289519" y="240938"/>
                  <a:pt x="292231" y="240493"/>
                </a:cubicBezTo>
                <a:cubicBezTo>
                  <a:pt x="292268" y="240488"/>
                  <a:pt x="292304" y="240493"/>
                  <a:pt x="292345" y="240488"/>
                </a:cubicBezTo>
                <a:cubicBezTo>
                  <a:pt x="292404" y="240474"/>
                  <a:pt x="292464" y="240461"/>
                  <a:pt x="292527" y="240452"/>
                </a:cubicBezTo>
                <a:cubicBezTo>
                  <a:pt x="292837" y="240411"/>
                  <a:pt x="293147" y="240383"/>
                  <a:pt x="293466" y="240383"/>
                </a:cubicBezTo>
                <a:cubicBezTo>
                  <a:pt x="297660" y="240383"/>
                  <a:pt x="301069" y="243786"/>
                  <a:pt x="301069" y="247972"/>
                </a:cubicBezTo>
                <a:cubicBezTo>
                  <a:pt x="301069" y="252153"/>
                  <a:pt x="297660" y="255555"/>
                  <a:pt x="293466" y="255555"/>
                </a:cubicBezTo>
                <a:cubicBezTo>
                  <a:pt x="289277" y="255555"/>
                  <a:pt x="285868" y="252153"/>
                  <a:pt x="285868" y="247972"/>
                </a:cubicBezTo>
                <a:cubicBezTo>
                  <a:pt x="285868" y="247107"/>
                  <a:pt x="286023" y="246284"/>
                  <a:pt x="286287" y="245510"/>
                </a:cubicBezTo>
                <a:close/>
                <a:moveTo>
                  <a:pt x="178607" y="180054"/>
                </a:moveTo>
                <a:cubicBezTo>
                  <a:pt x="178598" y="180027"/>
                  <a:pt x="178598" y="180000"/>
                  <a:pt x="178589" y="179968"/>
                </a:cubicBezTo>
                <a:cubicBezTo>
                  <a:pt x="178575" y="179909"/>
                  <a:pt x="178553" y="179850"/>
                  <a:pt x="178539" y="179790"/>
                </a:cubicBezTo>
                <a:cubicBezTo>
                  <a:pt x="178389" y="179204"/>
                  <a:pt x="178302" y="178589"/>
                  <a:pt x="178302" y="177953"/>
                </a:cubicBezTo>
                <a:cubicBezTo>
                  <a:pt x="178302" y="173772"/>
                  <a:pt x="181712" y="170369"/>
                  <a:pt x="185905" y="170369"/>
                </a:cubicBezTo>
                <a:cubicBezTo>
                  <a:pt x="190094" y="170369"/>
                  <a:pt x="193504" y="173772"/>
                  <a:pt x="193504" y="177953"/>
                </a:cubicBezTo>
                <a:cubicBezTo>
                  <a:pt x="193504" y="182138"/>
                  <a:pt x="190094" y="185541"/>
                  <a:pt x="185905" y="185541"/>
                </a:cubicBezTo>
                <a:cubicBezTo>
                  <a:pt x="182441" y="185541"/>
                  <a:pt x="179519" y="183216"/>
                  <a:pt x="178607" y="180054"/>
                </a:cubicBezTo>
                <a:close/>
                <a:moveTo>
                  <a:pt x="111382" y="361669"/>
                </a:moveTo>
                <a:cubicBezTo>
                  <a:pt x="111072" y="361096"/>
                  <a:pt x="110689" y="360555"/>
                  <a:pt x="110243" y="360050"/>
                </a:cubicBezTo>
                <a:cubicBezTo>
                  <a:pt x="93527" y="335861"/>
                  <a:pt x="82004" y="308710"/>
                  <a:pt x="76215" y="279895"/>
                </a:cubicBezTo>
                <a:cubicBezTo>
                  <a:pt x="76170" y="279399"/>
                  <a:pt x="76069" y="278907"/>
                  <a:pt x="75937" y="278421"/>
                </a:cubicBezTo>
                <a:cubicBezTo>
                  <a:pt x="74219" y="269545"/>
                  <a:pt x="73043" y="260519"/>
                  <a:pt x="72427" y="251370"/>
                </a:cubicBezTo>
                <a:lnTo>
                  <a:pt x="133275" y="284699"/>
                </a:lnTo>
                <a:cubicBezTo>
                  <a:pt x="132911" y="286405"/>
                  <a:pt x="132706" y="288165"/>
                  <a:pt x="132706" y="289980"/>
                </a:cubicBezTo>
                <a:cubicBezTo>
                  <a:pt x="132706" y="302619"/>
                  <a:pt x="142128" y="313077"/>
                  <a:pt x="154326" y="314793"/>
                </a:cubicBezTo>
                <a:lnTo>
                  <a:pt x="161154" y="357074"/>
                </a:lnTo>
                <a:lnTo>
                  <a:pt x="148833" y="357074"/>
                </a:lnTo>
                <a:cubicBezTo>
                  <a:pt x="136325" y="357074"/>
                  <a:pt x="125996" y="366555"/>
                  <a:pt x="124669" y="378693"/>
                </a:cubicBezTo>
                <a:cubicBezTo>
                  <a:pt x="119938" y="373206"/>
                  <a:pt x="115507" y="367524"/>
                  <a:pt x="111382" y="361669"/>
                </a:cubicBezTo>
                <a:close/>
                <a:moveTo>
                  <a:pt x="159659" y="297337"/>
                </a:moveTo>
                <a:cubicBezTo>
                  <a:pt x="159558" y="297359"/>
                  <a:pt x="159463" y="297382"/>
                  <a:pt x="159372" y="297410"/>
                </a:cubicBezTo>
                <a:cubicBezTo>
                  <a:pt x="158875" y="297510"/>
                  <a:pt x="158364" y="297564"/>
                  <a:pt x="157840" y="297564"/>
                </a:cubicBezTo>
                <a:cubicBezTo>
                  <a:pt x="153651" y="297564"/>
                  <a:pt x="150241" y="294161"/>
                  <a:pt x="150241" y="289976"/>
                </a:cubicBezTo>
                <a:cubicBezTo>
                  <a:pt x="150241" y="285795"/>
                  <a:pt x="153651" y="282392"/>
                  <a:pt x="157840" y="282392"/>
                </a:cubicBezTo>
                <a:cubicBezTo>
                  <a:pt x="162034" y="282392"/>
                  <a:pt x="165443" y="285795"/>
                  <a:pt x="165443" y="289976"/>
                </a:cubicBezTo>
                <a:cubicBezTo>
                  <a:pt x="165443" y="293533"/>
                  <a:pt x="162973" y="296518"/>
                  <a:pt x="159659" y="297337"/>
                </a:cubicBezTo>
                <a:close/>
                <a:moveTo>
                  <a:pt x="329176" y="374580"/>
                </a:moveTo>
                <a:cubicBezTo>
                  <a:pt x="331728" y="374580"/>
                  <a:pt x="333807" y="376650"/>
                  <a:pt x="333807" y="379202"/>
                </a:cubicBezTo>
                <a:lnTo>
                  <a:pt x="333807" y="411921"/>
                </a:lnTo>
                <a:lnTo>
                  <a:pt x="248454" y="411921"/>
                </a:lnTo>
                <a:lnTo>
                  <a:pt x="248454" y="374580"/>
                </a:lnTo>
                <a:close/>
                <a:moveTo>
                  <a:pt x="424740" y="429423"/>
                </a:moveTo>
                <a:cubicBezTo>
                  <a:pt x="424749" y="429423"/>
                  <a:pt x="424753" y="429427"/>
                  <a:pt x="424762" y="429427"/>
                </a:cubicBezTo>
                <a:cubicBezTo>
                  <a:pt x="424767" y="429427"/>
                  <a:pt x="424771" y="429423"/>
                  <a:pt x="424776" y="429423"/>
                </a:cubicBezTo>
                <a:lnTo>
                  <a:pt x="435575" y="429423"/>
                </a:lnTo>
                <a:cubicBezTo>
                  <a:pt x="438127" y="429423"/>
                  <a:pt x="440201" y="431497"/>
                  <a:pt x="440201" y="434045"/>
                </a:cubicBezTo>
                <a:lnTo>
                  <a:pt x="440201" y="467933"/>
                </a:lnTo>
                <a:lnTo>
                  <a:pt x="403958" y="467933"/>
                </a:lnTo>
                <a:lnTo>
                  <a:pt x="403958" y="429423"/>
                </a:lnTo>
                <a:close/>
                <a:moveTo>
                  <a:pt x="351343" y="523945"/>
                </a:moveTo>
                <a:lnTo>
                  <a:pt x="351343" y="485434"/>
                </a:lnTo>
                <a:lnTo>
                  <a:pt x="440201" y="485434"/>
                </a:lnTo>
                <a:lnTo>
                  <a:pt x="440201" y="523945"/>
                </a:lnTo>
                <a:close/>
                <a:moveTo>
                  <a:pt x="248454" y="523945"/>
                </a:moveTo>
                <a:lnTo>
                  <a:pt x="248454" y="485434"/>
                </a:lnTo>
                <a:lnTo>
                  <a:pt x="333807" y="485434"/>
                </a:lnTo>
                <a:lnTo>
                  <a:pt x="333807" y="523945"/>
                </a:lnTo>
                <a:close/>
                <a:moveTo>
                  <a:pt x="142059" y="523945"/>
                </a:moveTo>
                <a:lnTo>
                  <a:pt x="142059" y="485434"/>
                </a:lnTo>
                <a:lnTo>
                  <a:pt x="230918" y="485434"/>
                </a:lnTo>
                <a:lnTo>
                  <a:pt x="230918" y="523945"/>
                </a:lnTo>
                <a:close/>
                <a:moveTo>
                  <a:pt x="282362" y="429423"/>
                </a:moveTo>
                <a:lnTo>
                  <a:pt x="282362" y="467933"/>
                </a:lnTo>
                <a:lnTo>
                  <a:pt x="195842" y="467933"/>
                </a:lnTo>
                <a:lnTo>
                  <a:pt x="195842" y="429423"/>
                </a:lnTo>
                <a:close/>
                <a:moveTo>
                  <a:pt x="178302" y="467933"/>
                </a:moveTo>
                <a:lnTo>
                  <a:pt x="142059" y="467933"/>
                </a:lnTo>
                <a:lnTo>
                  <a:pt x="142059" y="429423"/>
                </a:lnTo>
                <a:lnTo>
                  <a:pt x="178302" y="429423"/>
                </a:lnTo>
                <a:close/>
                <a:moveTo>
                  <a:pt x="386418" y="467933"/>
                </a:moveTo>
                <a:lnTo>
                  <a:pt x="299898" y="467933"/>
                </a:lnTo>
                <a:lnTo>
                  <a:pt x="299898" y="429423"/>
                </a:lnTo>
                <a:lnTo>
                  <a:pt x="386418" y="429423"/>
                </a:lnTo>
                <a:close/>
                <a:moveTo>
                  <a:pt x="230918" y="411921"/>
                </a:moveTo>
                <a:lnTo>
                  <a:pt x="142059" y="411921"/>
                </a:lnTo>
                <a:lnTo>
                  <a:pt x="142059" y="381341"/>
                </a:lnTo>
                <a:cubicBezTo>
                  <a:pt x="142059" y="377610"/>
                  <a:pt x="145095" y="374580"/>
                  <a:pt x="148833" y="374580"/>
                </a:cubicBezTo>
                <a:lnTo>
                  <a:pt x="171414" y="374580"/>
                </a:lnTo>
                <a:lnTo>
                  <a:pt x="171442" y="374580"/>
                </a:lnTo>
                <a:lnTo>
                  <a:pt x="171455" y="374580"/>
                </a:lnTo>
                <a:lnTo>
                  <a:pt x="230918" y="374580"/>
                </a:lnTo>
                <a:close/>
                <a:moveTo>
                  <a:pt x="178302" y="578787"/>
                </a:moveTo>
                <a:lnTo>
                  <a:pt x="148833" y="578787"/>
                </a:lnTo>
                <a:cubicBezTo>
                  <a:pt x="145095" y="578787"/>
                  <a:pt x="142059" y="575757"/>
                  <a:pt x="142059" y="572031"/>
                </a:cubicBezTo>
                <a:lnTo>
                  <a:pt x="142059" y="541446"/>
                </a:lnTo>
                <a:lnTo>
                  <a:pt x="178302" y="541446"/>
                </a:lnTo>
                <a:close/>
                <a:moveTo>
                  <a:pt x="299898" y="541446"/>
                </a:moveTo>
                <a:lnTo>
                  <a:pt x="386418" y="541446"/>
                </a:lnTo>
                <a:lnTo>
                  <a:pt x="386418" y="578787"/>
                </a:lnTo>
                <a:lnTo>
                  <a:pt x="299898" y="578787"/>
                </a:lnTo>
                <a:close/>
                <a:moveTo>
                  <a:pt x="433432" y="578787"/>
                </a:moveTo>
                <a:lnTo>
                  <a:pt x="403958" y="578787"/>
                </a:lnTo>
                <a:lnTo>
                  <a:pt x="403958" y="541446"/>
                </a:lnTo>
                <a:lnTo>
                  <a:pt x="440201" y="541446"/>
                </a:lnTo>
                <a:lnTo>
                  <a:pt x="440201" y="572031"/>
                </a:lnTo>
                <a:cubicBezTo>
                  <a:pt x="440201" y="575757"/>
                  <a:pt x="437165" y="578787"/>
                  <a:pt x="433432" y="578787"/>
                </a:cubicBezTo>
                <a:close/>
                <a:moveTo>
                  <a:pt x="485606" y="337376"/>
                </a:moveTo>
                <a:cubicBezTo>
                  <a:pt x="470359" y="366523"/>
                  <a:pt x="448338" y="392236"/>
                  <a:pt x="421841" y="411921"/>
                </a:cubicBezTo>
                <a:lnTo>
                  <a:pt x="351343" y="411921"/>
                </a:lnTo>
                <a:lnTo>
                  <a:pt x="351343" y="379202"/>
                </a:lnTo>
                <a:cubicBezTo>
                  <a:pt x="351343" y="367001"/>
                  <a:pt x="341401" y="357074"/>
                  <a:pt x="329176" y="357074"/>
                </a:cubicBezTo>
                <a:lnTo>
                  <a:pt x="178917" y="357074"/>
                </a:lnTo>
                <a:lnTo>
                  <a:pt x="171483" y="311021"/>
                </a:lnTo>
                <a:cubicBezTo>
                  <a:pt x="178389" y="306545"/>
                  <a:pt x="182979" y="298793"/>
                  <a:pt x="182979" y="289976"/>
                </a:cubicBezTo>
                <a:cubicBezTo>
                  <a:pt x="182979" y="276146"/>
                  <a:pt x="171702" y="264891"/>
                  <a:pt x="157840" y="264891"/>
                </a:cubicBezTo>
                <a:cubicBezTo>
                  <a:pt x="152192" y="264891"/>
                  <a:pt x="146987" y="266783"/>
                  <a:pt x="142779" y="269941"/>
                </a:cubicBezTo>
                <a:lnTo>
                  <a:pt x="71971" y="231157"/>
                </a:lnTo>
                <a:cubicBezTo>
                  <a:pt x="72359" y="214484"/>
                  <a:pt x="74629" y="198270"/>
                  <a:pt x="78567" y="182711"/>
                </a:cubicBezTo>
                <a:lnTo>
                  <a:pt x="108533" y="202728"/>
                </a:lnTo>
                <a:cubicBezTo>
                  <a:pt x="109992" y="203702"/>
                  <a:pt x="111692" y="204211"/>
                  <a:pt x="113411" y="204211"/>
                </a:cubicBezTo>
                <a:cubicBezTo>
                  <a:pt x="114090" y="204211"/>
                  <a:pt x="114774" y="204130"/>
                  <a:pt x="115444" y="203970"/>
                </a:cubicBezTo>
                <a:lnTo>
                  <a:pt x="165197" y="192151"/>
                </a:lnTo>
                <a:cubicBezTo>
                  <a:pt x="169732" y="198720"/>
                  <a:pt x="177317" y="203042"/>
                  <a:pt x="185901" y="203042"/>
                </a:cubicBezTo>
                <a:cubicBezTo>
                  <a:pt x="187387" y="203042"/>
                  <a:pt x="188832" y="202888"/>
                  <a:pt x="190245" y="202642"/>
                </a:cubicBezTo>
                <a:lnTo>
                  <a:pt x="200368" y="221722"/>
                </a:lnTo>
                <a:cubicBezTo>
                  <a:pt x="201394" y="223660"/>
                  <a:pt x="203108" y="225138"/>
                  <a:pt x="205173" y="225875"/>
                </a:cubicBezTo>
                <a:lnTo>
                  <a:pt x="268350" y="248331"/>
                </a:lnTo>
                <a:cubicBezTo>
                  <a:pt x="268546" y="261997"/>
                  <a:pt x="279728" y="273057"/>
                  <a:pt x="293466" y="273057"/>
                </a:cubicBezTo>
                <a:cubicBezTo>
                  <a:pt x="307328" y="273057"/>
                  <a:pt x="318605" y="261802"/>
                  <a:pt x="318605" y="247967"/>
                </a:cubicBezTo>
                <a:cubicBezTo>
                  <a:pt x="318605" y="235907"/>
                  <a:pt x="310031" y="225812"/>
                  <a:pt x="298645" y="223423"/>
                </a:cubicBezTo>
                <a:lnTo>
                  <a:pt x="291985" y="179090"/>
                </a:lnTo>
                <a:lnTo>
                  <a:pt x="303604" y="151621"/>
                </a:lnTo>
                <a:cubicBezTo>
                  <a:pt x="304124" y="151653"/>
                  <a:pt x="304634" y="151698"/>
                  <a:pt x="305158" y="151698"/>
                </a:cubicBezTo>
                <a:cubicBezTo>
                  <a:pt x="319020" y="151698"/>
                  <a:pt x="330297" y="140443"/>
                  <a:pt x="330297" y="126609"/>
                </a:cubicBezTo>
                <a:cubicBezTo>
                  <a:pt x="330297" y="112779"/>
                  <a:pt x="319020" y="101523"/>
                  <a:pt x="305163" y="101523"/>
                </a:cubicBezTo>
                <a:cubicBezTo>
                  <a:pt x="300386" y="101523"/>
                  <a:pt x="295932" y="102884"/>
                  <a:pt x="292126" y="105199"/>
                </a:cubicBezTo>
                <a:lnTo>
                  <a:pt x="282595" y="98302"/>
                </a:lnTo>
                <a:cubicBezTo>
                  <a:pt x="283187" y="96169"/>
                  <a:pt x="283529" y="93926"/>
                  <a:pt x="283529" y="91601"/>
                </a:cubicBezTo>
                <a:cubicBezTo>
                  <a:pt x="283529" y="79691"/>
                  <a:pt x="275160" y="69710"/>
                  <a:pt x="263988" y="67162"/>
                </a:cubicBezTo>
                <a:lnTo>
                  <a:pt x="257720" y="20040"/>
                </a:lnTo>
                <a:cubicBezTo>
                  <a:pt x="268615" y="18370"/>
                  <a:pt x="279773" y="17506"/>
                  <a:pt x="291132" y="17506"/>
                </a:cubicBezTo>
                <a:cubicBezTo>
                  <a:pt x="364639" y="17506"/>
                  <a:pt x="429813" y="53805"/>
                  <a:pt x="469607" y="109385"/>
                </a:cubicBezTo>
                <a:lnTo>
                  <a:pt x="435789" y="130225"/>
                </a:lnTo>
                <a:cubicBezTo>
                  <a:pt x="431668" y="132764"/>
                  <a:pt x="430392" y="138155"/>
                  <a:pt x="432935" y="142267"/>
                </a:cubicBezTo>
                <a:cubicBezTo>
                  <a:pt x="434595" y="144952"/>
                  <a:pt x="437466" y="146426"/>
                  <a:pt x="440406" y="146426"/>
                </a:cubicBezTo>
                <a:cubicBezTo>
                  <a:pt x="441979" y="146426"/>
                  <a:pt x="443570" y="146002"/>
                  <a:pt x="445006" y="145120"/>
                </a:cubicBezTo>
                <a:lnTo>
                  <a:pt x="479224" y="124029"/>
                </a:lnTo>
                <a:cubicBezTo>
                  <a:pt x="498975" y="156875"/>
                  <a:pt x="510353" y="195286"/>
                  <a:pt x="510353" y="236298"/>
                </a:cubicBezTo>
                <a:cubicBezTo>
                  <a:pt x="510353" y="240051"/>
                  <a:pt x="510239" y="243800"/>
                  <a:pt x="510043" y="247544"/>
                </a:cubicBezTo>
                <a:lnTo>
                  <a:pt x="427165" y="268580"/>
                </a:lnTo>
                <a:lnTo>
                  <a:pt x="403061" y="243909"/>
                </a:lnTo>
                <a:cubicBezTo>
                  <a:pt x="405112" y="240274"/>
                  <a:pt x="406297" y="236093"/>
                  <a:pt x="406297" y="231630"/>
                </a:cubicBezTo>
                <a:cubicBezTo>
                  <a:pt x="406297" y="220020"/>
                  <a:pt x="398338" y="210253"/>
                  <a:pt x="387590" y="207405"/>
                </a:cubicBezTo>
                <a:lnTo>
                  <a:pt x="387590" y="180505"/>
                </a:lnTo>
                <a:lnTo>
                  <a:pt x="415140" y="163527"/>
                </a:lnTo>
                <a:cubicBezTo>
                  <a:pt x="419261" y="160983"/>
                  <a:pt x="420537" y="155592"/>
                  <a:pt x="417993" y="151480"/>
                </a:cubicBezTo>
                <a:cubicBezTo>
                  <a:pt x="415445" y="147367"/>
                  <a:pt x="410044" y="146093"/>
                  <a:pt x="405923" y="148632"/>
                </a:cubicBezTo>
                <a:lnTo>
                  <a:pt x="374216" y="168176"/>
                </a:lnTo>
                <a:cubicBezTo>
                  <a:pt x="371627" y="169768"/>
                  <a:pt x="370050" y="172584"/>
                  <a:pt x="370050" y="175623"/>
                </a:cubicBezTo>
                <a:lnTo>
                  <a:pt x="370050" y="209161"/>
                </a:lnTo>
                <a:cubicBezTo>
                  <a:pt x="361754" y="213265"/>
                  <a:pt x="356019" y="221781"/>
                  <a:pt x="356019" y="231635"/>
                </a:cubicBezTo>
                <a:cubicBezTo>
                  <a:pt x="356019" y="245470"/>
                  <a:pt x="367296" y="256720"/>
                  <a:pt x="381158" y="256720"/>
                </a:cubicBezTo>
                <a:cubicBezTo>
                  <a:pt x="384130" y="256720"/>
                  <a:pt x="386974" y="256179"/>
                  <a:pt x="389623" y="255228"/>
                </a:cubicBezTo>
                <a:lnTo>
                  <a:pt x="418139" y="284421"/>
                </a:lnTo>
                <a:cubicBezTo>
                  <a:pt x="419812" y="286132"/>
                  <a:pt x="422087" y="287060"/>
                  <a:pt x="424421" y="287060"/>
                </a:cubicBezTo>
                <a:cubicBezTo>
                  <a:pt x="425141" y="287060"/>
                  <a:pt x="425865" y="286973"/>
                  <a:pt x="426581" y="286791"/>
                </a:cubicBezTo>
                <a:lnTo>
                  <a:pt x="508292" y="266051"/>
                </a:lnTo>
                <a:cubicBezTo>
                  <a:pt x="504869" y="290949"/>
                  <a:pt x="497207" y="315188"/>
                  <a:pt x="485606" y="337376"/>
                </a:cubicBezTo>
                <a:close/>
                <a:moveTo>
                  <a:pt x="385835" y="237599"/>
                </a:moveTo>
                <a:cubicBezTo>
                  <a:pt x="384545" y="238609"/>
                  <a:pt x="382922" y="239219"/>
                  <a:pt x="381158" y="239219"/>
                </a:cubicBezTo>
                <a:cubicBezTo>
                  <a:pt x="376969" y="239219"/>
                  <a:pt x="373559" y="235816"/>
                  <a:pt x="373559" y="231630"/>
                </a:cubicBezTo>
                <a:cubicBezTo>
                  <a:pt x="373559" y="227450"/>
                  <a:pt x="376969" y="224047"/>
                  <a:pt x="381158" y="224047"/>
                </a:cubicBezTo>
                <a:cubicBezTo>
                  <a:pt x="385347" y="224047"/>
                  <a:pt x="388757" y="227450"/>
                  <a:pt x="388757" y="231630"/>
                </a:cubicBezTo>
                <a:cubicBezTo>
                  <a:pt x="388757" y="233982"/>
                  <a:pt x="387681" y="236089"/>
                  <a:pt x="385994" y="237481"/>
                </a:cubicBezTo>
                <a:cubicBezTo>
                  <a:pt x="385940" y="237517"/>
                  <a:pt x="385890" y="237558"/>
                  <a:pt x="385835" y="23759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" name="Google Shape;68;p16"/>
          <p:cNvGrpSpPr/>
          <p:nvPr/>
        </p:nvGrpSpPr>
        <p:grpSpPr>
          <a:xfrm>
            <a:off x="5918115" y="1115867"/>
            <a:ext cx="333625" cy="345765"/>
            <a:chOff x="682948" y="1138346"/>
            <a:chExt cx="474304" cy="491562"/>
          </a:xfrm>
        </p:grpSpPr>
        <p:sp>
          <p:nvSpPr>
            <p:cNvPr id="69" name="Google Shape;69;p16"/>
            <p:cNvSpPr/>
            <p:nvPr/>
          </p:nvSpPr>
          <p:spPr>
            <a:xfrm>
              <a:off x="756387" y="1154665"/>
              <a:ext cx="332411" cy="397263"/>
            </a:xfrm>
            <a:custGeom>
              <a:rect b="b" l="l" r="r" t="t"/>
              <a:pathLst>
                <a:path extrusionOk="0" h="482995" w="404147">
                  <a:moveTo>
                    <a:pt x="318295" y="115706"/>
                  </a:moveTo>
                  <a:lnTo>
                    <a:pt x="318295" y="57235"/>
                  </a:lnTo>
                  <a:lnTo>
                    <a:pt x="322680" y="57235"/>
                  </a:lnTo>
                  <a:cubicBezTo>
                    <a:pt x="331213" y="57235"/>
                    <a:pt x="338152" y="50295"/>
                    <a:pt x="338152" y="41763"/>
                  </a:cubicBezTo>
                  <a:lnTo>
                    <a:pt x="338152" y="15472"/>
                  </a:lnTo>
                  <a:cubicBezTo>
                    <a:pt x="338152" y="6940"/>
                    <a:pt x="331213" y="0"/>
                    <a:pt x="322680" y="0"/>
                  </a:cubicBezTo>
                  <a:lnTo>
                    <a:pt x="296390" y="0"/>
                  </a:lnTo>
                  <a:cubicBezTo>
                    <a:pt x="287858" y="0"/>
                    <a:pt x="280918" y="6940"/>
                    <a:pt x="280918" y="15472"/>
                  </a:cubicBezTo>
                  <a:lnTo>
                    <a:pt x="280918" y="41763"/>
                  </a:lnTo>
                  <a:cubicBezTo>
                    <a:pt x="280918" y="50295"/>
                    <a:pt x="287858" y="57235"/>
                    <a:pt x="296390" y="57235"/>
                  </a:cubicBezTo>
                  <a:lnTo>
                    <a:pt x="300775" y="57235"/>
                  </a:lnTo>
                  <a:lnTo>
                    <a:pt x="300775" y="104646"/>
                  </a:lnTo>
                  <a:cubicBezTo>
                    <a:pt x="271569" y="88225"/>
                    <a:pt x="237900" y="78844"/>
                    <a:pt x="202074" y="78844"/>
                  </a:cubicBezTo>
                  <a:cubicBezTo>
                    <a:pt x="90648" y="78844"/>
                    <a:pt x="0" y="169491"/>
                    <a:pt x="0" y="280918"/>
                  </a:cubicBezTo>
                  <a:cubicBezTo>
                    <a:pt x="0" y="299620"/>
                    <a:pt x="2555" y="318145"/>
                    <a:pt x="7601" y="335990"/>
                  </a:cubicBezTo>
                  <a:cubicBezTo>
                    <a:pt x="8916" y="340644"/>
                    <a:pt x="13761" y="343354"/>
                    <a:pt x="18415" y="342035"/>
                  </a:cubicBezTo>
                  <a:cubicBezTo>
                    <a:pt x="23069" y="340721"/>
                    <a:pt x="25779" y="335880"/>
                    <a:pt x="24461" y="331222"/>
                  </a:cubicBezTo>
                  <a:cubicBezTo>
                    <a:pt x="20646" y="317721"/>
                    <a:pt x="18415" y="303781"/>
                    <a:pt x="17754" y="289678"/>
                  </a:cubicBezTo>
                  <a:lnTo>
                    <a:pt x="114410" y="289678"/>
                  </a:lnTo>
                  <a:cubicBezTo>
                    <a:pt x="114762" y="309453"/>
                    <a:pt x="116313" y="328776"/>
                    <a:pt x="119032" y="347333"/>
                  </a:cubicBezTo>
                  <a:cubicBezTo>
                    <a:pt x="109519" y="351804"/>
                    <a:pt x="102794" y="361258"/>
                    <a:pt x="102251" y="372314"/>
                  </a:cubicBezTo>
                  <a:cubicBezTo>
                    <a:pt x="84780" y="377287"/>
                    <a:pt x="68573" y="383520"/>
                    <a:pt x="53904" y="390920"/>
                  </a:cubicBezTo>
                  <a:cubicBezTo>
                    <a:pt x="47297" y="382032"/>
                    <a:pt x="41461" y="372551"/>
                    <a:pt x="36520" y="362545"/>
                  </a:cubicBezTo>
                  <a:cubicBezTo>
                    <a:pt x="34380" y="358206"/>
                    <a:pt x="29128" y="356426"/>
                    <a:pt x="24785" y="358571"/>
                  </a:cubicBezTo>
                  <a:cubicBezTo>
                    <a:pt x="20450" y="360715"/>
                    <a:pt x="18671" y="365967"/>
                    <a:pt x="20811" y="370306"/>
                  </a:cubicBezTo>
                  <a:cubicBezTo>
                    <a:pt x="37268" y="403609"/>
                    <a:pt x="62569" y="431748"/>
                    <a:pt x="93987" y="451677"/>
                  </a:cubicBezTo>
                  <a:cubicBezTo>
                    <a:pt x="126282" y="472164"/>
                    <a:pt x="163656" y="482996"/>
                    <a:pt x="202074" y="482996"/>
                  </a:cubicBezTo>
                  <a:cubicBezTo>
                    <a:pt x="313500" y="482996"/>
                    <a:pt x="404148" y="392344"/>
                    <a:pt x="404148" y="280922"/>
                  </a:cubicBezTo>
                  <a:cubicBezTo>
                    <a:pt x="404148" y="212723"/>
                    <a:pt x="370187" y="152317"/>
                    <a:pt x="318295" y="115706"/>
                  </a:cubicBezTo>
                  <a:close/>
                  <a:moveTo>
                    <a:pt x="298438" y="17521"/>
                  </a:moveTo>
                  <a:lnTo>
                    <a:pt x="320632" y="17521"/>
                  </a:lnTo>
                  <a:lnTo>
                    <a:pt x="320632" y="39714"/>
                  </a:lnTo>
                  <a:lnTo>
                    <a:pt x="298438" y="39714"/>
                  </a:lnTo>
                  <a:close/>
                  <a:moveTo>
                    <a:pt x="338759" y="157044"/>
                  </a:moveTo>
                  <a:cubicBezTo>
                    <a:pt x="320504" y="165855"/>
                    <a:pt x="299935" y="172745"/>
                    <a:pt x="277874" y="177526"/>
                  </a:cubicBezTo>
                  <a:cubicBezTo>
                    <a:pt x="272057" y="154380"/>
                    <a:pt x="264309" y="134235"/>
                    <a:pt x="254992" y="118211"/>
                  </a:cubicBezTo>
                  <a:cubicBezTo>
                    <a:pt x="251178" y="111654"/>
                    <a:pt x="247144" y="105887"/>
                    <a:pt x="242933" y="100932"/>
                  </a:cubicBezTo>
                  <a:cubicBezTo>
                    <a:pt x="280489" y="109451"/>
                    <a:pt x="313733" y="129454"/>
                    <a:pt x="338759" y="157044"/>
                  </a:cubicBezTo>
                  <a:close/>
                  <a:moveTo>
                    <a:pt x="386412" y="272157"/>
                  </a:moveTo>
                  <a:lnTo>
                    <a:pt x="289742" y="272157"/>
                  </a:lnTo>
                  <a:cubicBezTo>
                    <a:pt x="289587" y="263620"/>
                    <a:pt x="289208" y="255097"/>
                    <a:pt x="288610" y="246711"/>
                  </a:cubicBezTo>
                  <a:cubicBezTo>
                    <a:pt x="288264" y="241888"/>
                    <a:pt x="284070" y="238247"/>
                    <a:pt x="279248" y="238598"/>
                  </a:cubicBezTo>
                  <a:cubicBezTo>
                    <a:pt x="274420" y="238945"/>
                    <a:pt x="270788" y="243134"/>
                    <a:pt x="271135" y="247961"/>
                  </a:cubicBezTo>
                  <a:cubicBezTo>
                    <a:pt x="271706" y="255932"/>
                    <a:pt x="272061" y="264040"/>
                    <a:pt x="272217" y="272157"/>
                  </a:cubicBezTo>
                  <a:lnTo>
                    <a:pt x="229313" y="272157"/>
                  </a:lnTo>
                  <a:cubicBezTo>
                    <a:pt x="225604" y="260650"/>
                    <a:pt x="214799" y="252300"/>
                    <a:pt x="202074" y="252300"/>
                  </a:cubicBezTo>
                  <a:cubicBezTo>
                    <a:pt x="189348" y="252300"/>
                    <a:pt x="178544" y="260650"/>
                    <a:pt x="174834" y="272157"/>
                  </a:cubicBezTo>
                  <a:lnTo>
                    <a:pt x="131931" y="272157"/>
                  </a:lnTo>
                  <a:cubicBezTo>
                    <a:pt x="132269" y="253715"/>
                    <a:pt x="133692" y="235696"/>
                    <a:pt x="136165" y="218386"/>
                  </a:cubicBezTo>
                  <a:cubicBezTo>
                    <a:pt x="147504" y="217646"/>
                    <a:pt x="157163" y="210665"/>
                    <a:pt x="161730" y="200846"/>
                  </a:cubicBezTo>
                  <a:cubicBezTo>
                    <a:pt x="175008" y="202229"/>
                    <a:pt x="188541" y="202936"/>
                    <a:pt x="202074" y="202936"/>
                  </a:cubicBezTo>
                  <a:cubicBezTo>
                    <a:pt x="223450" y="202936"/>
                    <a:pt x="244425" y="201216"/>
                    <a:pt x="264487" y="197899"/>
                  </a:cubicBezTo>
                  <a:cubicBezTo>
                    <a:pt x="265509" y="203009"/>
                    <a:pt x="266445" y="208261"/>
                    <a:pt x="267280" y="213640"/>
                  </a:cubicBezTo>
                  <a:cubicBezTo>
                    <a:pt x="267950" y="217966"/>
                    <a:pt x="271678" y="221059"/>
                    <a:pt x="275926" y="221059"/>
                  </a:cubicBezTo>
                  <a:cubicBezTo>
                    <a:pt x="276369" y="221059"/>
                    <a:pt x="276825" y="221023"/>
                    <a:pt x="277277" y="220954"/>
                  </a:cubicBezTo>
                  <a:cubicBezTo>
                    <a:pt x="282058" y="220211"/>
                    <a:pt x="285334" y="215735"/>
                    <a:pt x="284591" y="210953"/>
                  </a:cubicBezTo>
                  <a:cubicBezTo>
                    <a:pt x="283728" y="205377"/>
                    <a:pt x="282752" y="199938"/>
                    <a:pt x="281689" y="194614"/>
                  </a:cubicBezTo>
                  <a:cubicBezTo>
                    <a:pt x="306606" y="189202"/>
                    <a:pt x="329794" y="181231"/>
                    <a:pt x="350189" y="170942"/>
                  </a:cubicBezTo>
                  <a:cubicBezTo>
                    <a:pt x="371437" y="199487"/>
                    <a:pt x="384637" y="234350"/>
                    <a:pt x="386412" y="272157"/>
                  </a:cubicBezTo>
                  <a:close/>
                  <a:moveTo>
                    <a:pt x="350193" y="390888"/>
                  </a:moveTo>
                  <a:cubicBezTo>
                    <a:pt x="335543" y="383501"/>
                    <a:pt x="319349" y="377282"/>
                    <a:pt x="301906" y="372314"/>
                  </a:cubicBezTo>
                  <a:cubicBezTo>
                    <a:pt x="301363" y="361253"/>
                    <a:pt x="294633" y="351795"/>
                    <a:pt x="285115" y="347328"/>
                  </a:cubicBezTo>
                  <a:cubicBezTo>
                    <a:pt x="287835" y="328771"/>
                    <a:pt x="289386" y="309448"/>
                    <a:pt x="289737" y="289678"/>
                  </a:cubicBezTo>
                  <a:lnTo>
                    <a:pt x="386412" y="289678"/>
                  </a:lnTo>
                  <a:cubicBezTo>
                    <a:pt x="384637" y="327480"/>
                    <a:pt x="371437" y="362349"/>
                    <a:pt x="350193" y="390888"/>
                  </a:cubicBezTo>
                  <a:close/>
                  <a:moveTo>
                    <a:pt x="202074" y="465471"/>
                  </a:moveTo>
                  <a:cubicBezTo>
                    <a:pt x="182112" y="465471"/>
                    <a:pt x="161799" y="439636"/>
                    <a:pt x="148275" y="397554"/>
                  </a:cubicBezTo>
                  <a:cubicBezTo>
                    <a:pt x="154416" y="393183"/>
                    <a:pt x="158801" y="386504"/>
                    <a:pt x="160147" y="378788"/>
                  </a:cubicBezTo>
                  <a:cubicBezTo>
                    <a:pt x="187683" y="375663"/>
                    <a:pt x="216456" y="375663"/>
                    <a:pt x="243992" y="378788"/>
                  </a:cubicBezTo>
                  <a:cubicBezTo>
                    <a:pt x="245338" y="386508"/>
                    <a:pt x="249722" y="393193"/>
                    <a:pt x="255868" y="397564"/>
                  </a:cubicBezTo>
                  <a:cubicBezTo>
                    <a:pt x="242344" y="439636"/>
                    <a:pt x="222031" y="465471"/>
                    <a:pt x="202074" y="465471"/>
                  </a:cubicBezTo>
                  <a:close/>
                  <a:moveTo>
                    <a:pt x="120141" y="376771"/>
                  </a:moveTo>
                  <a:cubicBezTo>
                    <a:pt x="120127" y="376721"/>
                    <a:pt x="120123" y="376666"/>
                    <a:pt x="120109" y="376616"/>
                  </a:cubicBezTo>
                  <a:cubicBezTo>
                    <a:pt x="120095" y="376566"/>
                    <a:pt x="120077" y="376520"/>
                    <a:pt x="120063" y="376475"/>
                  </a:cubicBezTo>
                  <a:cubicBezTo>
                    <a:pt x="119858" y="375603"/>
                    <a:pt x="119735" y="374700"/>
                    <a:pt x="119735" y="373764"/>
                  </a:cubicBezTo>
                  <a:cubicBezTo>
                    <a:pt x="119735" y="367755"/>
                    <a:pt x="124307" y="362791"/>
                    <a:pt x="130156" y="362166"/>
                  </a:cubicBezTo>
                  <a:cubicBezTo>
                    <a:pt x="130197" y="362161"/>
                    <a:pt x="130238" y="362166"/>
                    <a:pt x="130284" y="362157"/>
                  </a:cubicBezTo>
                  <a:lnTo>
                    <a:pt x="130293" y="362157"/>
                  </a:lnTo>
                  <a:cubicBezTo>
                    <a:pt x="130658" y="362120"/>
                    <a:pt x="131028" y="362098"/>
                    <a:pt x="131402" y="362098"/>
                  </a:cubicBezTo>
                  <a:cubicBezTo>
                    <a:pt x="137251" y="362098"/>
                    <a:pt x="142097" y="366437"/>
                    <a:pt x="142927" y="372058"/>
                  </a:cubicBezTo>
                  <a:cubicBezTo>
                    <a:pt x="142932" y="372099"/>
                    <a:pt x="142932" y="372140"/>
                    <a:pt x="142936" y="372181"/>
                  </a:cubicBezTo>
                  <a:cubicBezTo>
                    <a:pt x="142950" y="372277"/>
                    <a:pt x="142973" y="372373"/>
                    <a:pt x="142991" y="372469"/>
                  </a:cubicBezTo>
                  <a:cubicBezTo>
                    <a:pt x="143041" y="372893"/>
                    <a:pt x="143069" y="373326"/>
                    <a:pt x="143069" y="373764"/>
                  </a:cubicBezTo>
                  <a:cubicBezTo>
                    <a:pt x="143069" y="380198"/>
                    <a:pt x="137835" y="385431"/>
                    <a:pt x="131402" y="385431"/>
                  </a:cubicBezTo>
                  <a:cubicBezTo>
                    <a:pt x="126009" y="385431"/>
                    <a:pt x="121473" y="381749"/>
                    <a:pt x="120141" y="376771"/>
                  </a:cubicBezTo>
                  <a:close/>
                  <a:moveTo>
                    <a:pt x="272750" y="385436"/>
                  </a:moveTo>
                  <a:cubicBezTo>
                    <a:pt x="266308" y="385436"/>
                    <a:pt x="261074" y="380202"/>
                    <a:pt x="261074" y="373764"/>
                  </a:cubicBezTo>
                  <a:cubicBezTo>
                    <a:pt x="261074" y="373313"/>
                    <a:pt x="261106" y="372866"/>
                    <a:pt x="261156" y="372428"/>
                  </a:cubicBezTo>
                  <a:cubicBezTo>
                    <a:pt x="261170" y="372345"/>
                    <a:pt x="261188" y="372263"/>
                    <a:pt x="261202" y="372181"/>
                  </a:cubicBezTo>
                  <a:cubicBezTo>
                    <a:pt x="261207" y="372140"/>
                    <a:pt x="261207" y="372099"/>
                    <a:pt x="261211" y="372058"/>
                  </a:cubicBezTo>
                  <a:cubicBezTo>
                    <a:pt x="262042" y="366428"/>
                    <a:pt x="266892" y="362088"/>
                    <a:pt x="272750" y="362088"/>
                  </a:cubicBezTo>
                  <a:cubicBezTo>
                    <a:pt x="273125" y="362088"/>
                    <a:pt x="273494" y="362111"/>
                    <a:pt x="273859" y="362148"/>
                  </a:cubicBezTo>
                  <a:lnTo>
                    <a:pt x="273868" y="362148"/>
                  </a:lnTo>
                  <a:cubicBezTo>
                    <a:pt x="273909" y="362157"/>
                    <a:pt x="273950" y="362152"/>
                    <a:pt x="273991" y="362161"/>
                  </a:cubicBezTo>
                  <a:cubicBezTo>
                    <a:pt x="279845" y="362782"/>
                    <a:pt x="284422" y="367751"/>
                    <a:pt x="284422" y="373764"/>
                  </a:cubicBezTo>
                  <a:cubicBezTo>
                    <a:pt x="284422" y="374700"/>
                    <a:pt x="284299" y="375608"/>
                    <a:pt x="284089" y="376484"/>
                  </a:cubicBezTo>
                  <a:cubicBezTo>
                    <a:pt x="284075" y="376529"/>
                    <a:pt x="284061" y="376571"/>
                    <a:pt x="284048" y="376621"/>
                  </a:cubicBezTo>
                  <a:cubicBezTo>
                    <a:pt x="284034" y="376671"/>
                    <a:pt x="284025" y="376721"/>
                    <a:pt x="284016" y="376771"/>
                  </a:cubicBezTo>
                  <a:cubicBezTo>
                    <a:pt x="282683" y="381754"/>
                    <a:pt x="278144" y="385436"/>
                    <a:pt x="272750" y="385436"/>
                  </a:cubicBezTo>
                  <a:close/>
                  <a:moveTo>
                    <a:pt x="213170" y="280918"/>
                  </a:moveTo>
                  <a:cubicBezTo>
                    <a:pt x="213170" y="287036"/>
                    <a:pt x="208192" y="292014"/>
                    <a:pt x="202074" y="292014"/>
                  </a:cubicBezTo>
                  <a:cubicBezTo>
                    <a:pt x="195955" y="292014"/>
                    <a:pt x="190977" y="287036"/>
                    <a:pt x="190977" y="280918"/>
                  </a:cubicBezTo>
                  <a:cubicBezTo>
                    <a:pt x="190977" y="274799"/>
                    <a:pt x="195955" y="269821"/>
                    <a:pt x="202074" y="269821"/>
                  </a:cubicBezTo>
                  <a:cubicBezTo>
                    <a:pt x="208192" y="269821"/>
                    <a:pt x="213170" y="274799"/>
                    <a:pt x="213170" y="280918"/>
                  </a:cubicBezTo>
                  <a:close/>
                  <a:moveTo>
                    <a:pt x="53959" y="170942"/>
                  </a:moveTo>
                  <a:cubicBezTo>
                    <a:pt x="69066" y="178558"/>
                    <a:pt x="85793" y="184932"/>
                    <a:pt x="103852" y="189973"/>
                  </a:cubicBezTo>
                  <a:cubicBezTo>
                    <a:pt x="104500" y="200427"/>
                    <a:pt x="110454" y="209456"/>
                    <a:pt x="119051" y="214411"/>
                  </a:cubicBezTo>
                  <a:cubicBezTo>
                    <a:pt x="116322" y="232995"/>
                    <a:pt x="114762" y="252350"/>
                    <a:pt x="114410" y="272157"/>
                  </a:cubicBezTo>
                  <a:lnTo>
                    <a:pt x="17735" y="272157"/>
                  </a:lnTo>
                  <a:cubicBezTo>
                    <a:pt x="19510" y="234350"/>
                    <a:pt x="32710" y="199487"/>
                    <a:pt x="53959" y="170942"/>
                  </a:cubicBezTo>
                  <a:close/>
                  <a:moveTo>
                    <a:pt x="202074" y="96365"/>
                  </a:moveTo>
                  <a:cubicBezTo>
                    <a:pt x="225106" y="96365"/>
                    <a:pt x="247541" y="129773"/>
                    <a:pt x="260600" y="180789"/>
                  </a:cubicBezTo>
                  <a:cubicBezTo>
                    <a:pt x="241801" y="183832"/>
                    <a:pt x="222145" y="185415"/>
                    <a:pt x="202074" y="185415"/>
                  </a:cubicBezTo>
                  <a:cubicBezTo>
                    <a:pt x="189376" y="185415"/>
                    <a:pt x="176673" y="184758"/>
                    <a:pt x="164212" y="183490"/>
                  </a:cubicBezTo>
                  <a:cubicBezTo>
                    <a:pt x="162784" y="174123"/>
                    <a:pt x="157067" y="166156"/>
                    <a:pt x="149137" y="161648"/>
                  </a:cubicBezTo>
                  <a:cubicBezTo>
                    <a:pt x="162647" y="121163"/>
                    <a:pt x="182591" y="96365"/>
                    <a:pt x="202074" y="96365"/>
                  </a:cubicBezTo>
                  <a:close/>
                  <a:moveTo>
                    <a:pt x="134171" y="175209"/>
                  </a:moveTo>
                  <a:cubicBezTo>
                    <a:pt x="135015" y="175209"/>
                    <a:pt x="135837" y="175295"/>
                    <a:pt x="136635" y="175450"/>
                  </a:cubicBezTo>
                  <a:cubicBezTo>
                    <a:pt x="136681" y="175459"/>
                    <a:pt x="136722" y="175464"/>
                    <a:pt x="136768" y="175473"/>
                  </a:cubicBezTo>
                  <a:cubicBezTo>
                    <a:pt x="142622" y="176678"/>
                    <a:pt x="147034" y="181870"/>
                    <a:pt x="147034" y="188071"/>
                  </a:cubicBezTo>
                  <a:cubicBezTo>
                    <a:pt x="147034" y="188737"/>
                    <a:pt x="146965" y="189385"/>
                    <a:pt x="146869" y="190024"/>
                  </a:cubicBezTo>
                  <a:cubicBezTo>
                    <a:pt x="146860" y="190101"/>
                    <a:pt x="146838" y="190179"/>
                    <a:pt x="146828" y="190256"/>
                  </a:cubicBezTo>
                  <a:cubicBezTo>
                    <a:pt x="146828" y="190279"/>
                    <a:pt x="146828" y="190302"/>
                    <a:pt x="146824" y="190325"/>
                  </a:cubicBezTo>
                  <a:cubicBezTo>
                    <a:pt x="145756" y="196348"/>
                    <a:pt x="140495" y="200938"/>
                    <a:pt x="134171" y="200938"/>
                  </a:cubicBezTo>
                  <a:cubicBezTo>
                    <a:pt x="133131" y="200938"/>
                    <a:pt x="132127" y="200801"/>
                    <a:pt x="131160" y="200568"/>
                  </a:cubicBezTo>
                  <a:cubicBezTo>
                    <a:pt x="131050" y="200536"/>
                    <a:pt x="130941" y="200509"/>
                    <a:pt x="130827" y="200481"/>
                  </a:cubicBezTo>
                  <a:cubicBezTo>
                    <a:pt x="125352" y="199003"/>
                    <a:pt x="121309" y="194007"/>
                    <a:pt x="121309" y="188075"/>
                  </a:cubicBezTo>
                  <a:cubicBezTo>
                    <a:pt x="121309" y="187213"/>
                    <a:pt x="121396" y="186373"/>
                    <a:pt x="121555" y="185557"/>
                  </a:cubicBezTo>
                  <a:cubicBezTo>
                    <a:pt x="121555" y="185557"/>
                    <a:pt x="121560" y="185557"/>
                    <a:pt x="121560" y="185552"/>
                  </a:cubicBezTo>
                  <a:cubicBezTo>
                    <a:pt x="121569" y="185507"/>
                    <a:pt x="121578" y="185456"/>
                    <a:pt x="121587" y="185406"/>
                  </a:cubicBezTo>
                  <a:cubicBezTo>
                    <a:pt x="122819" y="179589"/>
                    <a:pt x="127993" y="175209"/>
                    <a:pt x="134171" y="175209"/>
                  </a:cubicBezTo>
                  <a:close/>
                  <a:moveTo>
                    <a:pt x="161237" y="100927"/>
                  </a:moveTo>
                  <a:cubicBezTo>
                    <a:pt x="149835" y="114324"/>
                    <a:pt x="139861" y="133542"/>
                    <a:pt x="131968" y="157774"/>
                  </a:cubicBezTo>
                  <a:cubicBezTo>
                    <a:pt x="121660" y="158518"/>
                    <a:pt x="112768" y="164422"/>
                    <a:pt x="107858" y="172913"/>
                  </a:cubicBezTo>
                  <a:cubicBezTo>
                    <a:pt x="92568" y="168602"/>
                    <a:pt x="78369" y="163268"/>
                    <a:pt x="65411" y="157017"/>
                  </a:cubicBezTo>
                  <a:cubicBezTo>
                    <a:pt x="90442" y="129435"/>
                    <a:pt x="123686" y="109441"/>
                    <a:pt x="161237" y="100927"/>
                  </a:cubicBezTo>
                  <a:close/>
                  <a:moveTo>
                    <a:pt x="174834" y="289678"/>
                  </a:moveTo>
                  <a:cubicBezTo>
                    <a:pt x="178544" y="301185"/>
                    <a:pt x="189348" y="309535"/>
                    <a:pt x="202074" y="309535"/>
                  </a:cubicBezTo>
                  <a:cubicBezTo>
                    <a:pt x="214799" y="309535"/>
                    <a:pt x="225604" y="301185"/>
                    <a:pt x="229313" y="289678"/>
                  </a:cubicBezTo>
                  <a:lnTo>
                    <a:pt x="272217" y="289678"/>
                  </a:lnTo>
                  <a:cubicBezTo>
                    <a:pt x="271865" y="308673"/>
                    <a:pt x="270364" y="327216"/>
                    <a:pt x="267745" y="345006"/>
                  </a:cubicBezTo>
                  <a:cubicBezTo>
                    <a:pt x="258227" y="346657"/>
                    <a:pt x="250279" y="352927"/>
                    <a:pt x="246300" y="361413"/>
                  </a:cubicBezTo>
                  <a:cubicBezTo>
                    <a:pt x="217245" y="358092"/>
                    <a:pt x="186894" y="358092"/>
                    <a:pt x="157838" y="361413"/>
                  </a:cubicBezTo>
                  <a:cubicBezTo>
                    <a:pt x="153855" y="352931"/>
                    <a:pt x="145911" y="346666"/>
                    <a:pt x="136403" y="345015"/>
                  </a:cubicBezTo>
                  <a:cubicBezTo>
                    <a:pt x="133784" y="327225"/>
                    <a:pt x="132278" y="308677"/>
                    <a:pt x="131927" y="289678"/>
                  </a:cubicBezTo>
                  <a:close/>
                  <a:moveTo>
                    <a:pt x="65338" y="404855"/>
                  </a:moveTo>
                  <a:cubicBezTo>
                    <a:pt x="77981" y="398750"/>
                    <a:pt x="91811" y="393516"/>
                    <a:pt x="106686" y="389259"/>
                  </a:cubicBezTo>
                  <a:cubicBezTo>
                    <a:pt x="111855" y="397472"/>
                    <a:pt x="120994" y="402948"/>
                    <a:pt x="131397" y="402948"/>
                  </a:cubicBezTo>
                  <a:cubicBezTo>
                    <a:pt x="131470" y="402948"/>
                    <a:pt x="131534" y="402943"/>
                    <a:pt x="131607" y="402943"/>
                  </a:cubicBezTo>
                  <a:cubicBezTo>
                    <a:pt x="139546" y="427705"/>
                    <a:pt x="149634" y="447293"/>
                    <a:pt x="161196" y="460890"/>
                  </a:cubicBezTo>
                  <a:cubicBezTo>
                    <a:pt x="140769" y="456268"/>
                    <a:pt x="121213" y="448201"/>
                    <a:pt x="103373" y="436881"/>
                  </a:cubicBezTo>
                  <a:cubicBezTo>
                    <a:pt x="89238" y="427915"/>
                    <a:pt x="76467" y="417124"/>
                    <a:pt x="65338" y="404855"/>
                  </a:cubicBezTo>
                  <a:close/>
                  <a:moveTo>
                    <a:pt x="242938" y="460903"/>
                  </a:moveTo>
                  <a:cubicBezTo>
                    <a:pt x="254504" y="447306"/>
                    <a:pt x="264597" y="427719"/>
                    <a:pt x="272540" y="402952"/>
                  </a:cubicBezTo>
                  <a:cubicBezTo>
                    <a:pt x="272609" y="402952"/>
                    <a:pt x="272677" y="402957"/>
                    <a:pt x="272746" y="402957"/>
                  </a:cubicBezTo>
                  <a:cubicBezTo>
                    <a:pt x="283153" y="402957"/>
                    <a:pt x="292302" y="397481"/>
                    <a:pt x="297471" y="389259"/>
                  </a:cubicBezTo>
                  <a:cubicBezTo>
                    <a:pt x="312314" y="393512"/>
                    <a:pt x="326121" y="398727"/>
                    <a:pt x="338736" y="404814"/>
                  </a:cubicBezTo>
                  <a:cubicBezTo>
                    <a:pt x="313714" y="432391"/>
                    <a:pt x="280484" y="452385"/>
                    <a:pt x="242938" y="460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6"/>
            <p:cNvSpPr/>
            <p:nvPr/>
          </p:nvSpPr>
          <p:spPr>
            <a:xfrm>
              <a:off x="1109182" y="1578020"/>
              <a:ext cx="14410" cy="25939"/>
            </a:xfrm>
            <a:custGeom>
              <a:rect b="b" l="l" r="r" t="t"/>
              <a:pathLst>
                <a:path extrusionOk="0" h="31537" w="17520">
                  <a:moveTo>
                    <a:pt x="8760" y="0"/>
                  </a:moveTo>
                  <a:cubicBezTo>
                    <a:pt x="3919" y="0"/>
                    <a:pt x="0" y="3919"/>
                    <a:pt x="0" y="8760"/>
                  </a:cubicBezTo>
                  <a:lnTo>
                    <a:pt x="0" y="22777"/>
                  </a:lnTo>
                  <a:cubicBezTo>
                    <a:pt x="0" y="27618"/>
                    <a:pt x="3919" y="31538"/>
                    <a:pt x="8760" y="31538"/>
                  </a:cubicBezTo>
                  <a:cubicBezTo>
                    <a:pt x="13601" y="31538"/>
                    <a:pt x="17521" y="27618"/>
                    <a:pt x="17521" y="22777"/>
                  </a:cubicBezTo>
                  <a:lnTo>
                    <a:pt x="17521" y="8760"/>
                  </a:lnTo>
                  <a:cubicBezTo>
                    <a:pt x="17521" y="3919"/>
                    <a:pt x="13601" y="0"/>
                    <a:pt x="87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6"/>
            <p:cNvSpPr/>
            <p:nvPr/>
          </p:nvSpPr>
          <p:spPr>
            <a:xfrm>
              <a:off x="1096702" y="1467622"/>
              <a:ext cx="39390" cy="95111"/>
            </a:xfrm>
            <a:custGeom>
              <a:rect b="b" l="l" r="r" t="t"/>
              <a:pathLst>
                <a:path extrusionOk="0" h="115637" w="47890">
                  <a:moveTo>
                    <a:pt x="32418" y="0"/>
                  </a:moveTo>
                  <a:lnTo>
                    <a:pt x="15472" y="0"/>
                  </a:lnTo>
                  <a:cubicBezTo>
                    <a:pt x="6940" y="0"/>
                    <a:pt x="0" y="6940"/>
                    <a:pt x="0" y="15472"/>
                  </a:cubicBezTo>
                  <a:lnTo>
                    <a:pt x="0" y="32418"/>
                  </a:lnTo>
                  <a:cubicBezTo>
                    <a:pt x="0" y="40850"/>
                    <a:pt x="6789" y="47717"/>
                    <a:pt x="15185" y="47877"/>
                  </a:cubicBezTo>
                  <a:lnTo>
                    <a:pt x="15185" y="106877"/>
                  </a:lnTo>
                  <a:cubicBezTo>
                    <a:pt x="15185" y="111718"/>
                    <a:pt x="19104" y="115638"/>
                    <a:pt x="23945" y="115638"/>
                  </a:cubicBezTo>
                  <a:cubicBezTo>
                    <a:pt x="28786" y="115638"/>
                    <a:pt x="32706" y="111718"/>
                    <a:pt x="32706" y="106877"/>
                  </a:cubicBezTo>
                  <a:lnTo>
                    <a:pt x="32706" y="47877"/>
                  </a:lnTo>
                  <a:cubicBezTo>
                    <a:pt x="41101" y="47717"/>
                    <a:pt x="47890" y="40850"/>
                    <a:pt x="47890" y="32418"/>
                  </a:cubicBezTo>
                  <a:lnTo>
                    <a:pt x="47890" y="15472"/>
                  </a:lnTo>
                  <a:cubicBezTo>
                    <a:pt x="47890" y="6940"/>
                    <a:pt x="40950" y="0"/>
                    <a:pt x="32418" y="0"/>
                  </a:cubicBezTo>
                  <a:close/>
                  <a:moveTo>
                    <a:pt x="17521" y="17521"/>
                  </a:moveTo>
                  <a:lnTo>
                    <a:pt x="30369" y="17521"/>
                  </a:lnTo>
                  <a:lnTo>
                    <a:pt x="30369" y="30369"/>
                  </a:lnTo>
                  <a:lnTo>
                    <a:pt x="17521" y="303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6"/>
            <p:cNvSpPr/>
            <p:nvPr/>
          </p:nvSpPr>
          <p:spPr>
            <a:xfrm>
              <a:off x="833665" y="1138346"/>
              <a:ext cx="47075" cy="72054"/>
            </a:xfrm>
            <a:custGeom>
              <a:rect b="b" l="l" r="r" t="t"/>
              <a:pathLst>
                <a:path extrusionOk="0" h="87604" w="57234">
                  <a:moveTo>
                    <a:pt x="15472" y="57235"/>
                  </a:moveTo>
                  <a:lnTo>
                    <a:pt x="19857" y="57235"/>
                  </a:lnTo>
                  <a:lnTo>
                    <a:pt x="19857" y="78844"/>
                  </a:lnTo>
                  <a:cubicBezTo>
                    <a:pt x="19857" y="83685"/>
                    <a:pt x="23776" y="87604"/>
                    <a:pt x="28617" y="87604"/>
                  </a:cubicBezTo>
                  <a:cubicBezTo>
                    <a:pt x="33458" y="87604"/>
                    <a:pt x="37378" y="83685"/>
                    <a:pt x="37378" y="78844"/>
                  </a:cubicBezTo>
                  <a:lnTo>
                    <a:pt x="37378" y="57235"/>
                  </a:lnTo>
                  <a:lnTo>
                    <a:pt x="41763" y="57235"/>
                  </a:lnTo>
                  <a:cubicBezTo>
                    <a:pt x="50295" y="57235"/>
                    <a:pt x="57235" y="50295"/>
                    <a:pt x="57235" y="41763"/>
                  </a:cubicBezTo>
                  <a:lnTo>
                    <a:pt x="57235" y="15472"/>
                  </a:lnTo>
                  <a:cubicBezTo>
                    <a:pt x="57235" y="6940"/>
                    <a:pt x="50295" y="0"/>
                    <a:pt x="41763" y="0"/>
                  </a:cubicBezTo>
                  <a:lnTo>
                    <a:pt x="15472" y="0"/>
                  </a:lnTo>
                  <a:cubicBezTo>
                    <a:pt x="6940" y="0"/>
                    <a:pt x="0" y="6940"/>
                    <a:pt x="0" y="15472"/>
                  </a:cubicBezTo>
                  <a:lnTo>
                    <a:pt x="0" y="41763"/>
                  </a:lnTo>
                  <a:cubicBezTo>
                    <a:pt x="0" y="50295"/>
                    <a:pt x="6940" y="57235"/>
                    <a:pt x="15472" y="57235"/>
                  </a:cubicBezTo>
                  <a:close/>
                  <a:moveTo>
                    <a:pt x="17521" y="17521"/>
                  </a:moveTo>
                  <a:lnTo>
                    <a:pt x="39714" y="17521"/>
                  </a:lnTo>
                  <a:lnTo>
                    <a:pt x="39714" y="39714"/>
                  </a:lnTo>
                  <a:lnTo>
                    <a:pt x="17521" y="3971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6"/>
            <p:cNvSpPr/>
            <p:nvPr/>
          </p:nvSpPr>
          <p:spPr>
            <a:xfrm>
              <a:off x="682948" y="1528101"/>
              <a:ext cx="91269" cy="92229"/>
            </a:xfrm>
            <a:custGeom>
              <a:rect b="b" l="l" r="r" t="t"/>
              <a:pathLst>
                <a:path extrusionOk="0" h="112133" w="110965">
                  <a:moveTo>
                    <a:pt x="94339" y="0"/>
                  </a:moveTo>
                  <a:lnTo>
                    <a:pt x="63349" y="0"/>
                  </a:lnTo>
                  <a:cubicBezTo>
                    <a:pt x="54182" y="0"/>
                    <a:pt x="46722" y="7460"/>
                    <a:pt x="46722" y="16627"/>
                  </a:cubicBezTo>
                  <a:lnTo>
                    <a:pt x="46722" y="22193"/>
                  </a:lnTo>
                  <a:lnTo>
                    <a:pt x="17128" y="22193"/>
                  </a:lnTo>
                  <a:cubicBezTo>
                    <a:pt x="7684" y="22193"/>
                    <a:pt x="0" y="29877"/>
                    <a:pt x="0" y="39322"/>
                  </a:cubicBezTo>
                  <a:lnTo>
                    <a:pt x="0" y="95005"/>
                  </a:lnTo>
                  <a:cubicBezTo>
                    <a:pt x="0" y="104450"/>
                    <a:pt x="7684" y="112133"/>
                    <a:pt x="17128" y="112133"/>
                  </a:cubicBezTo>
                  <a:lnTo>
                    <a:pt x="72812" y="112133"/>
                  </a:lnTo>
                  <a:cubicBezTo>
                    <a:pt x="82257" y="112133"/>
                    <a:pt x="89940" y="104450"/>
                    <a:pt x="89940" y="95005"/>
                  </a:cubicBezTo>
                  <a:lnTo>
                    <a:pt x="89940" y="64243"/>
                  </a:lnTo>
                  <a:lnTo>
                    <a:pt x="94339" y="64243"/>
                  </a:lnTo>
                  <a:cubicBezTo>
                    <a:pt x="103510" y="64243"/>
                    <a:pt x="110965" y="56783"/>
                    <a:pt x="110965" y="47617"/>
                  </a:cubicBezTo>
                  <a:lnTo>
                    <a:pt x="110965" y="16627"/>
                  </a:lnTo>
                  <a:cubicBezTo>
                    <a:pt x="110965" y="7460"/>
                    <a:pt x="103505" y="0"/>
                    <a:pt x="94339" y="0"/>
                  </a:cubicBezTo>
                  <a:close/>
                  <a:moveTo>
                    <a:pt x="72420" y="94613"/>
                  </a:moveTo>
                  <a:lnTo>
                    <a:pt x="17521" y="94613"/>
                  </a:lnTo>
                  <a:lnTo>
                    <a:pt x="17521" y="39714"/>
                  </a:lnTo>
                  <a:lnTo>
                    <a:pt x="46722" y="39714"/>
                  </a:lnTo>
                  <a:lnTo>
                    <a:pt x="46722" y="47617"/>
                  </a:lnTo>
                  <a:cubicBezTo>
                    <a:pt x="46722" y="56783"/>
                    <a:pt x="54182" y="64243"/>
                    <a:pt x="63349" y="64243"/>
                  </a:cubicBezTo>
                  <a:lnTo>
                    <a:pt x="72420" y="64243"/>
                  </a:lnTo>
                  <a:close/>
                  <a:moveTo>
                    <a:pt x="93445" y="46722"/>
                  </a:moveTo>
                  <a:lnTo>
                    <a:pt x="64243" y="46722"/>
                  </a:lnTo>
                  <a:lnTo>
                    <a:pt x="64243" y="17521"/>
                  </a:lnTo>
                  <a:lnTo>
                    <a:pt x="93445" y="1752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6"/>
            <p:cNvSpPr/>
            <p:nvPr/>
          </p:nvSpPr>
          <p:spPr>
            <a:xfrm>
              <a:off x="1065022" y="1146025"/>
              <a:ext cx="92229" cy="91269"/>
            </a:xfrm>
            <a:custGeom>
              <a:rect b="b" l="l" r="r" t="t"/>
              <a:pathLst>
                <a:path extrusionOk="0" h="110965" w="112133">
                  <a:moveTo>
                    <a:pt x="95005" y="0"/>
                  </a:moveTo>
                  <a:lnTo>
                    <a:pt x="39322" y="0"/>
                  </a:lnTo>
                  <a:cubicBezTo>
                    <a:pt x="29877" y="0"/>
                    <a:pt x="22193" y="7684"/>
                    <a:pt x="22193" y="17128"/>
                  </a:cubicBezTo>
                  <a:lnTo>
                    <a:pt x="22193" y="46722"/>
                  </a:lnTo>
                  <a:lnTo>
                    <a:pt x="16627" y="46722"/>
                  </a:lnTo>
                  <a:cubicBezTo>
                    <a:pt x="7460" y="46722"/>
                    <a:pt x="0" y="54182"/>
                    <a:pt x="0" y="63349"/>
                  </a:cubicBezTo>
                  <a:lnTo>
                    <a:pt x="0" y="94339"/>
                  </a:lnTo>
                  <a:cubicBezTo>
                    <a:pt x="0" y="103505"/>
                    <a:pt x="7460" y="110965"/>
                    <a:pt x="16627" y="110965"/>
                  </a:cubicBezTo>
                  <a:lnTo>
                    <a:pt x="47617" y="110965"/>
                  </a:lnTo>
                  <a:cubicBezTo>
                    <a:pt x="56783" y="110965"/>
                    <a:pt x="64243" y="103505"/>
                    <a:pt x="64243" y="94339"/>
                  </a:cubicBezTo>
                  <a:lnTo>
                    <a:pt x="64243" y="89940"/>
                  </a:lnTo>
                  <a:lnTo>
                    <a:pt x="95005" y="89940"/>
                  </a:lnTo>
                  <a:cubicBezTo>
                    <a:pt x="104450" y="89940"/>
                    <a:pt x="112133" y="82257"/>
                    <a:pt x="112133" y="72812"/>
                  </a:cubicBezTo>
                  <a:lnTo>
                    <a:pt x="112133" y="17128"/>
                  </a:lnTo>
                  <a:cubicBezTo>
                    <a:pt x="112133" y="7684"/>
                    <a:pt x="104450" y="0"/>
                    <a:pt x="95005" y="0"/>
                  </a:cubicBezTo>
                  <a:close/>
                  <a:moveTo>
                    <a:pt x="46722" y="93445"/>
                  </a:moveTo>
                  <a:lnTo>
                    <a:pt x="17521" y="93445"/>
                  </a:lnTo>
                  <a:lnTo>
                    <a:pt x="17521" y="64243"/>
                  </a:lnTo>
                  <a:lnTo>
                    <a:pt x="46722" y="64243"/>
                  </a:lnTo>
                  <a:close/>
                  <a:moveTo>
                    <a:pt x="94613" y="72420"/>
                  </a:moveTo>
                  <a:lnTo>
                    <a:pt x="64243" y="72420"/>
                  </a:lnTo>
                  <a:lnTo>
                    <a:pt x="64243" y="63349"/>
                  </a:lnTo>
                  <a:cubicBezTo>
                    <a:pt x="64243" y="54182"/>
                    <a:pt x="56783" y="46722"/>
                    <a:pt x="47617" y="46722"/>
                  </a:cubicBezTo>
                  <a:lnTo>
                    <a:pt x="39714" y="46722"/>
                  </a:lnTo>
                  <a:lnTo>
                    <a:pt x="39714" y="17521"/>
                  </a:lnTo>
                  <a:lnTo>
                    <a:pt x="94613" y="1752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16"/>
            <p:cNvSpPr/>
            <p:nvPr/>
          </p:nvSpPr>
          <p:spPr>
            <a:xfrm>
              <a:off x="948864" y="1566501"/>
              <a:ext cx="14410" cy="63407"/>
            </a:xfrm>
            <a:custGeom>
              <a:rect b="b" l="l" r="r" t="t"/>
              <a:pathLst>
                <a:path extrusionOk="0" h="77091" w="17520">
                  <a:moveTo>
                    <a:pt x="8760" y="0"/>
                  </a:moveTo>
                  <a:cubicBezTo>
                    <a:pt x="3919" y="0"/>
                    <a:pt x="0" y="3919"/>
                    <a:pt x="0" y="8760"/>
                  </a:cubicBezTo>
                  <a:lnTo>
                    <a:pt x="0" y="68331"/>
                  </a:lnTo>
                  <a:cubicBezTo>
                    <a:pt x="0" y="73172"/>
                    <a:pt x="3919" y="77092"/>
                    <a:pt x="8760" y="77092"/>
                  </a:cubicBezTo>
                  <a:cubicBezTo>
                    <a:pt x="13601" y="77092"/>
                    <a:pt x="17521" y="73172"/>
                    <a:pt x="17521" y="68331"/>
                  </a:cubicBezTo>
                  <a:lnTo>
                    <a:pt x="17521" y="8760"/>
                  </a:lnTo>
                  <a:cubicBezTo>
                    <a:pt x="17521" y="3919"/>
                    <a:pt x="13601" y="0"/>
                    <a:pt x="87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16"/>
            <p:cNvSpPr/>
            <p:nvPr/>
          </p:nvSpPr>
          <p:spPr>
            <a:xfrm>
              <a:off x="819266" y="1543461"/>
              <a:ext cx="14410" cy="37468"/>
            </a:xfrm>
            <a:custGeom>
              <a:rect b="b" l="l" r="r" t="t"/>
              <a:pathLst>
                <a:path extrusionOk="0" h="45554" w="17520">
                  <a:moveTo>
                    <a:pt x="8760" y="0"/>
                  </a:moveTo>
                  <a:cubicBezTo>
                    <a:pt x="3919" y="0"/>
                    <a:pt x="0" y="3919"/>
                    <a:pt x="0" y="8760"/>
                  </a:cubicBezTo>
                  <a:lnTo>
                    <a:pt x="0" y="36794"/>
                  </a:lnTo>
                  <a:cubicBezTo>
                    <a:pt x="0" y="41635"/>
                    <a:pt x="3919" y="45554"/>
                    <a:pt x="8760" y="45554"/>
                  </a:cubicBezTo>
                  <a:cubicBezTo>
                    <a:pt x="13601" y="45554"/>
                    <a:pt x="17521" y="41635"/>
                    <a:pt x="17521" y="36794"/>
                  </a:cubicBezTo>
                  <a:lnTo>
                    <a:pt x="17521" y="8760"/>
                  </a:lnTo>
                  <a:cubicBezTo>
                    <a:pt x="17521" y="3919"/>
                    <a:pt x="13601" y="0"/>
                    <a:pt x="87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6"/>
            <p:cNvSpPr/>
            <p:nvPr/>
          </p:nvSpPr>
          <p:spPr>
            <a:xfrm>
              <a:off x="819266" y="1592420"/>
              <a:ext cx="14410" cy="28821"/>
            </a:xfrm>
            <a:custGeom>
              <a:rect b="b" l="l" r="r" t="t"/>
              <a:pathLst>
                <a:path extrusionOk="0" h="35041" w="17520">
                  <a:moveTo>
                    <a:pt x="8760" y="0"/>
                  </a:moveTo>
                  <a:cubicBezTo>
                    <a:pt x="3919" y="0"/>
                    <a:pt x="0" y="3919"/>
                    <a:pt x="0" y="8760"/>
                  </a:cubicBezTo>
                  <a:lnTo>
                    <a:pt x="0" y="26281"/>
                  </a:lnTo>
                  <a:cubicBezTo>
                    <a:pt x="0" y="31122"/>
                    <a:pt x="3919" y="35042"/>
                    <a:pt x="8760" y="35042"/>
                  </a:cubicBezTo>
                  <a:cubicBezTo>
                    <a:pt x="13601" y="35042"/>
                    <a:pt x="17521" y="31122"/>
                    <a:pt x="17521" y="26281"/>
                  </a:cubicBezTo>
                  <a:lnTo>
                    <a:pt x="17521" y="8760"/>
                  </a:lnTo>
                  <a:cubicBezTo>
                    <a:pt x="17521" y="3919"/>
                    <a:pt x="13601" y="0"/>
                    <a:pt x="87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16"/>
            <p:cNvSpPr/>
            <p:nvPr/>
          </p:nvSpPr>
          <p:spPr>
            <a:xfrm>
              <a:off x="1113022" y="1244904"/>
              <a:ext cx="14410" cy="95111"/>
            </a:xfrm>
            <a:custGeom>
              <a:rect b="b" l="l" r="r" t="t"/>
              <a:pathLst>
                <a:path extrusionOk="0" h="115637" w="17520">
                  <a:moveTo>
                    <a:pt x="8760" y="115638"/>
                  </a:moveTo>
                  <a:cubicBezTo>
                    <a:pt x="13601" y="115638"/>
                    <a:pt x="17521" y="111718"/>
                    <a:pt x="17521" y="106877"/>
                  </a:cubicBezTo>
                  <a:lnTo>
                    <a:pt x="17521" y="8760"/>
                  </a:lnTo>
                  <a:cubicBezTo>
                    <a:pt x="17521" y="3919"/>
                    <a:pt x="13601" y="0"/>
                    <a:pt x="8760" y="0"/>
                  </a:cubicBezTo>
                  <a:cubicBezTo>
                    <a:pt x="3919" y="0"/>
                    <a:pt x="0" y="3919"/>
                    <a:pt x="0" y="8760"/>
                  </a:cubicBezTo>
                  <a:lnTo>
                    <a:pt x="0" y="106877"/>
                  </a:lnTo>
                  <a:cubicBezTo>
                    <a:pt x="0" y="111718"/>
                    <a:pt x="3919" y="115638"/>
                    <a:pt x="8760" y="1156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1113022" y="1348583"/>
              <a:ext cx="14410" cy="31703"/>
            </a:xfrm>
            <a:custGeom>
              <a:rect b="b" l="l" r="r" t="t"/>
              <a:pathLst>
                <a:path extrusionOk="0" h="38545" w="17520">
                  <a:moveTo>
                    <a:pt x="0" y="29785"/>
                  </a:moveTo>
                  <a:cubicBezTo>
                    <a:pt x="0" y="34626"/>
                    <a:pt x="3919" y="38546"/>
                    <a:pt x="8760" y="38546"/>
                  </a:cubicBezTo>
                  <a:cubicBezTo>
                    <a:pt x="13601" y="38546"/>
                    <a:pt x="17521" y="34626"/>
                    <a:pt x="17521" y="29785"/>
                  </a:cubicBezTo>
                  <a:lnTo>
                    <a:pt x="17521" y="8760"/>
                  </a:lnTo>
                  <a:cubicBezTo>
                    <a:pt x="17521" y="3919"/>
                    <a:pt x="13601" y="0"/>
                    <a:pt x="8760" y="0"/>
                  </a:cubicBezTo>
                  <a:cubicBezTo>
                    <a:pt x="3919" y="0"/>
                    <a:pt x="0" y="3919"/>
                    <a:pt x="0" y="87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6"/>
            <p:cNvSpPr/>
            <p:nvPr/>
          </p:nvSpPr>
          <p:spPr>
            <a:xfrm>
              <a:off x="712707" y="1288103"/>
              <a:ext cx="14410" cy="219045"/>
            </a:xfrm>
            <a:custGeom>
              <a:rect b="b" l="l" r="r" t="t"/>
              <a:pathLst>
                <a:path extrusionOk="0" h="266316" w="17520">
                  <a:moveTo>
                    <a:pt x="8760" y="0"/>
                  </a:moveTo>
                  <a:cubicBezTo>
                    <a:pt x="3919" y="0"/>
                    <a:pt x="0" y="3919"/>
                    <a:pt x="0" y="8760"/>
                  </a:cubicBezTo>
                  <a:lnTo>
                    <a:pt x="0" y="257556"/>
                  </a:lnTo>
                  <a:cubicBezTo>
                    <a:pt x="0" y="262398"/>
                    <a:pt x="3919" y="266317"/>
                    <a:pt x="8760" y="266317"/>
                  </a:cubicBezTo>
                  <a:cubicBezTo>
                    <a:pt x="13601" y="266317"/>
                    <a:pt x="17521" y="262398"/>
                    <a:pt x="17521" y="257556"/>
                  </a:cubicBezTo>
                  <a:lnTo>
                    <a:pt x="17521" y="8760"/>
                  </a:lnTo>
                  <a:cubicBezTo>
                    <a:pt x="17521" y="3919"/>
                    <a:pt x="13601" y="0"/>
                    <a:pt x="87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696387" y="1214185"/>
              <a:ext cx="47075" cy="64368"/>
            </a:xfrm>
            <a:custGeom>
              <a:rect b="b" l="l" r="r" t="t"/>
              <a:pathLst>
                <a:path extrusionOk="0" h="78259" w="57234">
                  <a:moveTo>
                    <a:pt x="17101" y="57235"/>
                  </a:moveTo>
                  <a:lnTo>
                    <a:pt x="19857" y="57235"/>
                  </a:lnTo>
                  <a:lnTo>
                    <a:pt x="19857" y="69499"/>
                  </a:lnTo>
                  <a:cubicBezTo>
                    <a:pt x="19857" y="74340"/>
                    <a:pt x="23776" y="78260"/>
                    <a:pt x="28617" y="78260"/>
                  </a:cubicBezTo>
                  <a:cubicBezTo>
                    <a:pt x="33458" y="78260"/>
                    <a:pt x="37378" y="74340"/>
                    <a:pt x="37378" y="69499"/>
                  </a:cubicBezTo>
                  <a:lnTo>
                    <a:pt x="37378" y="57235"/>
                  </a:lnTo>
                  <a:lnTo>
                    <a:pt x="40134" y="57235"/>
                  </a:lnTo>
                  <a:cubicBezTo>
                    <a:pt x="49565" y="57235"/>
                    <a:pt x="57235" y="49565"/>
                    <a:pt x="57235" y="40134"/>
                  </a:cubicBezTo>
                  <a:lnTo>
                    <a:pt x="57235" y="17101"/>
                  </a:lnTo>
                  <a:cubicBezTo>
                    <a:pt x="57235" y="7670"/>
                    <a:pt x="49565" y="0"/>
                    <a:pt x="40134" y="0"/>
                  </a:cubicBezTo>
                  <a:lnTo>
                    <a:pt x="17101" y="0"/>
                  </a:lnTo>
                  <a:cubicBezTo>
                    <a:pt x="7670" y="0"/>
                    <a:pt x="0" y="7670"/>
                    <a:pt x="0" y="17101"/>
                  </a:cubicBezTo>
                  <a:lnTo>
                    <a:pt x="0" y="40138"/>
                  </a:lnTo>
                  <a:cubicBezTo>
                    <a:pt x="0" y="49565"/>
                    <a:pt x="7670" y="57235"/>
                    <a:pt x="17101" y="57235"/>
                  </a:cubicBezTo>
                  <a:close/>
                  <a:moveTo>
                    <a:pt x="17521" y="17521"/>
                  </a:moveTo>
                  <a:lnTo>
                    <a:pt x="39714" y="17521"/>
                  </a:lnTo>
                  <a:lnTo>
                    <a:pt x="39714" y="39714"/>
                  </a:lnTo>
                  <a:lnTo>
                    <a:pt x="17521" y="3971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9" name="Google Shape;259;p2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/>
              <a:t>What changed after the first ship</a:t>
            </a:r>
            <a:endParaRPr/>
          </a:p>
        </p:txBody>
      </p:sp>
      <p:sp xmlns:ahyp="http://schemas.microsoft.com/office/drawing/2018/hyperlinkcolor">
        <p:nvSpPr>
          <p:cNvPr id="260" name="Google Shape;260;p21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61" name="Google Shape;261;p21"/>
          <p:cNvGrpSpPr/>
          <p:nvPr/>
        </p:nvGrpSpPr>
        <p:grpSpPr>
          <a:xfrm>
            <a:off x="457278" y="1079385"/>
            <a:ext cx="4734967" cy="2619656"/>
            <a:chOff x="2654821" y="2311071"/>
            <a:chExt cx="2279715" cy="1262120"/>
          </a:xfrm>
        </p:grpSpPr>
        <p:grpSp>
          <p:nvGrpSpPr>
            <p:cNvPr id="262" name="Google Shape;262;p21"/>
            <p:cNvGrpSpPr/>
            <p:nvPr/>
          </p:nvGrpSpPr>
          <p:grpSpPr>
            <a:xfrm>
              <a:off x="4034269" y="2840745"/>
              <a:ext cx="40212" cy="36437"/>
              <a:chOff x="4293400" y="2574725"/>
              <a:chExt cx="84425" cy="80100"/>
            </a:xfrm>
          </p:grpSpPr>
          <p:sp>
            <p:nvSpPr>
              <p:cNvPr id="263" name="Google Shape;263;p21"/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rect b="b" l="l" r="r" t="t"/>
                <a:pathLst>
                  <a:path extrusionOk="0" h="1810" w="2286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64" name="Google Shape;264;p21"/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rect b="b" l="l" r="r" t="t"/>
                <a:pathLst>
                  <a:path extrusionOk="0" h="2596" w="3139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5" name="Google Shape;265;p21"/>
            <p:cNvGrpSpPr/>
            <p:nvPr/>
          </p:nvGrpSpPr>
          <p:grpSpPr>
            <a:xfrm>
              <a:off x="3894606" y="2334874"/>
              <a:ext cx="913198" cy="518984"/>
              <a:chOff x="4000175" y="1462675"/>
              <a:chExt cx="1917275" cy="1140875"/>
            </a:xfrm>
          </p:grpSpPr>
          <p:sp>
            <p:nvSpPr>
              <p:cNvPr id="266" name="Google Shape;266;p21"/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rect b="b" l="l" r="r" t="t"/>
                <a:pathLst>
                  <a:path extrusionOk="0" h="2607" w="241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267" name="Google Shape;267;p21"/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</p:grpSpPr>
            <p:sp>
              <p:nvSpPr>
                <p:cNvPr id="268" name="Google Shape;268;p21"/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rect b="b" l="l" r="r" t="t"/>
                  <a:pathLst>
                    <a:path extrusionOk="0" h="20400" w="61835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269" name="Google Shape;269;p21"/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rect b="b" l="l" r="r" t="t"/>
                  <a:pathLst>
                    <a:path extrusionOk="0" h="2951" w="2324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0" name="Google Shape;270;p21"/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rect b="b" l="l" r="r" t="t"/>
                  <a:pathLst>
                    <a:path extrusionOk="0" h="4164" w="4688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1" name="Google Shape;271;p21"/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rect b="b" l="l" r="r" t="t"/>
                  <a:pathLst>
                    <a:path extrusionOk="0" h="9856" w="5232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" name="Google Shape;272;p21"/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rect b="b" l="l" r="r" t="t"/>
                  <a:pathLst>
                    <a:path extrusionOk="0" h="40698" w="76079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A6CBC2"/>
                    </a:solidFill>
                  </a:endParaRPr>
                </a:p>
              </p:txBody>
            </p:sp>
            <p:sp>
              <p:nvSpPr>
                <p:cNvPr id="273" name="Google Shape;273;p21"/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rect b="b" l="l" r="r" t="t"/>
                  <a:pathLst>
                    <a:path extrusionOk="0" h="8350" w="3767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74" name="Google Shape;274;p21"/>
            <p:cNvGrpSpPr/>
            <p:nvPr/>
          </p:nvGrpSpPr>
          <p:grpSpPr>
            <a:xfrm>
              <a:off x="3875768" y="2846704"/>
              <a:ext cx="44796" cy="47366"/>
              <a:chOff x="3960625" y="2587825"/>
              <a:chExt cx="94050" cy="104125"/>
            </a:xfrm>
          </p:grpSpPr>
          <p:sp>
            <p:nvSpPr>
              <p:cNvPr id="275" name="Google Shape;275;p21"/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rect b="b" l="l" r="r" t="t"/>
                <a:pathLst>
                  <a:path extrusionOk="0" h="2048" w="3762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76" name="Google Shape;276;p21"/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rect b="b" l="l" r="r" t="t"/>
                <a:pathLst>
                  <a:path extrusionOk="0" h="3809" w="3474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7" name="Google Shape;277;p21"/>
            <p:cNvGrpSpPr/>
            <p:nvPr/>
          </p:nvGrpSpPr>
          <p:grpSpPr>
            <a:xfrm>
              <a:off x="3782759" y="2807162"/>
              <a:ext cx="82686" cy="85487"/>
              <a:chOff x="3765350" y="2500900"/>
              <a:chExt cx="173600" cy="187925"/>
            </a:xfrm>
          </p:grpSpPr>
          <p:sp>
            <p:nvSpPr>
              <p:cNvPr id="278" name="Google Shape;278;p21"/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rect b="b" l="l" r="r" t="t"/>
                <a:pathLst>
                  <a:path extrusionOk="0" h="2572" w="4358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79" name="Google Shape;279;p21"/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rect b="b" l="l" r="r" t="t"/>
                <a:pathLst>
                  <a:path extrusionOk="0" h="148" w="105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21"/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rect b="b" l="l" r="r" t="t"/>
                <a:pathLst>
                  <a:path extrusionOk="0" h="1675" w="901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21"/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rect b="b" l="l" r="r" t="t"/>
                <a:pathLst>
                  <a:path extrusionOk="0" h="168" w="252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21"/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rect b="b" l="l" r="r" t="t"/>
                <a:pathLst>
                  <a:path extrusionOk="0" h="64" w="63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21"/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rect b="b" l="l" r="r" t="t"/>
                <a:pathLst>
                  <a:path extrusionOk="0" h="7304" w="6571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4" name="Google Shape;284;p21"/>
            <p:cNvGrpSpPr/>
            <p:nvPr/>
          </p:nvGrpSpPr>
          <p:grpSpPr>
            <a:xfrm>
              <a:off x="3775674" y="2798496"/>
              <a:ext cx="40545" cy="23564"/>
              <a:chOff x="3750475" y="2481850"/>
              <a:chExt cx="85125" cy="51800"/>
            </a:xfrm>
          </p:grpSpPr>
          <p:sp>
            <p:nvSpPr>
              <p:cNvPr id="285" name="Google Shape;285;p21"/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rect b="b" l="l" r="r" t="t"/>
                <a:pathLst>
                  <a:path extrusionOk="0" h="1466" w="2596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21"/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rect b="b" l="l" r="r" t="t"/>
                <a:pathLst>
                  <a:path extrusionOk="0" h="2072" w="3405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/>
              <a:p/>
            </p:txBody>
          </p:sp>
        </p:grpSp>
        <p:grpSp>
          <p:nvGrpSpPr>
            <p:cNvPr id="287" name="Google Shape;287;p21"/>
            <p:cNvGrpSpPr/>
            <p:nvPr/>
          </p:nvGrpSpPr>
          <p:grpSpPr>
            <a:xfrm>
              <a:off x="3716946" y="2776024"/>
              <a:ext cx="81971" cy="76912"/>
              <a:chOff x="3627175" y="2432450"/>
              <a:chExt cx="172100" cy="169075"/>
            </a:xfrm>
          </p:grpSpPr>
          <p:sp>
            <p:nvSpPr>
              <p:cNvPr id="288" name="Google Shape;288;p21"/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rect b="b" l="l" r="r" t="t"/>
                <a:pathLst>
                  <a:path extrusionOk="0" h="6278" w="6592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21"/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rect b="b" l="l" r="r" t="t"/>
                <a:pathLst>
                  <a:path extrusionOk="0" h="1762" w="2834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90" name="Google Shape;290;p21"/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rect b="b" l="l" r="r" t="t"/>
                <a:pathLst>
                  <a:path extrusionOk="0" h="3596" w="319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/>
              <a:p/>
            </p:txBody>
          </p:sp>
        </p:grpSp>
        <p:grpSp>
          <p:nvGrpSpPr>
            <p:cNvPr id="291" name="Google Shape;291;p21"/>
            <p:cNvGrpSpPr/>
            <p:nvPr/>
          </p:nvGrpSpPr>
          <p:grpSpPr>
            <a:xfrm>
              <a:off x="3685682" y="2845624"/>
              <a:ext cx="29311" cy="45055"/>
              <a:chOff x="3561536" y="2585450"/>
              <a:chExt cx="61539" cy="99045"/>
            </a:xfrm>
          </p:grpSpPr>
          <p:sp>
            <p:nvSpPr>
              <p:cNvPr id="292" name="Google Shape;292;p21"/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rect b="b" l="l" r="r" t="t"/>
                <a:pathLst>
                  <a:path extrusionOk="0" h="3579" w="178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21"/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rect b="b" l="l" r="r" t="t"/>
                <a:pathLst>
                  <a:path extrusionOk="0" h="3738" w="1691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/>
              <a:p/>
            </p:txBody>
          </p:sp>
        </p:grpSp>
        <p:grpSp>
          <p:nvGrpSpPr>
            <p:cNvPr id="294" name="Google Shape;294;p21"/>
            <p:cNvGrpSpPr/>
            <p:nvPr/>
          </p:nvGrpSpPr>
          <p:grpSpPr>
            <a:xfrm>
              <a:off x="3849905" y="2572252"/>
              <a:ext cx="74339" cy="119559"/>
              <a:chOff x="3906325" y="1984500"/>
              <a:chExt cx="156075" cy="262825"/>
            </a:xfrm>
          </p:grpSpPr>
          <p:sp>
            <p:nvSpPr>
              <p:cNvPr id="295" name="Google Shape;295;p21"/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rect b="b" l="l" r="r" t="t"/>
                <a:pathLst>
                  <a:path extrusionOk="0" h="4968" w="4033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96" name="Google Shape;296;p21"/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rect b="b" l="l" r="r" t="t"/>
                <a:pathLst>
                  <a:path extrusionOk="0" h="10295" w="5713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7" name="Google Shape;297;p21"/>
            <p:cNvGrpSpPr/>
            <p:nvPr/>
          </p:nvGrpSpPr>
          <p:grpSpPr>
            <a:xfrm>
              <a:off x="2654821" y="2414345"/>
              <a:ext cx="667570" cy="558731"/>
              <a:chOff x="1397225" y="1637375"/>
              <a:chExt cx="1401575" cy="1228250"/>
            </a:xfrm>
          </p:grpSpPr>
          <p:sp>
            <p:nvSpPr>
              <p:cNvPr id="298" name="Google Shape;298;p21"/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rect b="b" l="l" r="r" t="t"/>
                <a:pathLst>
                  <a:path extrusionOk="0" h="19889" w="29915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299" name="Google Shape;299;p21"/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</p:grpSpPr>
            <p:sp>
              <p:nvSpPr>
                <p:cNvPr id="300" name="Google Shape;300;p21"/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rect b="b" l="l" r="r" t="t"/>
                  <a:pathLst>
                    <a:path extrusionOk="0" h="23770" w="27704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1" name="Google Shape;301;p21"/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rect b="b" l="l" r="r" t="t"/>
                  <a:pathLst>
                    <a:path extrusionOk="0" h="19251" w="32642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02" name="Google Shape;302;p21"/>
            <p:cNvGrpSpPr/>
            <p:nvPr/>
          </p:nvGrpSpPr>
          <p:grpSpPr>
            <a:xfrm>
              <a:off x="3230417" y="3103734"/>
              <a:ext cx="282982" cy="280332"/>
              <a:chOff x="2605700" y="3152850"/>
              <a:chExt cx="594125" cy="616250"/>
            </a:xfrm>
          </p:grpSpPr>
          <p:sp>
            <p:nvSpPr>
              <p:cNvPr id="303" name="Google Shape;303;p21"/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rect b="b" l="l" r="r" t="t"/>
                <a:pathLst>
                  <a:path extrusionOk="0" h="24650" w="15193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4" name="Google Shape;304;p21"/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rect b="b" l="l" r="r" t="t"/>
                <a:pathLst>
                  <a:path extrusionOk="0" h="23602" w="22682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6B65"/>
                  </a:solidFill>
                </a:endParaRPr>
              </a:p>
            </p:txBody>
          </p:sp>
        </p:grpSp>
        <p:grpSp>
          <p:nvGrpSpPr>
            <p:cNvPr id="305" name="Google Shape;305;p21"/>
            <p:cNvGrpSpPr/>
            <p:nvPr/>
          </p:nvGrpSpPr>
          <p:grpSpPr>
            <a:xfrm>
              <a:off x="3265985" y="3226989"/>
              <a:ext cx="87151" cy="346202"/>
              <a:chOff x="2680375" y="3423800"/>
              <a:chExt cx="182975" cy="761050"/>
            </a:xfrm>
          </p:grpSpPr>
          <p:sp>
            <p:nvSpPr>
              <p:cNvPr id="306" name="Google Shape;306;p21"/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rect b="b" l="l" r="r" t="t"/>
                <a:pathLst>
                  <a:path extrusionOk="0" h="28155" w="6588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7" name="Google Shape;307;p21"/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rect b="b" l="l" r="r" t="t"/>
                <a:pathLst>
                  <a:path extrusionOk="0" h="26992" w="5483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8" name="Google Shape;308;p21"/>
            <p:cNvGrpSpPr/>
            <p:nvPr/>
          </p:nvGrpSpPr>
          <p:grpSpPr>
            <a:xfrm>
              <a:off x="3855466" y="3289811"/>
              <a:ext cx="112514" cy="94210"/>
              <a:chOff x="3918000" y="3561900"/>
              <a:chExt cx="236225" cy="207100"/>
            </a:xfrm>
          </p:grpSpPr>
          <p:sp>
            <p:nvSpPr>
              <p:cNvPr id="309" name="Google Shape;309;p21"/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rect b="b" l="l" r="r" t="t"/>
                <a:pathLst>
                  <a:path extrusionOk="0" h="6800" w="9137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10" name="Google Shape;310;p21"/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rect b="b" l="l" r="r" t="t"/>
                <a:pathLst>
                  <a:path extrusionOk="0" h="7973" w="9166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1" name="Google Shape;311;p21"/>
            <p:cNvSpPr/>
            <p:nvPr/>
          </p:nvSpPr>
          <p:spPr>
            <a:xfrm>
              <a:off x="3292646" y="3020419"/>
              <a:ext cx="18695" cy="5482"/>
            </a:xfrm>
            <a:custGeom>
              <a:rect b="b" l="l" r="r" t="t"/>
              <a:pathLst>
                <a:path extrusionOk="0" h="482" w="157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1"/>
            <p:cNvSpPr/>
            <p:nvPr/>
          </p:nvSpPr>
          <p:spPr>
            <a:xfrm>
              <a:off x="3260258" y="3010662"/>
              <a:ext cx="26423" cy="16661"/>
            </a:xfrm>
            <a:custGeom>
              <a:rect b="b" l="l" r="r" t="t"/>
              <a:pathLst>
                <a:path extrusionOk="0" h="1465" w="2219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1"/>
            <p:cNvSpPr/>
            <p:nvPr/>
          </p:nvSpPr>
          <p:spPr>
            <a:xfrm>
              <a:off x="3408744" y="2329870"/>
              <a:ext cx="289769" cy="354333"/>
            </a:xfrm>
            <a:custGeom>
              <a:rect b="b" l="l" r="r" t="t"/>
              <a:pathLst>
                <a:path extrusionOk="0" h="31157" w="24335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6B65"/>
                </a:solidFill>
              </a:endParaRPr>
            </a:p>
          </p:txBody>
        </p:sp>
        <p:grpSp>
          <p:nvGrpSpPr>
            <p:cNvPr id="314" name="Google Shape;314;p21"/>
            <p:cNvGrpSpPr/>
            <p:nvPr/>
          </p:nvGrpSpPr>
          <p:grpSpPr>
            <a:xfrm>
              <a:off x="2905224" y="2311071"/>
              <a:ext cx="596721" cy="528992"/>
              <a:chOff x="1922950" y="1410350"/>
              <a:chExt cx="1252825" cy="1162875"/>
            </a:xfrm>
          </p:grpSpPr>
          <p:sp>
            <p:nvSpPr>
              <p:cNvPr id="315" name="Google Shape;315;p21"/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rect b="b" l="l" r="r" t="t"/>
                <a:pathLst>
                  <a:path extrusionOk="0" h="2637" w="2093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21"/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rect b="b" l="l" r="r" t="t"/>
                <a:pathLst>
                  <a:path extrusionOk="0" h="2177" w="922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21"/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rect b="b" l="l" r="r" t="t"/>
                <a:pathLst>
                  <a:path extrusionOk="0" h="1947" w="1926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21"/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rect b="b" l="l" r="r" t="t"/>
                <a:pathLst>
                  <a:path extrusionOk="0" h="5357" w="5838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21"/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rect b="b" l="l" r="r" t="t"/>
                <a:pathLst>
                  <a:path extrusionOk="0" h="1507" w="134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21"/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rect b="b" l="l" r="r" t="t"/>
                <a:pathLst>
                  <a:path extrusionOk="0" h="1047" w="1696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21"/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rect b="b" l="l" r="r" t="t"/>
                <a:pathLst>
                  <a:path extrusionOk="0" h="2428" w="4395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1"/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rect b="b" l="l" r="r" t="t"/>
                <a:pathLst>
                  <a:path extrusionOk="0" h="1299" w="1926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1"/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rect b="b" l="l" r="r" t="t"/>
                <a:pathLst>
                  <a:path extrusionOk="0" h="3537" w="5713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21"/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rect b="b" l="l" r="r" t="t"/>
                <a:pathLst>
                  <a:path extrusionOk="0" h="2700" w="2763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21"/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rect b="b" l="l" r="r" t="t"/>
                <a:pathLst>
                  <a:path extrusionOk="0" h="3516" w="2491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21"/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rect b="b" l="l" r="r" t="t"/>
                <a:pathLst>
                  <a:path extrusionOk="0" h="6341" w="3871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21"/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rect b="b" l="l" r="r" t="t"/>
                <a:pathLst>
                  <a:path extrusionOk="0" h="1926" w="1465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21"/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rect b="b" l="l" r="r" t="t"/>
                <a:pathLst>
                  <a:path extrusionOk="0" h="12095" w="15464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21"/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rect b="b" l="l" r="r" t="t"/>
                <a:pathLst>
                  <a:path extrusionOk="0" h="3955" w="3663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21"/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rect b="b" l="l" r="r" t="t"/>
                <a:pathLst>
                  <a:path extrusionOk="0" h="36555" w="42036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A6CBC2"/>
                  </a:solidFill>
                </a:endParaRPr>
              </a:p>
            </p:txBody>
          </p:sp>
        </p:grpSp>
        <p:sp>
          <p:nvSpPr>
            <p:cNvPr id="331" name="Google Shape;331;p21"/>
            <p:cNvSpPr/>
            <p:nvPr/>
          </p:nvSpPr>
          <p:spPr>
            <a:xfrm>
              <a:off x="3216902" y="3020658"/>
              <a:ext cx="15456" cy="5959"/>
            </a:xfrm>
            <a:custGeom>
              <a:rect b="b" l="l" r="r" t="t"/>
              <a:pathLst>
                <a:path extrusionOk="0" h="524" w="1298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3243063" y="3010423"/>
              <a:ext cx="19695" cy="13340"/>
            </a:xfrm>
            <a:custGeom>
              <a:rect b="b" l="l" r="r" t="t"/>
              <a:pathLst>
                <a:path extrusionOk="0" h="1173" w="1654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3173297" y="2986859"/>
              <a:ext cx="73267" cy="24997"/>
            </a:xfrm>
            <a:custGeom>
              <a:rect b="b" l="l" r="r" t="t"/>
              <a:pathLst>
                <a:path extrusionOk="0" h="2198" w="6153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1"/>
            <p:cNvSpPr/>
            <p:nvPr/>
          </p:nvSpPr>
          <p:spPr>
            <a:xfrm>
              <a:off x="3371128" y="3527019"/>
              <a:ext cx="18695" cy="10247"/>
            </a:xfrm>
            <a:custGeom>
              <a:rect b="b" l="l" r="r" t="t"/>
              <a:pathLst>
                <a:path extrusionOk="0" h="901" w="157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1"/>
            <p:cNvSpPr/>
            <p:nvPr/>
          </p:nvSpPr>
          <p:spPr>
            <a:xfrm>
              <a:off x="3183264" y="3080853"/>
              <a:ext cx="38140" cy="16672"/>
            </a:xfrm>
            <a:custGeom>
              <a:rect b="b" l="l" r="r" t="t"/>
              <a:pathLst>
                <a:path extrusionOk="0" h="1466" w="3203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1"/>
            <p:cNvSpPr/>
            <p:nvPr/>
          </p:nvSpPr>
          <p:spPr>
            <a:xfrm>
              <a:off x="3163092" y="3070629"/>
              <a:ext cx="23172" cy="20709"/>
            </a:xfrm>
            <a:custGeom>
              <a:rect b="b" l="l" r="r" t="t"/>
              <a:pathLst>
                <a:path extrusionOk="0" h="1821" w="1946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1"/>
            <p:cNvSpPr/>
            <p:nvPr/>
          </p:nvSpPr>
          <p:spPr>
            <a:xfrm>
              <a:off x="3150875" y="3043494"/>
              <a:ext cx="32150" cy="30467"/>
            </a:xfrm>
            <a:custGeom>
              <a:rect b="b" l="l" r="r" t="t"/>
              <a:pathLst>
                <a:path extrusionOk="0" h="2679" w="270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1"/>
            <p:cNvSpPr/>
            <p:nvPr/>
          </p:nvSpPr>
          <p:spPr>
            <a:xfrm>
              <a:off x="3140409" y="3037308"/>
              <a:ext cx="43617" cy="20948"/>
            </a:xfrm>
            <a:custGeom>
              <a:rect b="b" l="l" r="r" t="t"/>
              <a:pathLst>
                <a:path extrusionOk="0" h="1842" w="3663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1"/>
            <p:cNvSpPr/>
            <p:nvPr/>
          </p:nvSpPr>
          <p:spPr>
            <a:xfrm>
              <a:off x="3134431" y="3048737"/>
              <a:ext cx="17206" cy="9519"/>
            </a:xfrm>
            <a:custGeom>
              <a:rect b="b" l="l" r="r" t="t"/>
              <a:pathLst>
                <a:path extrusionOk="0" h="837" w="1445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1"/>
            <p:cNvSpPr/>
            <p:nvPr/>
          </p:nvSpPr>
          <p:spPr>
            <a:xfrm>
              <a:off x="3142159" y="3021841"/>
              <a:ext cx="7978" cy="16672"/>
            </a:xfrm>
            <a:custGeom>
              <a:rect b="b" l="l" r="r" t="t"/>
              <a:pathLst>
                <a:path extrusionOk="0" h="1466" w="67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1"/>
            <p:cNvSpPr/>
            <p:nvPr/>
          </p:nvSpPr>
          <p:spPr>
            <a:xfrm>
              <a:off x="3120487" y="3025651"/>
              <a:ext cx="28411" cy="28568"/>
            </a:xfrm>
            <a:custGeom>
              <a:rect b="b" l="l" r="r" t="t"/>
              <a:pathLst>
                <a:path extrusionOk="0" h="2512" w="2386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1"/>
            <p:cNvSpPr/>
            <p:nvPr/>
          </p:nvSpPr>
          <p:spPr>
            <a:xfrm>
              <a:off x="2965761" y="2909287"/>
              <a:ext cx="196343" cy="138983"/>
            </a:xfrm>
            <a:custGeom>
              <a:rect b="b" l="l" r="r" t="t"/>
              <a:pathLst>
                <a:path extrusionOk="0" h="12221" w="16489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1"/>
            <p:cNvSpPr/>
            <p:nvPr/>
          </p:nvSpPr>
          <p:spPr>
            <a:xfrm>
              <a:off x="3378594" y="3107749"/>
              <a:ext cx="19445" cy="26657"/>
            </a:xfrm>
            <a:custGeom>
              <a:rect b="b" l="l" r="r" t="t"/>
              <a:pathLst>
                <a:path extrusionOk="0" h="2344" w="1633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1"/>
            <p:cNvSpPr/>
            <p:nvPr/>
          </p:nvSpPr>
          <p:spPr>
            <a:xfrm>
              <a:off x="3354434" y="3105122"/>
              <a:ext cx="27661" cy="28807"/>
            </a:xfrm>
            <a:custGeom>
              <a:rect b="b" l="l" r="r" t="t"/>
              <a:pathLst>
                <a:path extrusionOk="0" h="2533" w="2323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1"/>
            <p:cNvSpPr/>
            <p:nvPr/>
          </p:nvSpPr>
          <p:spPr>
            <a:xfrm>
              <a:off x="3331012" y="3088711"/>
              <a:ext cx="34639" cy="49743"/>
            </a:xfrm>
            <a:custGeom>
              <a:rect b="b" l="l" r="r" t="t"/>
              <a:pathLst>
                <a:path extrusionOk="0" h="4374" w="2909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1"/>
            <p:cNvSpPr/>
            <p:nvPr/>
          </p:nvSpPr>
          <p:spPr>
            <a:xfrm>
              <a:off x="3250041" y="3063487"/>
              <a:ext cx="91450" cy="78538"/>
            </a:xfrm>
            <a:custGeom>
              <a:rect b="b" l="l" r="r" t="t"/>
              <a:pathLst>
                <a:path extrusionOk="0" h="6906" w="768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1"/>
            <p:cNvSpPr/>
            <p:nvPr/>
          </p:nvSpPr>
          <p:spPr>
            <a:xfrm>
              <a:off x="3209425" y="3061815"/>
              <a:ext cx="82733" cy="112565"/>
            </a:xfrm>
            <a:custGeom>
              <a:rect b="b" l="l" r="r" t="t"/>
              <a:pathLst>
                <a:path extrusionOk="0" h="9898" w="6948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1"/>
            <p:cNvSpPr/>
            <p:nvPr/>
          </p:nvSpPr>
          <p:spPr>
            <a:xfrm>
              <a:off x="3195231" y="3136533"/>
              <a:ext cx="40867" cy="42852"/>
            </a:xfrm>
            <a:custGeom>
              <a:rect b="b" l="l" r="r" t="t"/>
              <a:pathLst>
                <a:path extrusionOk="0" h="3768" w="3432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1"/>
            <p:cNvSpPr/>
            <p:nvPr/>
          </p:nvSpPr>
          <p:spPr>
            <a:xfrm>
              <a:off x="3192980" y="3146290"/>
              <a:ext cx="88711" cy="124938"/>
            </a:xfrm>
            <a:custGeom>
              <a:rect b="b" l="l" r="r" t="t"/>
              <a:pathLst>
                <a:path extrusionOk="0" h="10986" w="745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1"/>
            <p:cNvSpPr/>
            <p:nvPr/>
          </p:nvSpPr>
          <p:spPr>
            <a:xfrm>
              <a:off x="3275452" y="3211250"/>
              <a:ext cx="85722" cy="91389"/>
            </a:xfrm>
            <a:custGeom>
              <a:rect b="b" l="l" r="r" t="t"/>
              <a:pathLst>
                <a:path extrusionOk="0" h="8036" w="7199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351" name="Google Shape;351;p21"/>
            <p:cNvSpPr/>
            <p:nvPr/>
          </p:nvSpPr>
          <p:spPr>
            <a:xfrm>
              <a:off x="3327273" y="3275982"/>
              <a:ext cx="58811" cy="59262"/>
            </a:xfrm>
            <a:custGeom>
              <a:rect b="b" l="l" r="r" t="t"/>
              <a:pathLst>
                <a:path extrusionOk="0" h="5211" w="4939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352" name="Google Shape;352;p21"/>
            <p:cNvSpPr/>
            <p:nvPr/>
          </p:nvSpPr>
          <p:spPr>
            <a:xfrm>
              <a:off x="3363150" y="3352838"/>
              <a:ext cx="34889" cy="37848"/>
            </a:xfrm>
            <a:custGeom>
              <a:rect b="b" l="l" r="r" t="t"/>
              <a:pathLst>
                <a:path extrusionOk="0" h="3328" w="293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3" name="Google Shape;353;p21"/>
            <p:cNvGrpSpPr/>
            <p:nvPr/>
          </p:nvGrpSpPr>
          <p:grpSpPr>
            <a:xfrm>
              <a:off x="3280929" y="3294542"/>
              <a:ext cx="109894" cy="272224"/>
              <a:chOff x="2711750" y="3572300"/>
              <a:chExt cx="230725" cy="598425"/>
            </a:xfrm>
          </p:grpSpPr>
          <p:sp>
            <p:nvSpPr>
              <p:cNvPr id="354" name="Google Shape;354;p21"/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rect b="b" l="l" r="r" t="t"/>
                <a:pathLst>
                  <a:path extrusionOk="0" h="21552" w="9229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21"/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rect b="b" l="l" r="r" t="t"/>
                <a:pathLst>
                  <a:path extrusionOk="0" h="1444" w="2072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6" name="Google Shape;356;p21"/>
            <p:cNvSpPr/>
            <p:nvPr/>
          </p:nvSpPr>
          <p:spPr>
            <a:xfrm>
              <a:off x="4563295" y="2964728"/>
              <a:ext cx="12467" cy="27863"/>
            </a:xfrm>
            <a:custGeom>
              <a:rect b="b" l="l" r="r" t="t"/>
              <a:pathLst>
                <a:path extrusionOk="0" h="2450" w="1047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7" name="Google Shape;357;p21"/>
            <p:cNvGrpSpPr/>
            <p:nvPr/>
          </p:nvGrpSpPr>
          <p:grpSpPr>
            <a:xfrm>
              <a:off x="3790439" y="2408636"/>
              <a:ext cx="73017" cy="75684"/>
              <a:chOff x="3781475" y="1624825"/>
              <a:chExt cx="153300" cy="166375"/>
            </a:xfrm>
          </p:grpSpPr>
          <p:sp>
            <p:nvSpPr>
              <p:cNvPr id="358" name="Google Shape;358;p21"/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rect b="b" l="l" r="r" t="t"/>
                <a:pathLst>
                  <a:path extrusionOk="0" h="2428" w="3579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21"/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rect b="b" l="l" r="r" t="t"/>
                <a:pathLst>
                  <a:path extrusionOk="0" h="734" w="859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21"/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rect b="b" l="l" r="r" t="t"/>
                <a:pathLst>
                  <a:path extrusionOk="0" h="1737" w="1571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1"/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rect b="b" l="l" r="r" t="t"/>
                <a:pathLst>
                  <a:path extrusionOk="0" h="5651" w="4102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2" name="Google Shape;362;p21"/>
            <p:cNvSpPr/>
            <p:nvPr/>
          </p:nvSpPr>
          <p:spPr>
            <a:xfrm>
              <a:off x="4614379" y="2777935"/>
              <a:ext cx="83472" cy="139700"/>
            </a:xfrm>
            <a:custGeom>
              <a:rect b="b" l="l" r="r" t="t"/>
              <a:pathLst>
                <a:path extrusionOk="0" h="12284" w="701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4580490" y="2850992"/>
              <a:ext cx="28661" cy="38087"/>
            </a:xfrm>
            <a:custGeom>
              <a:rect b="b" l="l" r="r" t="t"/>
              <a:pathLst>
                <a:path extrusionOk="0" h="3349" w="2407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1"/>
            <p:cNvSpPr/>
            <p:nvPr/>
          </p:nvSpPr>
          <p:spPr>
            <a:xfrm>
              <a:off x="4566534" y="2807208"/>
              <a:ext cx="32650" cy="53553"/>
            </a:xfrm>
            <a:custGeom>
              <a:rect b="b" l="l" r="r" t="t"/>
              <a:pathLst>
                <a:path extrusionOk="0" h="4709" w="2742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1"/>
            <p:cNvSpPr/>
            <p:nvPr/>
          </p:nvSpPr>
          <p:spPr>
            <a:xfrm>
              <a:off x="4301938" y="2737722"/>
              <a:ext cx="211787" cy="95438"/>
            </a:xfrm>
            <a:custGeom>
              <a:rect b="b" l="l" r="r" t="t"/>
              <a:pathLst>
                <a:path extrusionOk="0" h="8392" w="17786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4718522" y="3165089"/>
              <a:ext cx="67277" cy="54986"/>
            </a:xfrm>
            <a:custGeom>
              <a:rect b="b" l="l" r="r" t="t"/>
              <a:pathLst>
                <a:path extrusionOk="0" h="4835" w="565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1"/>
            <p:cNvSpPr/>
            <p:nvPr/>
          </p:nvSpPr>
          <p:spPr>
            <a:xfrm>
              <a:off x="4567785" y="3016610"/>
              <a:ext cx="54822" cy="91389"/>
            </a:xfrm>
            <a:custGeom>
              <a:rect b="b" l="l" r="r" t="t"/>
              <a:pathLst>
                <a:path extrusionOk="0" h="8036" w="4604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1"/>
            <p:cNvSpPr/>
            <p:nvPr/>
          </p:nvSpPr>
          <p:spPr>
            <a:xfrm>
              <a:off x="4595934" y="3205063"/>
              <a:ext cx="26673" cy="13340"/>
            </a:xfrm>
            <a:custGeom>
              <a:rect b="b" l="l" r="r" t="t"/>
              <a:pathLst>
                <a:path extrusionOk="0" h="1173" w="224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9" name="Google Shape;369;p21"/>
            <p:cNvGrpSpPr/>
            <p:nvPr/>
          </p:nvGrpSpPr>
          <p:grpSpPr>
            <a:xfrm>
              <a:off x="4403342" y="3107749"/>
              <a:ext cx="316680" cy="101374"/>
              <a:chOff x="5068275" y="3161675"/>
              <a:chExt cx="664875" cy="222850"/>
            </a:xfrm>
          </p:grpSpPr>
          <p:sp>
            <p:nvSpPr>
              <p:cNvPr id="370" name="Google Shape;370;p21"/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rect b="b" l="l" r="r" t="t"/>
                <a:pathLst>
                  <a:path extrusionOk="0" h="4312" w="3871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21"/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rect b="b" l="l" r="r" t="t"/>
                <a:pathLst>
                  <a:path extrusionOk="0" h="5253" w="5818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21"/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rect b="b" l="l" r="r" t="t"/>
                <a:pathLst>
                  <a:path extrusionOk="0" h="5190" w="5734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rect b="b" l="l" r="r" t="t"/>
                <a:pathLst>
                  <a:path extrusionOk="0" h="8872" w="17242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4" name="Google Shape;374;p21"/>
            <p:cNvSpPr/>
            <p:nvPr/>
          </p:nvSpPr>
          <p:spPr>
            <a:xfrm>
              <a:off x="4437231" y="3100607"/>
              <a:ext cx="29912" cy="37370"/>
            </a:xfrm>
            <a:custGeom>
              <a:rect b="b" l="l" r="r" t="t"/>
              <a:pathLst>
                <a:path extrusionOk="0" h="3286" w="2512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1"/>
            <p:cNvSpPr/>
            <p:nvPr/>
          </p:nvSpPr>
          <p:spPr>
            <a:xfrm>
              <a:off x="4503746" y="3099174"/>
              <a:ext cx="65289" cy="42135"/>
            </a:xfrm>
            <a:custGeom>
              <a:rect b="b" l="l" r="r" t="t"/>
              <a:pathLst>
                <a:path extrusionOk="0" h="3705" w="5483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1"/>
            <p:cNvSpPr/>
            <p:nvPr/>
          </p:nvSpPr>
          <p:spPr>
            <a:xfrm>
              <a:off x="4442708" y="2983061"/>
              <a:ext cx="56823" cy="104945"/>
            </a:xfrm>
            <a:custGeom>
              <a:rect b="b" l="l" r="r" t="t"/>
              <a:pathLst>
                <a:path extrusionOk="0" h="9228" w="4772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1"/>
            <p:cNvSpPr/>
            <p:nvPr/>
          </p:nvSpPr>
          <p:spPr>
            <a:xfrm>
              <a:off x="4450186" y="3045644"/>
              <a:ext cx="36139" cy="29750"/>
            </a:xfrm>
            <a:custGeom>
              <a:rect b="b" l="l" r="r" t="t"/>
              <a:pathLst>
                <a:path extrusionOk="0" h="2616" w="3035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1"/>
            <p:cNvSpPr/>
            <p:nvPr/>
          </p:nvSpPr>
          <p:spPr>
            <a:xfrm>
              <a:off x="4429753" y="2990191"/>
              <a:ext cx="55822" cy="61650"/>
            </a:xfrm>
            <a:custGeom>
              <a:rect b="b" l="l" r="r" t="t"/>
              <a:pathLst>
                <a:path extrusionOk="0" h="5421" w="4688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1"/>
            <p:cNvSpPr/>
            <p:nvPr/>
          </p:nvSpPr>
          <p:spPr>
            <a:xfrm>
              <a:off x="4413309" y="3004475"/>
              <a:ext cx="58061" cy="103285"/>
            </a:xfrm>
            <a:custGeom>
              <a:rect b="b" l="l" r="r" t="t"/>
              <a:pathLst>
                <a:path extrusionOk="0" h="9082" w="4876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1"/>
            <p:cNvSpPr/>
            <p:nvPr/>
          </p:nvSpPr>
          <p:spPr>
            <a:xfrm>
              <a:off x="4375443" y="2948079"/>
              <a:ext cx="61050" cy="131125"/>
            </a:xfrm>
            <a:custGeom>
              <a:rect b="b" l="l" r="r" t="t"/>
              <a:pathLst>
                <a:path extrusionOk="0" h="11530" w="5127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1"/>
            <p:cNvSpPr/>
            <p:nvPr/>
          </p:nvSpPr>
          <p:spPr>
            <a:xfrm>
              <a:off x="4343054" y="2959975"/>
              <a:ext cx="35389" cy="43557"/>
            </a:xfrm>
            <a:custGeom>
              <a:rect b="b" l="l" r="r" t="t"/>
              <a:pathLst>
                <a:path extrusionOk="0" h="3830" w="2972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1"/>
            <p:cNvSpPr/>
            <p:nvPr/>
          </p:nvSpPr>
          <p:spPr>
            <a:xfrm>
              <a:off x="3793178" y="2712975"/>
              <a:ext cx="26423" cy="30945"/>
            </a:xfrm>
            <a:custGeom>
              <a:rect b="b" l="l" r="r" t="t"/>
              <a:pathLst>
                <a:path extrusionOk="0" h="2721" w="2219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1"/>
            <p:cNvSpPr/>
            <p:nvPr/>
          </p:nvSpPr>
          <p:spPr>
            <a:xfrm>
              <a:off x="3772256" y="2560208"/>
              <a:ext cx="138282" cy="153495"/>
            </a:xfrm>
            <a:custGeom>
              <a:rect b="b" l="l" r="r" t="t"/>
              <a:pathLst>
                <a:path extrusionOk="0" h="13497" w="11613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1"/>
            <p:cNvSpPr/>
            <p:nvPr/>
          </p:nvSpPr>
          <p:spPr>
            <a:xfrm>
              <a:off x="3810372" y="2589242"/>
              <a:ext cx="68528" cy="147786"/>
            </a:xfrm>
            <a:custGeom>
              <a:rect b="b" l="l" r="r" t="t"/>
              <a:pathLst>
                <a:path extrusionOk="0" h="12995" w="5755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1"/>
            <p:cNvSpPr/>
            <p:nvPr/>
          </p:nvSpPr>
          <p:spPr>
            <a:xfrm>
              <a:off x="3883127" y="2693471"/>
              <a:ext cx="27411" cy="23803"/>
            </a:xfrm>
            <a:custGeom>
              <a:rect b="b" l="l" r="r" t="t"/>
              <a:pathLst>
                <a:path extrusionOk="0" h="2093" w="2302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1"/>
            <p:cNvSpPr/>
            <p:nvPr/>
          </p:nvSpPr>
          <p:spPr>
            <a:xfrm>
              <a:off x="3870422" y="2710598"/>
              <a:ext cx="43605" cy="22620"/>
            </a:xfrm>
            <a:custGeom>
              <a:rect b="b" l="l" r="r" t="t"/>
              <a:pathLst>
                <a:path extrusionOk="0" h="1989" w="3662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1"/>
            <p:cNvSpPr/>
            <p:nvPr/>
          </p:nvSpPr>
          <p:spPr>
            <a:xfrm>
              <a:off x="3871910" y="2726065"/>
              <a:ext cx="33901" cy="23803"/>
            </a:xfrm>
            <a:custGeom>
              <a:rect b="b" l="l" r="r" t="t"/>
              <a:pathLst>
                <a:path extrusionOk="0" h="2093" w="2847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1"/>
            <p:cNvSpPr/>
            <p:nvPr/>
          </p:nvSpPr>
          <p:spPr>
            <a:xfrm>
              <a:off x="3888104" y="2727737"/>
              <a:ext cx="57573" cy="42601"/>
            </a:xfrm>
            <a:custGeom>
              <a:rect b="b" l="l" r="r" t="t"/>
              <a:pathLst>
                <a:path extrusionOk="0" h="3746" w="4835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1"/>
            <p:cNvSpPr/>
            <p:nvPr/>
          </p:nvSpPr>
          <p:spPr>
            <a:xfrm>
              <a:off x="3848488" y="2796972"/>
              <a:ext cx="39628" cy="24519"/>
            </a:xfrm>
            <a:custGeom>
              <a:rect b="b" l="l" r="r" t="t"/>
              <a:pathLst>
                <a:path extrusionOk="0" h="2156" w="3328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3851727" y="2789842"/>
              <a:ext cx="34151" cy="14284"/>
            </a:xfrm>
            <a:custGeom>
              <a:rect b="b" l="l" r="r" t="t"/>
              <a:pathLst>
                <a:path extrusionOk="0" h="1256" w="2868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1"/>
            <p:cNvSpPr/>
            <p:nvPr/>
          </p:nvSpPr>
          <p:spPr>
            <a:xfrm>
              <a:off x="3869672" y="2845760"/>
              <a:ext cx="12967" cy="23803"/>
            </a:xfrm>
            <a:custGeom>
              <a:rect b="b" l="l" r="r" t="t"/>
              <a:pathLst>
                <a:path extrusionOk="0" h="2093" w="1089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1"/>
            <p:cNvSpPr/>
            <p:nvPr/>
          </p:nvSpPr>
          <p:spPr>
            <a:xfrm>
              <a:off x="3863444" y="2836958"/>
              <a:ext cx="12467" cy="15000"/>
            </a:xfrm>
            <a:custGeom>
              <a:rect b="b" l="l" r="r" t="t"/>
              <a:pathLst>
                <a:path extrusionOk="0" h="1319" w="1047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3844761" y="2824346"/>
              <a:ext cx="25923" cy="21665"/>
            </a:xfrm>
            <a:custGeom>
              <a:rect b="b" l="l" r="r" t="t"/>
              <a:pathLst>
                <a:path extrusionOk="0" h="1905" w="2177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1"/>
            <p:cNvSpPr/>
            <p:nvPr/>
          </p:nvSpPr>
          <p:spPr>
            <a:xfrm>
              <a:off x="3830555" y="2811734"/>
              <a:ext cx="20195" cy="12146"/>
            </a:xfrm>
            <a:custGeom>
              <a:rect b="b" l="l" r="r" t="t"/>
              <a:pathLst>
                <a:path extrusionOk="0" h="1068" w="1696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1"/>
            <p:cNvSpPr/>
            <p:nvPr/>
          </p:nvSpPr>
          <p:spPr>
            <a:xfrm>
              <a:off x="3804645" y="2793401"/>
              <a:ext cx="47594" cy="21903"/>
            </a:xfrm>
            <a:custGeom>
              <a:rect b="b" l="l" r="r" t="t"/>
              <a:pathLst>
                <a:path extrusionOk="0" h="1926" w="3997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3831556" y="2741054"/>
              <a:ext cx="63038" cy="50699"/>
            </a:xfrm>
            <a:custGeom>
              <a:rect b="b" l="l" r="r" t="t"/>
              <a:pathLst>
                <a:path extrusionOk="0" h="4458" w="5294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3819089" y="2776036"/>
              <a:ext cx="50345" cy="20948"/>
            </a:xfrm>
            <a:custGeom>
              <a:rect b="b" l="l" r="r" t="t"/>
              <a:pathLst>
                <a:path extrusionOk="0" h="1842" w="4228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1"/>
            <p:cNvSpPr/>
            <p:nvPr/>
          </p:nvSpPr>
          <p:spPr>
            <a:xfrm>
              <a:off x="3779972" y="2741293"/>
              <a:ext cx="57323" cy="65449"/>
            </a:xfrm>
            <a:custGeom>
              <a:rect b="b" l="l" r="r" t="t"/>
              <a:pathLst>
                <a:path extrusionOk="0" h="5755" w="4814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3764778" y="2755577"/>
              <a:ext cx="24672" cy="21426"/>
            </a:xfrm>
            <a:custGeom>
              <a:rect b="b" l="l" r="r" t="t"/>
              <a:pathLst>
                <a:path extrusionOk="0" h="1884" w="2072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1"/>
            <p:cNvSpPr/>
            <p:nvPr/>
          </p:nvSpPr>
          <p:spPr>
            <a:xfrm>
              <a:off x="3762540" y="2773181"/>
              <a:ext cx="19445" cy="15956"/>
            </a:xfrm>
            <a:custGeom>
              <a:rect b="b" l="l" r="r" t="t"/>
              <a:pathLst>
                <a:path extrusionOk="0" h="1403" w="1633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1"/>
            <p:cNvSpPr/>
            <p:nvPr/>
          </p:nvSpPr>
          <p:spPr>
            <a:xfrm>
              <a:off x="3779484" y="2783894"/>
              <a:ext cx="4739" cy="6425"/>
            </a:xfrm>
            <a:custGeom>
              <a:rect b="b" l="l" r="r" t="t"/>
              <a:pathLst>
                <a:path extrusionOk="0" h="565" w="398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1"/>
            <p:cNvSpPr/>
            <p:nvPr/>
          </p:nvSpPr>
          <p:spPr>
            <a:xfrm>
              <a:off x="3681319" y="2737017"/>
              <a:ext cx="27661" cy="34982"/>
            </a:xfrm>
            <a:custGeom>
              <a:rect b="b" l="l" r="r" t="t"/>
              <a:pathLst>
                <a:path extrusionOk="0" h="3076" w="2323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3" name="Google Shape;403;p21"/>
            <p:cNvGrpSpPr/>
            <p:nvPr/>
          </p:nvGrpSpPr>
          <p:grpSpPr>
            <a:xfrm>
              <a:off x="3697513" y="2707266"/>
              <a:ext cx="59549" cy="79733"/>
              <a:chOff x="3586375" y="2281300"/>
              <a:chExt cx="125025" cy="175275"/>
            </a:xfrm>
          </p:grpSpPr>
          <p:sp>
            <p:nvSpPr>
              <p:cNvPr id="404" name="Google Shape;404;p21"/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rect b="b" l="l" r="r" t="t"/>
                <a:pathLst>
                  <a:path extrusionOk="0" h="7011" w="406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1"/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rect b="b" l="l" r="r" t="t"/>
                <a:pathLst>
                  <a:path extrusionOk="0" h="1005" w="1277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6" name="Google Shape;406;p21"/>
            <p:cNvSpPr/>
            <p:nvPr/>
          </p:nvSpPr>
          <p:spPr>
            <a:xfrm>
              <a:off x="4037841" y="3224817"/>
              <a:ext cx="52333" cy="93527"/>
            </a:xfrm>
            <a:custGeom>
              <a:rect b="b" l="l" r="r" t="t"/>
              <a:pathLst>
                <a:path extrusionOk="0" h="8224" w="4395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7" name="Google Shape;407;p21"/>
            <p:cNvGrpSpPr/>
            <p:nvPr/>
          </p:nvGrpSpPr>
          <p:grpSpPr>
            <a:xfrm>
              <a:off x="4513224" y="3221724"/>
              <a:ext cx="274563" cy="280321"/>
              <a:chOff x="5298975" y="3412225"/>
              <a:chExt cx="576450" cy="616225"/>
            </a:xfrm>
          </p:grpSpPr>
          <p:sp>
            <p:nvSpPr>
              <p:cNvPr id="408" name="Google Shape;408;p21"/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rect b="b" l="l" r="r" t="t"/>
                <a:pathLst>
                  <a:path extrusionOk="0" h="20611" w="23058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A6CBC2"/>
                  </a:solidFill>
                </a:endParaRPr>
              </a:p>
            </p:txBody>
          </p:sp>
          <p:sp>
            <p:nvSpPr>
              <p:cNvPr id="409" name="Google Shape;409;p21"/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rect b="b" l="l" r="r" t="t"/>
                <a:pathLst>
                  <a:path extrusionOk="0" h="2847" w="2198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0" name="Google Shape;410;p21"/>
            <p:cNvGrpSpPr/>
            <p:nvPr/>
          </p:nvGrpSpPr>
          <p:grpSpPr>
            <a:xfrm>
              <a:off x="4824403" y="3421846"/>
              <a:ext cx="110132" cy="130647"/>
              <a:chOff x="5952300" y="3852150"/>
              <a:chExt cx="231225" cy="287200"/>
            </a:xfrm>
          </p:grpSpPr>
          <p:sp>
            <p:nvSpPr>
              <p:cNvPr id="411" name="Google Shape;411;p21"/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rect b="b" l="l" r="r" t="t"/>
                <a:pathLst>
                  <a:path extrusionOk="0" h="5713" w="5818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1"/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rect b="b" l="l" r="r" t="t"/>
                <a:pathLst>
                  <a:path extrusionOk="0" h="6843" w="3286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3" name="Google Shape;413;p21"/>
            <p:cNvSpPr/>
            <p:nvPr/>
          </p:nvSpPr>
          <p:spPr>
            <a:xfrm>
              <a:off x="3608564" y="2619698"/>
              <a:ext cx="60550" cy="35232"/>
            </a:xfrm>
            <a:custGeom>
              <a:rect b="b" l="l" r="r" t="t"/>
              <a:pathLst>
                <a:path extrusionOk="0" h="3098" w="5085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4188328" y="2704412"/>
              <a:ext cx="421823" cy="300791"/>
            </a:xfrm>
            <a:custGeom>
              <a:rect b="b" l="l" r="r" t="t"/>
              <a:pathLst>
                <a:path extrusionOk="0" h="26449" w="35425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1"/>
            <p:cNvSpPr/>
            <p:nvPr/>
          </p:nvSpPr>
          <p:spPr>
            <a:xfrm>
              <a:off x="4442708" y="2990191"/>
              <a:ext cx="762" cy="967"/>
            </a:xfrm>
            <a:custGeom>
              <a:rect b="b" l="l" r="r" t="t"/>
              <a:pathLst>
                <a:path extrusionOk="0" h="85" w="64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1"/>
            <p:cNvSpPr/>
            <p:nvPr/>
          </p:nvSpPr>
          <p:spPr>
            <a:xfrm>
              <a:off x="4434742" y="2997094"/>
              <a:ext cx="1250" cy="1205"/>
            </a:xfrm>
            <a:custGeom>
              <a:rect b="b" l="l" r="r" t="t"/>
              <a:pathLst>
                <a:path extrusionOk="0" h="106" w="105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1"/>
            <p:cNvSpPr/>
            <p:nvPr/>
          </p:nvSpPr>
          <p:spPr>
            <a:xfrm>
              <a:off x="4184339" y="2879787"/>
              <a:ext cx="2512" cy="728"/>
            </a:xfrm>
            <a:custGeom>
              <a:rect b="b" l="l" r="r" t="t"/>
              <a:pathLst>
                <a:path extrusionOk="0" h="64" w="211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1"/>
            <p:cNvSpPr/>
            <p:nvPr/>
          </p:nvSpPr>
          <p:spPr>
            <a:xfrm>
              <a:off x="4038591" y="2720356"/>
              <a:ext cx="260870" cy="130886"/>
            </a:xfrm>
            <a:custGeom>
              <a:rect b="b" l="l" r="r" t="t"/>
              <a:pathLst>
                <a:path extrusionOk="0" h="11509" w="21908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1"/>
            <p:cNvSpPr/>
            <p:nvPr/>
          </p:nvSpPr>
          <p:spPr>
            <a:xfrm>
              <a:off x="4105619" y="2816249"/>
              <a:ext cx="110383" cy="65688"/>
            </a:xfrm>
            <a:custGeom>
              <a:rect b="b" l="l" r="r" t="t"/>
              <a:pathLst>
                <a:path extrusionOk="0" h="5776" w="927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4085936" y="2839096"/>
              <a:ext cx="98666" cy="59262"/>
            </a:xfrm>
            <a:custGeom>
              <a:rect b="b" l="l" r="r" t="t"/>
              <a:pathLst>
                <a:path extrusionOk="0" h="5211" w="8286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1" name="Google Shape;421;p21"/>
            <p:cNvGrpSpPr/>
            <p:nvPr/>
          </p:nvGrpSpPr>
          <p:grpSpPr>
            <a:xfrm>
              <a:off x="4295710" y="3079670"/>
              <a:ext cx="14968" cy="27135"/>
              <a:chOff x="4842300" y="3099950"/>
              <a:chExt cx="31425" cy="59650"/>
            </a:xfrm>
          </p:grpSpPr>
          <p:sp>
            <p:nvSpPr>
              <p:cNvPr id="422" name="Google Shape;422;p21"/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rect b="b" l="l" r="r" t="t"/>
                <a:pathLst>
                  <a:path extrusionOk="0" h="273" w="85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1"/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rect b="b" l="l" r="r" t="t"/>
                <a:pathLst>
                  <a:path extrusionOk="0" h="2135" w="1257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1"/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rect b="b" l="l" r="r" t="t"/>
                <a:pathLst>
                  <a:path extrusionOk="0" h="189" w="21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1"/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rect b="b" l="l" r="r" t="t"/>
                <a:pathLst>
                  <a:path extrusionOk="0" h="252" w="315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6" name="Google Shape;426;p21"/>
            <p:cNvSpPr/>
            <p:nvPr/>
          </p:nvSpPr>
          <p:spPr>
            <a:xfrm>
              <a:off x="4210500" y="2911903"/>
              <a:ext cx="193104" cy="180152"/>
            </a:xfrm>
            <a:custGeom>
              <a:rect b="b" l="l" r="r" t="t"/>
              <a:pathLst>
                <a:path extrusionOk="0" h="15841" w="16217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1"/>
            <p:cNvSpPr/>
            <p:nvPr/>
          </p:nvSpPr>
          <p:spPr>
            <a:xfrm>
              <a:off x="4286244" y="2933329"/>
              <a:ext cx="56823" cy="29034"/>
            </a:xfrm>
            <a:custGeom>
              <a:rect b="b" l="l" r="r" t="t"/>
              <a:pathLst>
                <a:path extrusionOk="0" h="2553" w="4772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1"/>
            <p:cNvSpPr/>
            <p:nvPr/>
          </p:nvSpPr>
          <p:spPr>
            <a:xfrm>
              <a:off x="4155440" y="2884541"/>
              <a:ext cx="95439" cy="100431"/>
            </a:xfrm>
            <a:custGeom>
              <a:rect b="b" l="l" r="r" t="t"/>
              <a:pathLst>
                <a:path extrusionOk="0" h="8831" w="8015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1"/>
            <p:cNvSpPr/>
            <p:nvPr/>
          </p:nvSpPr>
          <p:spPr>
            <a:xfrm>
              <a:off x="4148462" y="2870746"/>
              <a:ext cx="91200" cy="72579"/>
            </a:xfrm>
            <a:custGeom>
              <a:rect b="b" l="l" r="r" t="t"/>
              <a:pathLst>
                <a:path extrusionOk="0" h="6382" w="7659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1"/>
            <p:cNvSpPr/>
            <p:nvPr/>
          </p:nvSpPr>
          <p:spPr>
            <a:xfrm>
              <a:off x="3884115" y="2761763"/>
              <a:ext cx="113133" cy="67348"/>
            </a:xfrm>
            <a:custGeom>
              <a:rect b="b" l="l" r="r" t="t"/>
              <a:pathLst>
                <a:path extrusionOk="0" h="5922" w="9501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1"/>
            <p:cNvSpPr/>
            <p:nvPr/>
          </p:nvSpPr>
          <p:spPr>
            <a:xfrm>
              <a:off x="3912027" y="2795073"/>
              <a:ext cx="23684" cy="25236"/>
            </a:xfrm>
            <a:custGeom>
              <a:rect b="b" l="l" r="r" t="t"/>
              <a:pathLst>
                <a:path extrusionOk="0" h="2219" w="1989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1"/>
            <p:cNvSpPr/>
            <p:nvPr/>
          </p:nvSpPr>
          <p:spPr>
            <a:xfrm>
              <a:off x="3874161" y="2799361"/>
              <a:ext cx="60800" cy="37131"/>
            </a:xfrm>
            <a:custGeom>
              <a:rect b="b" l="l" r="r" t="t"/>
              <a:pathLst>
                <a:path extrusionOk="0" h="3265" w="5106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1"/>
            <p:cNvSpPr/>
            <p:nvPr/>
          </p:nvSpPr>
          <p:spPr>
            <a:xfrm>
              <a:off x="3889355" y="2831954"/>
              <a:ext cx="39878" cy="24041"/>
            </a:xfrm>
            <a:custGeom>
              <a:rect b="b" l="l" r="r" t="t"/>
              <a:pathLst>
                <a:path extrusionOk="0" h="2114" w="3349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4" name="Google Shape;434;p21"/>
            <p:cNvGrpSpPr/>
            <p:nvPr/>
          </p:nvGrpSpPr>
          <p:grpSpPr>
            <a:xfrm>
              <a:off x="3831056" y="2816010"/>
              <a:ext cx="37378" cy="27612"/>
              <a:chOff x="3866750" y="2520350"/>
              <a:chExt cx="78475" cy="607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rect b="b" l="l" r="r" t="t"/>
                <a:pathLst>
                  <a:path extrusionOk="0" h="252" w="189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rect b="b" l="l" r="r" t="t"/>
                <a:pathLst>
                  <a:path extrusionOk="0" h="127" w="106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rect b="b" l="l" r="r" t="t"/>
                <a:pathLst>
                  <a:path extrusionOk="0" h="2428" w="3139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rect b="b" l="l" r="r" t="t"/>
                <a:pathLst>
                  <a:path extrusionOk="0" h="210" w="147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9" name="Google Shape;439;p21"/>
            <p:cNvSpPr/>
            <p:nvPr/>
          </p:nvSpPr>
          <p:spPr>
            <a:xfrm>
              <a:off x="3799155" y="2842190"/>
              <a:ext cx="6990" cy="13340"/>
            </a:xfrm>
            <a:custGeom>
              <a:rect b="b" l="l" r="r" t="t"/>
              <a:pathLst>
                <a:path extrusionOk="0" h="1173" w="587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>
              <a:off x="3688535" y="2836242"/>
              <a:ext cx="76506" cy="61161"/>
            </a:xfrm>
            <a:custGeom>
              <a:rect b="b" l="l" r="r" t="t"/>
              <a:pathLst>
                <a:path extrusionOk="0" h="5378" w="6425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1"/>
            <p:cNvSpPr/>
            <p:nvPr/>
          </p:nvSpPr>
          <p:spPr>
            <a:xfrm>
              <a:off x="4036603" y="2865264"/>
              <a:ext cx="11967" cy="9064"/>
            </a:xfrm>
            <a:custGeom>
              <a:rect b="b" l="l" r="r" t="t"/>
              <a:pathLst>
                <a:path extrusionOk="0" h="797" w="1005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1"/>
            <p:cNvSpPr/>
            <p:nvPr/>
          </p:nvSpPr>
          <p:spPr>
            <a:xfrm>
              <a:off x="4033614" y="2866458"/>
              <a:ext cx="140532" cy="108039"/>
            </a:xfrm>
            <a:custGeom>
              <a:rect b="b" l="l" r="r" t="t"/>
              <a:pathLst>
                <a:path extrusionOk="0" h="9500" w="11802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1"/>
            <p:cNvSpPr/>
            <p:nvPr/>
          </p:nvSpPr>
          <p:spPr>
            <a:xfrm>
              <a:off x="4026636" y="2853369"/>
              <a:ext cx="24672" cy="20004"/>
            </a:xfrm>
            <a:custGeom>
              <a:rect b="b" l="l" r="r" t="t"/>
              <a:pathLst>
                <a:path extrusionOk="0" h="1759" w="2072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>
              <a:off x="3915766" y="2848615"/>
              <a:ext cx="124088" cy="48788"/>
            </a:xfrm>
            <a:custGeom>
              <a:rect b="b" l="l" r="r" t="t"/>
              <a:pathLst>
                <a:path extrusionOk="0" h="4290" w="10421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3914265" y="2848854"/>
              <a:ext cx="18945" cy="15956"/>
            </a:xfrm>
            <a:custGeom>
              <a:rect b="b" l="l" r="r" t="t"/>
              <a:pathLst>
                <a:path extrusionOk="0" h="1403" w="1591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1"/>
            <p:cNvSpPr/>
            <p:nvPr/>
          </p:nvSpPr>
          <p:spPr>
            <a:xfrm>
              <a:off x="4004703" y="2885735"/>
              <a:ext cx="66539" cy="61161"/>
            </a:xfrm>
            <a:custGeom>
              <a:rect b="b" l="l" r="r" t="t"/>
              <a:pathLst>
                <a:path extrusionOk="0" h="5378" w="5588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1"/>
            <p:cNvSpPr/>
            <p:nvPr/>
          </p:nvSpPr>
          <p:spPr>
            <a:xfrm>
              <a:off x="4059025" y="2939277"/>
              <a:ext cx="11967" cy="11668"/>
            </a:xfrm>
            <a:custGeom>
              <a:rect b="b" l="l" r="r" t="t"/>
              <a:pathLst>
                <a:path extrusionOk="0" h="1026" w="1005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1"/>
            <p:cNvSpPr/>
            <p:nvPr/>
          </p:nvSpPr>
          <p:spPr>
            <a:xfrm>
              <a:off x="3959359" y="2899768"/>
              <a:ext cx="15468" cy="8347"/>
            </a:xfrm>
            <a:custGeom>
              <a:rect b="b" l="l" r="r" t="t"/>
              <a:pathLst>
                <a:path extrusionOk="0" h="734" w="1299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1"/>
            <p:cNvSpPr/>
            <p:nvPr/>
          </p:nvSpPr>
          <p:spPr>
            <a:xfrm>
              <a:off x="3982281" y="2887395"/>
              <a:ext cx="42867" cy="36426"/>
            </a:xfrm>
            <a:custGeom>
              <a:rect b="b" l="l" r="r" t="t"/>
              <a:pathLst>
                <a:path extrusionOk="0" h="3203" w="360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1"/>
            <p:cNvSpPr/>
            <p:nvPr/>
          </p:nvSpPr>
          <p:spPr>
            <a:xfrm>
              <a:off x="3973565" y="2916668"/>
              <a:ext cx="10479" cy="29045"/>
            </a:xfrm>
            <a:custGeom>
              <a:rect b="b" l="l" r="r" t="t"/>
              <a:pathLst>
                <a:path extrusionOk="0" h="2554" w="88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1"/>
            <p:cNvSpPr/>
            <p:nvPr/>
          </p:nvSpPr>
          <p:spPr>
            <a:xfrm>
              <a:off x="3982781" y="2916668"/>
              <a:ext cx="2751" cy="5959"/>
            </a:xfrm>
            <a:custGeom>
              <a:rect b="b" l="l" r="r" t="t"/>
              <a:pathLst>
                <a:path extrusionOk="0" h="524" w="231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1"/>
            <p:cNvSpPr/>
            <p:nvPr/>
          </p:nvSpPr>
          <p:spPr>
            <a:xfrm>
              <a:off x="3979792" y="2923093"/>
              <a:ext cx="3751" cy="8336"/>
            </a:xfrm>
            <a:custGeom>
              <a:rect b="b" l="l" r="r" t="t"/>
              <a:pathLst>
                <a:path extrusionOk="0" h="733" w="315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1"/>
            <p:cNvSpPr/>
            <p:nvPr/>
          </p:nvSpPr>
          <p:spPr>
            <a:xfrm>
              <a:off x="3979792" y="2907627"/>
              <a:ext cx="8978" cy="10713"/>
            </a:xfrm>
            <a:custGeom>
              <a:rect b="b" l="l" r="r" t="t"/>
              <a:pathLst>
                <a:path extrusionOk="0" h="942" w="754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1"/>
            <p:cNvSpPr/>
            <p:nvPr/>
          </p:nvSpPr>
          <p:spPr>
            <a:xfrm>
              <a:off x="3980292" y="2915952"/>
              <a:ext cx="27661" cy="32616"/>
            </a:xfrm>
            <a:custGeom>
              <a:rect b="b" l="l" r="r" t="t"/>
              <a:pathLst>
                <a:path extrusionOk="0" h="2868" w="2323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1"/>
            <p:cNvSpPr/>
            <p:nvPr/>
          </p:nvSpPr>
          <p:spPr>
            <a:xfrm>
              <a:off x="3979792" y="2924515"/>
              <a:ext cx="142521" cy="114714"/>
            </a:xfrm>
            <a:custGeom>
              <a:rect b="b" l="l" r="r" t="t"/>
              <a:pathLst>
                <a:path extrusionOk="0" h="10087" w="11969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456" name="Google Shape;456;p21"/>
            <p:cNvSpPr/>
            <p:nvPr/>
          </p:nvSpPr>
          <p:spPr>
            <a:xfrm>
              <a:off x="4089663" y="2967116"/>
              <a:ext cx="5251" cy="10952"/>
            </a:xfrm>
            <a:custGeom>
              <a:rect b="b" l="l" r="r" t="t"/>
              <a:pathLst>
                <a:path extrusionOk="0" h="963" w="441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1"/>
            <p:cNvSpPr/>
            <p:nvPr/>
          </p:nvSpPr>
          <p:spPr>
            <a:xfrm>
              <a:off x="4095152" y="2967833"/>
              <a:ext cx="32900" cy="24758"/>
            </a:xfrm>
            <a:custGeom>
              <a:rect b="b" l="l" r="r" t="t"/>
              <a:pathLst>
                <a:path extrusionOk="0" h="2177" w="2763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1"/>
            <p:cNvSpPr/>
            <p:nvPr/>
          </p:nvSpPr>
          <p:spPr>
            <a:xfrm>
              <a:off x="4101380" y="2973303"/>
              <a:ext cx="51583" cy="60684"/>
            </a:xfrm>
            <a:custGeom>
              <a:rect b="b" l="l" r="r" t="t"/>
              <a:pathLst>
                <a:path extrusionOk="0" h="5336" w="4332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1"/>
            <p:cNvSpPr/>
            <p:nvPr/>
          </p:nvSpPr>
          <p:spPr>
            <a:xfrm>
              <a:off x="4124802" y="2964728"/>
              <a:ext cx="2751" cy="5971"/>
            </a:xfrm>
            <a:custGeom>
              <a:rect b="b" l="l" r="r" t="t"/>
              <a:pathLst>
                <a:path extrusionOk="0" h="525" w="231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1"/>
            <p:cNvSpPr/>
            <p:nvPr/>
          </p:nvSpPr>
          <p:spPr>
            <a:xfrm>
              <a:off x="4037591" y="3015893"/>
              <a:ext cx="73267" cy="45456"/>
            </a:xfrm>
            <a:custGeom>
              <a:rect b="b" l="l" r="r" t="t"/>
              <a:pathLst>
                <a:path extrusionOk="0" h="3997" w="6153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1"/>
            <p:cNvSpPr/>
            <p:nvPr/>
          </p:nvSpPr>
          <p:spPr>
            <a:xfrm>
              <a:off x="3911526" y="2929280"/>
              <a:ext cx="85972" cy="69020"/>
            </a:xfrm>
            <a:custGeom>
              <a:rect b="b" l="l" r="r" t="t"/>
              <a:pathLst>
                <a:path extrusionOk="0" h="6069" w="722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1"/>
            <p:cNvSpPr/>
            <p:nvPr/>
          </p:nvSpPr>
          <p:spPr>
            <a:xfrm>
              <a:off x="3896332" y="2997572"/>
              <a:ext cx="113621" cy="124461"/>
            </a:xfrm>
            <a:custGeom>
              <a:rect b="b" l="l" r="r" t="t"/>
              <a:pathLst>
                <a:path extrusionOk="0" h="10944" w="9542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1"/>
            <p:cNvSpPr/>
            <p:nvPr/>
          </p:nvSpPr>
          <p:spPr>
            <a:xfrm>
              <a:off x="3973815" y="3045871"/>
              <a:ext cx="104655" cy="75923"/>
            </a:xfrm>
            <a:custGeom>
              <a:rect b="b" l="l" r="r" t="t"/>
              <a:pathLst>
                <a:path extrusionOk="0" h="6676" w="8789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1"/>
            <p:cNvSpPr/>
            <p:nvPr/>
          </p:nvSpPr>
          <p:spPr>
            <a:xfrm>
              <a:off x="3996236" y="3024695"/>
              <a:ext cx="46106" cy="39042"/>
            </a:xfrm>
            <a:custGeom>
              <a:rect b="b" l="l" r="r" t="t"/>
              <a:pathLst>
                <a:path extrusionOk="0" h="3433" w="3872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1"/>
            <p:cNvSpPr/>
            <p:nvPr/>
          </p:nvSpPr>
          <p:spPr>
            <a:xfrm>
              <a:off x="4033614" y="3061110"/>
              <a:ext cx="10467" cy="11907"/>
            </a:xfrm>
            <a:custGeom>
              <a:rect b="b" l="l" r="r" t="t"/>
              <a:pathLst>
                <a:path extrusionOk="0" h="1047" w="879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1"/>
            <p:cNvSpPr/>
            <p:nvPr/>
          </p:nvSpPr>
          <p:spPr>
            <a:xfrm>
              <a:off x="4029125" y="3065864"/>
              <a:ext cx="70516" cy="89240"/>
            </a:xfrm>
            <a:custGeom>
              <a:rect b="b" l="l" r="r" t="t"/>
              <a:pathLst>
                <a:path extrusionOk="0" h="7847" w="5922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1"/>
            <p:cNvSpPr/>
            <p:nvPr/>
          </p:nvSpPr>
          <p:spPr>
            <a:xfrm>
              <a:off x="3978054" y="3108693"/>
              <a:ext cx="57811" cy="66882"/>
            </a:xfrm>
            <a:custGeom>
              <a:rect b="b" l="l" r="r" t="t"/>
              <a:pathLst>
                <a:path extrusionOk="0" h="5881" w="4855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468" name="Google Shape;468;p21"/>
            <p:cNvSpPr/>
            <p:nvPr/>
          </p:nvSpPr>
          <p:spPr>
            <a:xfrm>
              <a:off x="3963598" y="3151999"/>
              <a:ext cx="5239" cy="11"/>
            </a:xfrm>
            <a:custGeom>
              <a:rect b="b" l="l" r="r" t="t"/>
              <a:pathLst>
                <a:path extrusionOk="0" h="1" w="44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1"/>
            <p:cNvSpPr/>
            <p:nvPr/>
          </p:nvSpPr>
          <p:spPr>
            <a:xfrm>
              <a:off x="3949392" y="3117029"/>
              <a:ext cx="39878" cy="37609"/>
            </a:xfrm>
            <a:custGeom>
              <a:rect b="b" l="l" r="r" t="t"/>
              <a:pathLst>
                <a:path extrusionOk="0" h="3307" w="3349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1"/>
            <p:cNvSpPr/>
            <p:nvPr/>
          </p:nvSpPr>
          <p:spPr>
            <a:xfrm>
              <a:off x="3845999" y="3071334"/>
              <a:ext cx="89711" cy="57841"/>
            </a:xfrm>
            <a:custGeom>
              <a:rect b="b" l="l" r="r" t="t"/>
              <a:pathLst>
                <a:path extrusionOk="0" h="5086" w="7534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1"/>
            <p:cNvSpPr/>
            <p:nvPr/>
          </p:nvSpPr>
          <p:spPr>
            <a:xfrm>
              <a:off x="3809372" y="2919523"/>
              <a:ext cx="106405" cy="94483"/>
            </a:xfrm>
            <a:custGeom>
              <a:rect b="b" l="l" r="r" t="t"/>
              <a:pathLst>
                <a:path extrusionOk="0" h="8308" w="8936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1"/>
            <p:cNvSpPr/>
            <p:nvPr/>
          </p:nvSpPr>
          <p:spPr>
            <a:xfrm>
              <a:off x="3795917" y="2888589"/>
              <a:ext cx="27173" cy="50699"/>
            </a:xfrm>
            <a:custGeom>
              <a:rect b="b" l="l" r="r" t="t"/>
              <a:pathLst>
                <a:path extrusionOk="0" h="4458" w="2282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1"/>
            <p:cNvSpPr/>
            <p:nvPr/>
          </p:nvSpPr>
          <p:spPr>
            <a:xfrm>
              <a:off x="3689035" y="2890250"/>
              <a:ext cx="138044" cy="127554"/>
            </a:xfrm>
            <a:custGeom>
              <a:rect b="b" l="l" r="r" t="t"/>
              <a:pathLst>
                <a:path extrusionOk="0" h="11216" w="11593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1"/>
            <p:cNvSpPr/>
            <p:nvPr/>
          </p:nvSpPr>
          <p:spPr>
            <a:xfrm>
              <a:off x="3661636" y="2898825"/>
              <a:ext cx="79733" cy="60206"/>
            </a:xfrm>
            <a:custGeom>
              <a:rect b="b" l="l" r="r" t="t"/>
              <a:pathLst>
                <a:path extrusionOk="0" h="5294" w="6696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1"/>
            <p:cNvSpPr/>
            <p:nvPr/>
          </p:nvSpPr>
          <p:spPr>
            <a:xfrm>
              <a:off x="3632974" y="2958780"/>
              <a:ext cx="56573" cy="43318"/>
            </a:xfrm>
            <a:custGeom>
              <a:rect b="b" l="l" r="r" t="t"/>
              <a:pathLst>
                <a:path extrusionOk="0" h="3809" w="4751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1"/>
            <p:cNvSpPr/>
            <p:nvPr/>
          </p:nvSpPr>
          <p:spPr>
            <a:xfrm>
              <a:off x="3632736" y="2960691"/>
              <a:ext cx="81233" cy="85430"/>
            </a:xfrm>
            <a:custGeom>
              <a:rect b="b" l="l" r="r" t="t"/>
              <a:pathLst>
                <a:path extrusionOk="0" h="7512" w="6822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1"/>
            <p:cNvSpPr/>
            <p:nvPr/>
          </p:nvSpPr>
          <p:spPr>
            <a:xfrm>
              <a:off x="3665125" y="2976874"/>
              <a:ext cx="112121" cy="99236"/>
            </a:xfrm>
            <a:custGeom>
              <a:rect b="b" l="l" r="r" t="t"/>
              <a:pathLst>
                <a:path extrusionOk="0" h="8726" w="9416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1"/>
            <p:cNvSpPr/>
            <p:nvPr/>
          </p:nvSpPr>
          <p:spPr>
            <a:xfrm>
              <a:off x="3712457" y="3043733"/>
              <a:ext cx="51833" cy="35948"/>
            </a:xfrm>
            <a:custGeom>
              <a:rect b="b" l="l" r="r" t="t"/>
              <a:pathLst>
                <a:path extrusionOk="0" h="3161" w="4353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1"/>
            <p:cNvSpPr/>
            <p:nvPr/>
          </p:nvSpPr>
          <p:spPr>
            <a:xfrm>
              <a:off x="3628997" y="3033259"/>
              <a:ext cx="44355" cy="30956"/>
            </a:xfrm>
            <a:custGeom>
              <a:rect b="b" l="l" r="r" t="t"/>
              <a:pathLst>
                <a:path extrusionOk="0" h="2722" w="3725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1"/>
            <p:cNvSpPr/>
            <p:nvPr/>
          </p:nvSpPr>
          <p:spPr>
            <a:xfrm>
              <a:off x="3633975" y="3059916"/>
              <a:ext cx="21195" cy="12146"/>
            </a:xfrm>
            <a:custGeom>
              <a:rect b="b" l="l" r="r" t="t"/>
              <a:pathLst>
                <a:path extrusionOk="0" h="1068" w="178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1" name="Google Shape;481;p21"/>
            <p:cNvGrpSpPr/>
            <p:nvPr/>
          </p:nvGrpSpPr>
          <p:grpSpPr>
            <a:xfrm>
              <a:off x="3632736" y="3051591"/>
              <a:ext cx="63288" cy="45217"/>
              <a:chOff x="3450375" y="3038225"/>
              <a:chExt cx="132875" cy="99400"/>
            </a:xfrm>
          </p:grpSpPr>
          <p:sp>
            <p:nvSpPr>
              <p:cNvPr id="482" name="Google Shape;482;p21"/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rect b="b" l="l" r="r" t="t"/>
                <a:pathLst>
                  <a:path extrusionOk="0" h="545" w="1842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1"/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rect b="b" l="l" r="r" t="t"/>
                <a:pathLst>
                  <a:path extrusionOk="0" h="3244" w="4081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84" name="Google Shape;484;p21"/>
            <p:cNvSpPr/>
            <p:nvPr/>
          </p:nvSpPr>
          <p:spPr>
            <a:xfrm>
              <a:off x="3657897" y="3077759"/>
              <a:ext cx="19195" cy="21903"/>
            </a:xfrm>
            <a:custGeom>
              <a:rect b="b" l="l" r="r" t="t"/>
              <a:pathLst>
                <a:path extrusionOk="0" h="1926" w="1612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1"/>
            <p:cNvSpPr/>
            <p:nvPr/>
          </p:nvSpPr>
          <p:spPr>
            <a:xfrm>
              <a:off x="3670352" y="3087756"/>
              <a:ext cx="27911" cy="28568"/>
            </a:xfrm>
            <a:custGeom>
              <a:rect b="b" l="l" r="r" t="t"/>
              <a:pathLst>
                <a:path extrusionOk="0" h="2512" w="2344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1"/>
            <p:cNvSpPr/>
            <p:nvPr/>
          </p:nvSpPr>
          <p:spPr>
            <a:xfrm>
              <a:off x="3689785" y="3073722"/>
              <a:ext cx="42617" cy="42840"/>
            </a:xfrm>
            <a:custGeom>
              <a:rect b="b" l="l" r="r" t="t"/>
              <a:pathLst>
                <a:path extrusionOk="0" h="3767" w="3579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1"/>
            <p:cNvSpPr/>
            <p:nvPr/>
          </p:nvSpPr>
          <p:spPr>
            <a:xfrm>
              <a:off x="3726412" y="3070151"/>
              <a:ext cx="29161" cy="43557"/>
            </a:xfrm>
            <a:custGeom>
              <a:rect b="b" l="l" r="r" t="t"/>
              <a:pathLst>
                <a:path extrusionOk="0" h="3830" w="2449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1"/>
            <p:cNvSpPr/>
            <p:nvPr/>
          </p:nvSpPr>
          <p:spPr>
            <a:xfrm>
              <a:off x="3746846" y="3070151"/>
              <a:ext cx="13956" cy="35459"/>
            </a:xfrm>
            <a:custGeom>
              <a:rect b="b" l="l" r="r" t="t"/>
              <a:pathLst>
                <a:path extrusionOk="0" h="3118" w="1172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1"/>
            <p:cNvSpPr/>
            <p:nvPr/>
          </p:nvSpPr>
          <p:spPr>
            <a:xfrm>
              <a:off x="3754312" y="3061110"/>
              <a:ext cx="21445" cy="42840"/>
            </a:xfrm>
            <a:custGeom>
              <a:rect b="b" l="l" r="r" t="t"/>
              <a:pathLst>
                <a:path extrusionOk="0" h="3767" w="1801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1"/>
            <p:cNvSpPr/>
            <p:nvPr/>
          </p:nvSpPr>
          <p:spPr>
            <a:xfrm>
              <a:off x="3838283" y="2987337"/>
              <a:ext cx="71755" cy="108994"/>
            </a:xfrm>
            <a:custGeom>
              <a:rect b="b" l="l" r="r" t="t"/>
              <a:pathLst>
                <a:path extrusionOk="0" h="9584" w="6026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1"/>
            <p:cNvSpPr/>
            <p:nvPr/>
          </p:nvSpPr>
          <p:spPr>
            <a:xfrm>
              <a:off x="3829555" y="3057778"/>
              <a:ext cx="2251" cy="1194"/>
            </a:xfrm>
            <a:custGeom>
              <a:rect b="b" l="l" r="r" t="t"/>
              <a:pathLst>
                <a:path extrusionOk="0" h="105" w="189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1"/>
            <p:cNvSpPr/>
            <p:nvPr/>
          </p:nvSpPr>
          <p:spPr>
            <a:xfrm>
              <a:off x="3749584" y="2988770"/>
              <a:ext cx="104905" cy="77822"/>
            </a:xfrm>
            <a:custGeom>
              <a:rect b="b" l="l" r="r" t="t"/>
              <a:pathLst>
                <a:path extrusionOk="0" h="6843" w="881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493" name="Google Shape;493;p21"/>
            <p:cNvSpPr/>
            <p:nvPr/>
          </p:nvSpPr>
          <p:spPr>
            <a:xfrm>
              <a:off x="3767267" y="3053013"/>
              <a:ext cx="78744" cy="64493"/>
            </a:xfrm>
            <a:custGeom>
              <a:rect b="b" l="l" r="r" t="t"/>
              <a:pathLst>
                <a:path extrusionOk="0" h="5671" w="6613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1"/>
            <p:cNvSpPr/>
            <p:nvPr/>
          </p:nvSpPr>
          <p:spPr>
            <a:xfrm>
              <a:off x="3805645" y="3058722"/>
              <a:ext cx="52322" cy="74968"/>
            </a:xfrm>
            <a:custGeom>
              <a:rect b="b" l="l" r="r" t="t"/>
              <a:pathLst>
                <a:path extrusionOk="0" h="6592" w="4394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1"/>
            <p:cNvSpPr/>
            <p:nvPr/>
          </p:nvSpPr>
          <p:spPr>
            <a:xfrm>
              <a:off x="3805883" y="3130585"/>
              <a:ext cx="39378" cy="40702"/>
            </a:xfrm>
            <a:custGeom>
              <a:rect b="b" l="l" r="r" t="t"/>
              <a:pathLst>
                <a:path extrusionOk="0" h="3579" w="3307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1"/>
            <p:cNvSpPr/>
            <p:nvPr/>
          </p:nvSpPr>
          <p:spPr>
            <a:xfrm>
              <a:off x="3809622" y="3131301"/>
              <a:ext cx="13967" cy="8575"/>
            </a:xfrm>
            <a:custGeom>
              <a:rect b="b" l="l" r="r" t="t"/>
              <a:pathLst>
                <a:path extrusionOk="0" h="754" w="1173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1"/>
            <p:cNvSpPr/>
            <p:nvPr/>
          </p:nvSpPr>
          <p:spPr>
            <a:xfrm>
              <a:off x="3822327" y="3120122"/>
              <a:ext cx="52834" cy="59023"/>
            </a:xfrm>
            <a:custGeom>
              <a:rect b="b" l="l" r="r" t="t"/>
              <a:pathLst>
                <a:path extrusionOk="0" h="5190" w="4437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3828067" y="3174369"/>
              <a:ext cx="7478" cy="9769"/>
            </a:xfrm>
            <a:custGeom>
              <a:rect b="b" l="l" r="r" t="t"/>
              <a:pathLst>
                <a:path extrusionOk="0" h="859" w="628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1"/>
            <p:cNvSpPr/>
            <p:nvPr/>
          </p:nvSpPr>
          <p:spPr>
            <a:xfrm>
              <a:off x="3947654" y="3151533"/>
              <a:ext cx="76994" cy="74956"/>
            </a:xfrm>
            <a:custGeom>
              <a:rect b="b" l="l" r="r" t="t"/>
              <a:pathLst>
                <a:path extrusionOk="0" h="6591" w="6466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1"/>
            <p:cNvSpPr/>
            <p:nvPr/>
          </p:nvSpPr>
          <p:spPr>
            <a:xfrm>
              <a:off x="3945415" y="3152954"/>
              <a:ext cx="13956" cy="10963"/>
            </a:xfrm>
            <a:custGeom>
              <a:rect b="b" l="l" r="r" t="t"/>
              <a:pathLst>
                <a:path extrusionOk="0" h="964" w="1172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1"/>
            <p:cNvSpPr/>
            <p:nvPr/>
          </p:nvSpPr>
          <p:spPr>
            <a:xfrm>
              <a:off x="3945415" y="3159380"/>
              <a:ext cx="13706" cy="15956"/>
            </a:xfrm>
            <a:custGeom>
              <a:rect b="b" l="l" r="r" t="t"/>
              <a:pathLst>
                <a:path extrusionOk="0" h="1403" w="1151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3829055" y="3110126"/>
              <a:ext cx="131316" cy="124222"/>
            </a:xfrm>
            <a:custGeom>
              <a:rect b="b" l="l" r="r" t="t"/>
              <a:pathLst>
                <a:path extrusionOk="0" h="10923" w="11028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503" name="Google Shape;503;p21"/>
            <p:cNvSpPr/>
            <p:nvPr/>
          </p:nvSpPr>
          <p:spPr>
            <a:xfrm>
              <a:off x="3970326" y="3207451"/>
              <a:ext cx="21934" cy="52837"/>
            </a:xfrm>
            <a:custGeom>
              <a:rect b="b" l="l" r="r" t="t"/>
              <a:pathLst>
                <a:path extrusionOk="0" h="4646" w="1842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3895082" y="3199593"/>
              <a:ext cx="81233" cy="66165"/>
            </a:xfrm>
            <a:custGeom>
              <a:rect b="b" l="l" r="r" t="t"/>
              <a:pathLst>
                <a:path extrusionOk="0" h="5818" w="6822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3824328" y="3184365"/>
              <a:ext cx="86210" cy="81393"/>
            </a:xfrm>
            <a:custGeom>
              <a:rect b="b" l="l" r="r" t="t"/>
              <a:pathLst>
                <a:path extrusionOk="0" h="7157" w="724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3916754" y="3249086"/>
              <a:ext cx="53834" cy="46889"/>
            </a:xfrm>
            <a:custGeom>
              <a:rect b="b" l="l" r="r" t="t"/>
              <a:pathLst>
                <a:path extrusionOk="0" h="4123" w="4521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3879638" y="3263609"/>
              <a:ext cx="64539" cy="61639"/>
            </a:xfrm>
            <a:custGeom>
              <a:rect b="b" l="l" r="r" t="t"/>
              <a:pathLst>
                <a:path extrusionOk="0" h="5420" w="542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3824578" y="3257889"/>
              <a:ext cx="92188" cy="82826"/>
            </a:xfrm>
            <a:custGeom>
              <a:rect b="b" l="l" r="r" t="t"/>
              <a:pathLst>
                <a:path extrusionOk="0" h="7283" w="7742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3953131" y="3215060"/>
              <a:ext cx="71767" cy="110427"/>
            </a:xfrm>
            <a:custGeom>
              <a:rect b="b" l="l" r="r" t="t"/>
              <a:pathLst>
                <a:path extrusionOk="0" h="9710" w="6027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3951893" y="3317378"/>
              <a:ext cx="9978" cy="10724"/>
            </a:xfrm>
            <a:custGeom>
              <a:rect b="b" l="l" r="r" t="t"/>
              <a:pathLst>
                <a:path extrusionOk="0" h="943" w="838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3925232" y="3338554"/>
              <a:ext cx="15956" cy="14295"/>
            </a:xfrm>
            <a:custGeom>
              <a:rect b="b" l="l" r="r" t="t"/>
              <a:pathLst>
                <a:path extrusionOk="0" h="1257" w="134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4226694" y="2879548"/>
              <a:ext cx="50095" cy="39508"/>
            </a:xfrm>
            <a:custGeom>
              <a:rect b="b" l="l" r="r" t="t"/>
              <a:pathLst>
                <a:path extrusionOk="0" h="3474" w="4207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4226694" y="2879548"/>
              <a:ext cx="50095" cy="39508"/>
            </a:xfrm>
            <a:custGeom>
              <a:rect b="b" l="l" r="r" t="t"/>
              <a:pathLst>
                <a:path extrusionOk="0" h="3474" w="4207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4014919" y="2846238"/>
              <a:ext cx="33651" cy="9053"/>
            </a:xfrm>
            <a:custGeom>
              <a:rect b="b" l="l" r="r" t="t"/>
              <a:pathLst>
                <a:path extrusionOk="0" h="796" w="2826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4036853" y="2853608"/>
              <a:ext cx="1250" cy="1205"/>
            </a:xfrm>
            <a:custGeom>
              <a:rect b="b" l="l" r="r" t="t"/>
              <a:pathLst>
                <a:path extrusionOk="0" fill="none" h="106" w="105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cap="rnd" cmpd="sng" w="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4346543" y="2948318"/>
              <a:ext cx="21183" cy="11907"/>
            </a:xfrm>
            <a:custGeom>
              <a:rect b="b" l="l" r="r" t="t"/>
              <a:pathLst>
                <a:path extrusionOk="0" h="1047" w="1779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3878888" y="2847660"/>
              <a:ext cx="16706" cy="13579"/>
            </a:xfrm>
            <a:custGeom>
              <a:rect b="b" l="l" r="r" t="t"/>
              <a:pathLst>
                <a:path extrusionOk="0" h="1194" w="1403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3865182" y="2817204"/>
              <a:ext cx="27923" cy="34993"/>
            </a:xfrm>
            <a:custGeom>
              <a:rect b="b" l="l" r="r" t="t"/>
              <a:pathLst>
                <a:path extrusionOk="0" h="3077" w="2345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9" name="Google Shape;519;p21"/>
          <p:cNvSpPr/>
          <p:nvPr/>
        </p:nvSpPr>
        <p:spPr>
          <a:xfrm>
            <a:off x="3064539" y="2775516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0" name="Google Shape;520;p21"/>
          <p:cNvSpPr/>
          <p:nvPr/>
        </p:nvSpPr>
        <p:spPr>
          <a:xfrm>
            <a:off x="3797796" y="2422418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1" name="Google Shape;521;p21"/>
          <p:cNvSpPr/>
          <p:nvPr/>
        </p:nvSpPr>
        <p:spPr>
          <a:xfrm>
            <a:off x="2633514" y="2381329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2" name="Google Shape;522;p21"/>
          <p:cNvSpPr/>
          <p:nvPr/>
        </p:nvSpPr>
        <p:spPr>
          <a:xfrm>
            <a:off x="3116760" y="1977076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3" name="Google Shape;523;p21"/>
          <p:cNvSpPr/>
          <p:nvPr/>
        </p:nvSpPr>
        <p:spPr>
          <a:xfrm>
            <a:off x="2887408" y="1885767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4" name="Google Shape;524;p21"/>
          <p:cNvSpPr/>
          <p:nvPr/>
        </p:nvSpPr>
        <p:spPr>
          <a:xfrm>
            <a:off x="3276013" y="1775333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25" name="Google Shape;525;p21"/>
          <p:cNvCxnSpPr>
            <a:stCxn id="519" idx="1"/>
            <a:endCxn id="520" idx="1"/>
          </p:cNvCxnSpPr>
          <p:nvPr/>
        </p:nvCxnSpPr>
        <p:spPr>
          <a:xfrm rot="-5400000">
            <a:off x="3273436" y="2251213"/>
            <a:ext cx="353100" cy="733200"/>
          </a:xfrm>
          <a:prstGeom prst="curvedConnector3">
            <a:avLst>
              <a:gd fmla="val 172776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26" name="Google Shape;526;p21"/>
          <p:cNvCxnSpPr>
            <a:stCxn id="519" idx="1"/>
            <a:endCxn id="521" idx="6"/>
          </p:cNvCxnSpPr>
          <p:nvPr/>
        </p:nvCxnSpPr>
        <p:spPr>
          <a:xfrm flipH="1" rot="5400000">
            <a:off x="2748436" y="2459413"/>
            <a:ext cx="348600" cy="321300"/>
          </a:xfrm>
          <a:prstGeom prst="curvedConnector2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27" name="Google Shape;527;p21"/>
          <p:cNvSpPr/>
          <p:nvPr/>
        </p:nvSpPr>
        <p:spPr>
          <a:xfrm>
            <a:off x="3250681" y="2179298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28" name="Google Shape;528;p21"/>
          <p:cNvCxnSpPr>
            <a:stCxn id="527" idx="7"/>
            <a:endCxn id="522" idx="6"/>
          </p:cNvCxnSpPr>
          <p:nvPr/>
        </p:nvCxnSpPr>
        <p:spPr>
          <a:xfrm flipH="1" rot="5400000">
            <a:off x="3224633" y="2062246"/>
            <a:ext cx="156600" cy="115200"/>
          </a:xfrm>
          <a:prstGeom prst="curvedConnector2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29" name="Google Shape;529;p21"/>
          <p:cNvCxnSpPr>
            <a:stCxn id="522" idx="1"/>
            <a:endCxn id="523" idx="7"/>
          </p:cNvCxnSpPr>
          <p:nvPr/>
        </p:nvCxnSpPr>
        <p:spPr>
          <a:xfrm flipH="1" rot="5400000">
            <a:off x="3020858" y="1881174"/>
            <a:ext cx="91200" cy="138300"/>
          </a:xfrm>
          <a:prstGeom prst="curvedConnector3">
            <a:avLst>
              <a:gd fmla="val 253809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30" name="Google Shape;530;p21"/>
          <p:cNvCxnSpPr>
            <a:stCxn id="522" idx="0"/>
            <a:endCxn id="524" idx="1"/>
          </p:cNvCxnSpPr>
          <p:nvPr/>
        </p:nvCxnSpPr>
        <p:spPr>
          <a:xfrm rot="-5400000">
            <a:off x="3146460" y="1828726"/>
            <a:ext cx="183000" cy="113700"/>
          </a:xfrm>
          <a:prstGeom prst="curvedConnector5">
            <a:avLst>
              <a:gd fmla="val 19957" name="adj1"/>
              <a:gd fmla="val -22590" name="adj2"/>
              <a:gd fmla="val 142842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31" name="Google Shape;531;p21"/>
          <p:cNvSpPr/>
          <p:nvPr/>
        </p:nvSpPr>
        <p:spPr>
          <a:xfrm>
            <a:off x="3646572" y="2179298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32" name="Google Shape;532;p21"/>
          <p:cNvSpPr/>
          <p:nvPr/>
        </p:nvSpPr>
        <p:spPr>
          <a:xfrm>
            <a:off x="3855937" y="1818172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33" name="Google Shape;533;p21"/>
          <p:cNvCxnSpPr>
            <a:stCxn id="531" idx="6"/>
            <a:endCxn id="532" idx="6"/>
          </p:cNvCxnSpPr>
          <p:nvPr/>
        </p:nvCxnSpPr>
        <p:spPr>
          <a:xfrm flipH="1" rot="10800000">
            <a:off x="3775272" y="1882448"/>
            <a:ext cx="209400" cy="361200"/>
          </a:xfrm>
          <a:prstGeom prst="curvedConnector3">
            <a:avLst>
              <a:gd fmla="val 133729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34" name="Google Shape;534;p21"/>
          <p:cNvSpPr/>
          <p:nvPr/>
        </p:nvSpPr>
        <p:spPr>
          <a:xfrm>
            <a:off x="4249718" y="2879850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35" name="Google Shape;535;p21"/>
          <p:cNvSpPr/>
          <p:nvPr/>
        </p:nvSpPr>
        <p:spPr>
          <a:xfrm>
            <a:off x="4420379" y="2677772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36" name="Google Shape;536;p21"/>
          <p:cNvSpPr/>
          <p:nvPr/>
        </p:nvSpPr>
        <p:spPr>
          <a:xfrm>
            <a:off x="4401781" y="2419853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37" name="Google Shape;537;p21"/>
          <p:cNvCxnSpPr>
            <a:stCxn id="531" idx="6"/>
            <a:endCxn id="534" idx="1"/>
          </p:cNvCxnSpPr>
          <p:nvPr/>
        </p:nvCxnSpPr>
        <p:spPr>
          <a:xfrm>
            <a:off x="3775272" y="2243648"/>
            <a:ext cx="493200" cy="654900"/>
          </a:xfrm>
          <a:prstGeom prst="curvedConnector2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38" name="Google Shape;538;p21"/>
          <p:cNvCxnSpPr>
            <a:stCxn id="531" idx="6"/>
            <a:endCxn id="535" idx="1"/>
          </p:cNvCxnSpPr>
          <p:nvPr/>
        </p:nvCxnSpPr>
        <p:spPr>
          <a:xfrm>
            <a:off x="3775272" y="2243648"/>
            <a:ext cx="663900" cy="4530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39" name="Google Shape;539;p21"/>
          <p:cNvCxnSpPr>
            <a:stCxn id="531" idx="6"/>
            <a:endCxn id="536" idx="1"/>
          </p:cNvCxnSpPr>
          <p:nvPr/>
        </p:nvCxnSpPr>
        <p:spPr>
          <a:xfrm>
            <a:off x="3775272" y="2243648"/>
            <a:ext cx="645300" cy="1950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40" name="Google Shape;540;p21"/>
          <p:cNvSpPr/>
          <p:nvPr/>
        </p:nvSpPr>
        <p:spPr>
          <a:xfrm>
            <a:off x="4833717" y="2848743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41" name="Google Shape;541;p21"/>
          <p:cNvSpPr/>
          <p:nvPr/>
        </p:nvSpPr>
        <p:spPr>
          <a:xfrm>
            <a:off x="4713480" y="3017844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42" name="Google Shape;542;p21"/>
          <p:cNvCxnSpPr>
            <a:stCxn id="535" idx="5"/>
            <a:endCxn id="540" idx="2"/>
          </p:cNvCxnSpPr>
          <p:nvPr/>
        </p:nvCxnSpPr>
        <p:spPr>
          <a:xfrm flipH="1" rot="-5400000">
            <a:off x="4619331" y="2698524"/>
            <a:ext cx="125400" cy="3036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43" name="Google Shape;543;p21"/>
          <p:cNvCxnSpPr>
            <a:stCxn id="535" idx="5"/>
            <a:endCxn id="541" idx="1"/>
          </p:cNvCxnSpPr>
          <p:nvPr/>
        </p:nvCxnSpPr>
        <p:spPr>
          <a:xfrm flipH="1" rot="-5400000">
            <a:off x="4506831" y="2811024"/>
            <a:ext cx="249000" cy="202200"/>
          </a:xfrm>
          <a:prstGeom prst="curvedConnector3">
            <a:avLst>
              <a:gd fmla="val 50014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44" name="Google Shape;544;p21"/>
          <p:cNvSpPr/>
          <p:nvPr/>
        </p:nvSpPr>
        <p:spPr>
          <a:xfrm>
            <a:off x="4310328" y="3222727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45" name="Google Shape;545;p21"/>
          <p:cNvSpPr/>
          <p:nvPr/>
        </p:nvSpPr>
        <p:spPr>
          <a:xfrm>
            <a:off x="4666651" y="3298434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46" name="Google Shape;546;p21"/>
          <p:cNvCxnSpPr>
            <a:stCxn id="534" idx="6"/>
            <a:endCxn id="544" idx="0"/>
          </p:cNvCxnSpPr>
          <p:nvPr/>
        </p:nvCxnSpPr>
        <p:spPr>
          <a:xfrm flipH="1">
            <a:off x="4374818" y="2944200"/>
            <a:ext cx="3600" cy="278400"/>
          </a:xfrm>
          <a:prstGeom prst="curvedConnector4">
            <a:avLst>
              <a:gd fmla="val -2015460" name="adj1"/>
              <a:gd fmla="val 61580" name="adj2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47" name="Google Shape;547;p21"/>
          <p:cNvCxnSpPr>
            <a:stCxn id="534" idx="6"/>
            <a:endCxn id="545" idx="1"/>
          </p:cNvCxnSpPr>
          <p:nvPr/>
        </p:nvCxnSpPr>
        <p:spPr>
          <a:xfrm>
            <a:off x="4378418" y="2944200"/>
            <a:ext cx="307200" cy="373200"/>
          </a:xfrm>
          <a:prstGeom prst="curvedConnector2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48" name="Google Shape;548;p21"/>
          <p:cNvSpPr/>
          <p:nvPr/>
        </p:nvSpPr>
        <p:spPr>
          <a:xfrm>
            <a:off x="4170775" y="2228080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49" name="Google Shape;549;p21"/>
          <p:cNvSpPr/>
          <p:nvPr/>
        </p:nvSpPr>
        <p:spPr>
          <a:xfrm>
            <a:off x="4452229" y="1977064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0" name="Google Shape;550;p21"/>
          <p:cNvSpPr/>
          <p:nvPr/>
        </p:nvSpPr>
        <p:spPr>
          <a:xfrm>
            <a:off x="4566882" y="1365197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51" name="Google Shape;551;p21"/>
          <p:cNvCxnSpPr>
            <a:stCxn id="548" idx="1"/>
            <a:endCxn id="550" idx="2"/>
          </p:cNvCxnSpPr>
          <p:nvPr/>
        </p:nvCxnSpPr>
        <p:spPr>
          <a:xfrm rot="-5400000">
            <a:off x="3969573" y="1649478"/>
            <a:ext cx="817500" cy="3774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52" name="Google Shape;552;p21"/>
          <p:cNvCxnSpPr>
            <a:stCxn id="548" idx="0"/>
            <a:endCxn id="549" idx="2"/>
          </p:cNvCxnSpPr>
          <p:nvPr/>
        </p:nvCxnSpPr>
        <p:spPr>
          <a:xfrm rot="-5400000">
            <a:off x="4250425" y="2026180"/>
            <a:ext cx="186600" cy="2172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53" name="Google Shape;553;p21"/>
          <p:cNvSpPr/>
          <p:nvPr/>
        </p:nvSpPr>
        <p:spPr>
          <a:xfrm>
            <a:off x="749253" y="1515728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4" name="Google Shape;554;p21"/>
          <p:cNvSpPr/>
          <p:nvPr/>
        </p:nvSpPr>
        <p:spPr>
          <a:xfrm>
            <a:off x="1491617" y="2469282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5" name="Google Shape;555;p21"/>
          <p:cNvSpPr/>
          <p:nvPr/>
        </p:nvSpPr>
        <p:spPr>
          <a:xfrm>
            <a:off x="1599606" y="2145303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6" name="Google Shape;556;p21"/>
          <p:cNvSpPr/>
          <p:nvPr/>
        </p:nvSpPr>
        <p:spPr>
          <a:xfrm>
            <a:off x="1838689" y="1885767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57" name="Google Shape;557;p21"/>
          <p:cNvCxnSpPr>
            <a:stCxn id="553" idx="6"/>
            <a:endCxn id="556" idx="2"/>
          </p:cNvCxnSpPr>
          <p:nvPr/>
        </p:nvCxnSpPr>
        <p:spPr>
          <a:xfrm>
            <a:off x="877953" y="1580078"/>
            <a:ext cx="960600" cy="369900"/>
          </a:xfrm>
          <a:prstGeom prst="curvedConnector3">
            <a:avLst>
              <a:gd fmla="val 50007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58" name="Google Shape;558;p21"/>
          <p:cNvCxnSpPr>
            <a:stCxn id="553" idx="6"/>
            <a:endCxn id="555" idx="2"/>
          </p:cNvCxnSpPr>
          <p:nvPr/>
        </p:nvCxnSpPr>
        <p:spPr>
          <a:xfrm>
            <a:off x="877953" y="1580078"/>
            <a:ext cx="721800" cy="629700"/>
          </a:xfrm>
          <a:prstGeom prst="curvedConnector3">
            <a:avLst>
              <a:gd fmla="val 49990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59" name="Google Shape;559;p21"/>
          <p:cNvCxnSpPr>
            <a:stCxn id="553" idx="6"/>
            <a:endCxn id="554" idx="2"/>
          </p:cNvCxnSpPr>
          <p:nvPr/>
        </p:nvCxnSpPr>
        <p:spPr>
          <a:xfrm>
            <a:off x="877953" y="1580078"/>
            <a:ext cx="613800" cy="953700"/>
          </a:xfrm>
          <a:prstGeom prst="curvedConnector3">
            <a:avLst>
              <a:gd fmla="val 49989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60" name="Google Shape;560;p21"/>
          <p:cNvSpPr/>
          <p:nvPr/>
        </p:nvSpPr>
        <p:spPr>
          <a:xfrm>
            <a:off x="794356" y="1605992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1" name="Google Shape;561;p21"/>
          <p:cNvSpPr/>
          <p:nvPr/>
        </p:nvSpPr>
        <p:spPr>
          <a:xfrm>
            <a:off x="989438" y="2145315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62" name="Google Shape;562;p21"/>
          <p:cNvCxnSpPr>
            <a:stCxn id="560" idx="6"/>
            <a:endCxn id="561" idx="7"/>
          </p:cNvCxnSpPr>
          <p:nvPr/>
        </p:nvCxnSpPr>
        <p:spPr>
          <a:xfrm>
            <a:off x="923056" y="1670342"/>
            <a:ext cx="176100" cy="493800"/>
          </a:xfrm>
          <a:prstGeom prst="curvedConnector2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63" name="Google Shape;563;p21"/>
          <p:cNvSpPr/>
          <p:nvPr/>
        </p:nvSpPr>
        <p:spPr>
          <a:xfrm>
            <a:off x="1684253" y="2696669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4" name="Google Shape;564;p21"/>
          <p:cNvSpPr/>
          <p:nvPr/>
        </p:nvSpPr>
        <p:spPr>
          <a:xfrm>
            <a:off x="1620457" y="2977594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5" name="Google Shape;565;p21"/>
          <p:cNvSpPr/>
          <p:nvPr/>
        </p:nvSpPr>
        <p:spPr>
          <a:xfrm>
            <a:off x="2082804" y="2879862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6" name="Google Shape;566;p21"/>
          <p:cNvSpPr/>
          <p:nvPr/>
        </p:nvSpPr>
        <p:spPr>
          <a:xfrm>
            <a:off x="1709849" y="3298446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7" name="Google Shape;567;p21"/>
          <p:cNvSpPr/>
          <p:nvPr/>
        </p:nvSpPr>
        <p:spPr>
          <a:xfrm>
            <a:off x="1794592" y="3487224"/>
            <a:ext cx="128700" cy="128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68" name="Google Shape;568;p21"/>
          <p:cNvCxnSpPr>
            <a:stCxn id="563" idx="6"/>
            <a:endCxn id="567" idx="7"/>
          </p:cNvCxnSpPr>
          <p:nvPr/>
        </p:nvCxnSpPr>
        <p:spPr>
          <a:xfrm>
            <a:off x="1812953" y="2761019"/>
            <a:ext cx="91500" cy="745200"/>
          </a:xfrm>
          <a:prstGeom prst="curvedConnector2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69" name="Google Shape;569;p21"/>
          <p:cNvCxnSpPr>
            <a:stCxn id="563" idx="6"/>
            <a:endCxn id="566" idx="7"/>
          </p:cNvCxnSpPr>
          <p:nvPr/>
        </p:nvCxnSpPr>
        <p:spPr>
          <a:xfrm>
            <a:off x="1812953" y="2761019"/>
            <a:ext cx="6600" cy="556200"/>
          </a:xfrm>
          <a:prstGeom prst="curvedConnector2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70" name="Google Shape;570;p21"/>
          <p:cNvCxnSpPr>
            <a:stCxn id="563" idx="5"/>
            <a:endCxn id="564" idx="0"/>
          </p:cNvCxnSpPr>
          <p:nvPr/>
        </p:nvCxnSpPr>
        <p:spPr>
          <a:xfrm rot="5400000">
            <a:off x="1654006" y="2837421"/>
            <a:ext cx="171000" cy="109200"/>
          </a:xfrm>
          <a:prstGeom prst="curvedConnector3">
            <a:avLst>
              <a:gd fmla="val 55532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71" name="Google Shape;571;p21"/>
          <p:cNvCxnSpPr>
            <a:stCxn id="563" idx="6"/>
            <a:endCxn id="565" idx="2"/>
          </p:cNvCxnSpPr>
          <p:nvPr/>
        </p:nvCxnSpPr>
        <p:spPr>
          <a:xfrm>
            <a:off x="1812953" y="2761019"/>
            <a:ext cx="270000" cy="183300"/>
          </a:xfrm>
          <a:prstGeom prst="curvedConnector3">
            <a:avLst>
              <a:gd fmla="val 49972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72" name="Google Shape;572;p21"/>
          <p:cNvSpPr txBox="1"/>
          <p:nvPr/>
        </p:nvSpPr>
        <p:spPr>
          <a:xfrm>
            <a:off x="457188" y="3951150"/>
            <a:ext cx="15783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573" name="Google Shape;573;p21"/>
          <p:cNvSpPr txBox="1"/>
          <p:nvPr/>
        </p:nvSpPr>
        <p:spPr>
          <a:xfrm>
            <a:off x="2035488" y="3951150"/>
            <a:ext cx="15783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574" name="Google Shape;574;p21"/>
          <p:cNvSpPr txBox="1"/>
          <p:nvPr/>
        </p:nvSpPr>
        <p:spPr>
          <a:xfrm>
            <a:off x="3613788" y="3951150"/>
            <a:ext cx="15783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cxnSp>
        <p:nvCxnSpPr>
          <p:cNvPr id="575" name="Google Shape;575;p21"/>
          <p:cNvCxnSpPr/>
          <p:nvPr/>
        </p:nvCxnSpPr>
        <p:spPr>
          <a:xfrm>
            <a:off x="752538" y="3831200"/>
            <a:ext cx="9876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76" name="Google Shape;576;p21"/>
          <p:cNvCxnSpPr/>
          <p:nvPr/>
        </p:nvCxnSpPr>
        <p:spPr>
          <a:xfrm>
            <a:off x="2330838" y="3831200"/>
            <a:ext cx="9876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77" name="Google Shape;577;p21"/>
          <p:cNvCxnSpPr/>
          <p:nvPr/>
        </p:nvCxnSpPr>
        <p:spPr>
          <a:xfrm>
            <a:off x="3909138" y="3831200"/>
            <a:ext cx="987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graphicFrame>
        <p:nvGraphicFramePr>
          <p:cNvPr id="578" name="Google Shape;578;p21"/>
          <p:cNvGraphicFramePr/>
          <p:nvPr/>
        </p:nvGraphicFramePr>
        <p:xfrm>
          <a:off x="5472675" y="10793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{6BC8F98E-B9F6-44A6-86D7-D2F11FE4B0D5}</a:tableStyleId>
              </a:tblPr>
              <a:tblGrid>
                <a:gridCol w="382850"/>
                <a:gridCol w="1417950"/>
                <a:gridCol w="1417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70K years ago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Mercury is a small planet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600K years ago</a:t>
                      </a:r>
                      <a:endParaRPr sz="12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Earth is the planet with life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2M years ago</a:t>
                      </a:r>
                      <a:endParaRPr sz="12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Jupiter is a huge gas giant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9" name="Google Shape;579;p21"/>
          <p:cNvSpPr txBox="1"/>
          <p:nvPr/>
        </p:nvSpPr>
        <p:spPr>
          <a:xfrm>
            <a:off x="457188" y="4241550"/>
            <a:ext cx="4734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580" name="Google Shape;580;p21"/>
          <p:cNvSpPr/>
          <p:nvPr/>
        </p:nvSpPr>
        <p:spPr>
          <a:xfrm>
            <a:off x="5947574" y="3016211"/>
            <a:ext cx="561600" cy="56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1" name="Google Shape;581;p21"/>
          <p:cNvSpPr txBox="1"/>
          <p:nvPr/>
        </p:nvSpPr>
        <p:spPr>
          <a:xfrm>
            <a:off x="6615425" y="2969561"/>
            <a:ext cx="2076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582" name="Google Shape;582;p21"/>
          <p:cNvSpPr/>
          <p:nvPr/>
        </p:nvSpPr>
        <p:spPr>
          <a:xfrm>
            <a:off x="5542924" y="2511482"/>
            <a:ext cx="217200" cy="217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83" name="Google Shape;583;p21"/>
          <p:cNvCxnSpPr>
            <a:endCxn id="580" idx="2"/>
          </p:cNvCxnSpPr>
          <p:nvPr/>
        </p:nvCxnSpPr>
        <p:spPr>
          <a:xfrm flipH="1" rot="-5400000">
            <a:off x="5547974" y="2897411"/>
            <a:ext cx="503100" cy="296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84" name="Google Shape;584;p21"/>
          <p:cNvSpPr txBox="1"/>
          <p:nvPr/>
        </p:nvSpPr>
        <p:spPr>
          <a:xfrm>
            <a:off x="5947575" y="3624450"/>
            <a:ext cx="2743800" cy="11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/>
              <a:t>Grouped shapes: text and pictures nested inside a group are now real, scorable candidates, not invisible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r>
              <a:rPr sz="1000"/>
              <a:t>A custom layout: any real template shape becomes usable, not just the 6 named ones</a:t>
            </a:r>
          </a:p>
          <a:p>
            <a:r>
              <a:rPr sz="1000"/>
              <a:t>Per-shape font resolution: checks a shape's real font, not just the theme's declared one</a:t>
            </a:r>
          </a:p>
          <a:p>
            <a:r>
              <a:rPr sz="1000"/>
              <a:t>Real ECMA-376 schema validation: 24 real XSD files, not 7 self-authored guesses</a:t>
            </a:r>
          </a:p>
        </p:txBody>
      </p:sp>
      <p:grpSp>
        <p:nvGrpSpPr>
          <p:cNvPr id="585" name="Google Shape;585;p21"/>
          <p:cNvGrpSpPr/>
          <p:nvPr/>
        </p:nvGrpSpPr>
        <p:grpSpPr>
          <a:xfrm>
            <a:off x="6054140" y="3116400"/>
            <a:ext cx="348519" cy="361200"/>
            <a:chOff x="682948" y="1138346"/>
            <a:chExt cx="474304" cy="491562"/>
          </a:xfrm>
        </p:grpSpPr>
        <p:sp>
          <p:nvSpPr>
            <p:cNvPr id="586" name="Google Shape;586;p21"/>
            <p:cNvSpPr/>
            <p:nvPr/>
          </p:nvSpPr>
          <p:spPr>
            <a:xfrm>
              <a:off x="756387" y="1154665"/>
              <a:ext cx="332411" cy="397263"/>
            </a:xfrm>
            <a:custGeom>
              <a:rect b="b" l="l" r="r" t="t"/>
              <a:pathLst>
                <a:path extrusionOk="0" h="482995" w="404147">
                  <a:moveTo>
                    <a:pt x="318295" y="115706"/>
                  </a:moveTo>
                  <a:lnTo>
                    <a:pt x="318295" y="57235"/>
                  </a:lnTo>
                  <a:lnTo>
                    <a:pt x="322680" y="57235"/>
                  </a:lnTo>
                  <a:cubicBezTo>
                    <a:pt x="331213" y="57235"/>
                    <a:pt x="338152" y="50295"/>
                    <a:pt x="338152" y="41763"/>
                  </a:cubicBezTo>
                  <a:lnTo>
                    <a:pt x="338152" y="15472"/>
                  </a:lnTo>
                  <a:cubicBezTo>
                    <a:pt x="338152" y="6940"/>
                    <a:pt x="331213" y="0"/>
                    <a:pt x="322680" y="0"/>
                  </a:cubicBezTo>
                  <a:lnTo>
                    <a:pt x="296390" y="0"/>
                  </a:lnTo>
                  <a:cubicBezTo>
                    <a:pt x="287858" y="0"/>
                    <a:pt x="280918" y="6940"/>
                    <a:pt x="280918" y="15472"/>
                  </a:cubicBezTo>
                  <a:lnTo>
                    <a:pt x="280918" y="41763"/>
                  </a:lnTo>
                  <a:cubicBezTo>
                    <a:pt x="280918" y="50295"/>
                    <a:pt x="287858" y="57235"/>
                    <a:pt x="296390" y="57235"/>
                  </a:cubicBezTo>
                  <a:lnTo>
                    <a:pt x="300775" y="57235"/>
                  </a:lnTo>
                  <a:lnTo>
                    <a:pt x="300775" y="104646"/>
                  </a:lnTo>
                  <a:cubicBezTo>
                    <a:pt x="271569" y="88225"/>
                    <a:pt x="237900" y="78844"/>
                    <a:pt x="202074" y="78844"/>
                  </a:cubicBezTo>
                  <a:cubicBezTo>
                    <a:pt x="90648" y="78844"/>
                    <a:pt x="0" y="169491"/>
                    <a:pt x="0" y="280918"/>
                  </a:cubicBezTo>
                  <a:cubicBezTo>
                    <a:pt x="0" y="299620"/>
                    <a:pt x="2555" y="318145"/>
                    <a:pt x="7601" y="335990"/>
                  </a:cubicBezTo>
                  <a:cubicBezTo>
                    <a:pt x="8916" y="340644"/>
                    <a:pt x="13761" y="343354"/>
                    <a:pt x="18415" y="342035"/>
                  </a:cubicBezTo>
                  <a:cubicBezTo>
                    <a:pt x="23069" y="340721"/>
                    <a:pt x="25779" y="335880"/>
                    <a:pt x="24461" y="331222"/>
                  </a:cubicBezTo>
                  <a:cubicBezTo>
                    <a:pt x="20646" y="317721"/>
                    <a:pt x="18415" y="303781"/>
                    <a:pt x="17754" y="289678"/>
                  </a:cubicBezTo>
                  <a:lnTo>
                    <a:pt x="114410" y="289678"/>
                  </a:lnTo>
                  <a:cubicBezTo>
                    <a:pt x="114762" y="309453"/>
                    <a:pt x="116313" y="328776"/>
                    <a:pt x="119032" y="347333"/>
                  </a:cubicBezTo>
                  <a:cubicBezTo>
                    <a:pt x="109519" y="351804"/>
                    <a:pt x="102794" y="361258"/>
                    <a:pt x="102251" y="372314"/>
                  </a:cubicBezTo>
                  <a:cubicBezTo>
                    <a:pt x="84780" y="377287"/>
                    <a:pt x="68573" y="383520"/>
                    <a:pt x="53904" y="390920"/>
                  </a:cubicBezTo>
                  <a:cubicBezTo>
                    <a:pt x="47297" y="382032"/>
                    <a:pt x="41461" y="372551"/>
                    <a:pt x="36520" y="362545"/>
                  </a:cubicBezTo>
                  <a:cubicBezTo>
                    <a:pt x="34380" y="358206"/>
                    <a:pt x="29128" y="356426"/>
                    <a:pt x="24785" y="358571"/>
                  </a:cubicBezTo>
                  <a:cubicBezTo>
                    <a:pt x="20450" y="360715"/>
                    <a:pt x="18671" y="365967"/>
                    <a:pt x="20811" y="370306"/>
                  </a:cubicBezTo>
                  <a:cubicBezTo>
                    <a:pt x="37268" y="403609"/>
                    <a:pt x="62569" y="431748"/>
                    <a:pt x="93987" y="451677"/>
                  </a:cubicBezTo>
                  <a:cubicBezTo>
                    <a:pt x="126282" y="472164"/>
                    <a:pt x="163656" y="482996"/>
                    <a:pt x="202074" y="482996"/>
                  </a:cubicBezTo>
                  <a:cubicBezTo>
                    <a:pt x="313500" y="482996"/>
                    <a:pt x="404148" y="392344"/>
                    <a:pt x="404148" y="280922"/>
                  </a:cubicBezTo>
                  <a:cubicBezTo>
                    <a:pt x="404148" y="212723"/>
                    <a:pt x="370187" y="152317"/>
                    <a:pt x="318295" y="115706"/>
                  </a:cubicBezTo>
                  <a:close/>
                  <a:moveTo>
                    <a:pt x="298438" y="17521"/>
                  </a:moveTo>
                  <a:lnTo>
                    <a:pt x="320632" y="17521"/>
                  </a:lnTo>
                  <a:lnTo>
                    <a:pt x="320632" y="39714"/>
                  </a:lnTo>
                  <a:lnTo>
                    <a:pt x="298438" y="39714"/>
                  </a:lnTo>
                  <a:close/>
                  <a:moveTo>
                    <a:pt x="338759" y="157044"/>
                  </a:moveTo>
                  <a:cubicBezTo>
                    <a:pt x="320504" y="165855"/>
                    <a:pt x="299935" y="172745"/>
                    <a:pt x="277874" y="177526"/>
                  </a:cubicBezTo>
                  <a:cubicBezTo>
                    <a:pt x="272057" y="154380"/>
                    <a:pt x="264309" y="134235"/>
                    <a:pt x="254992" y="118211"/>
                  </a:cubicBezTo>
                  <a:cubicBezTo>
                    <a:pt x="251178" y="111654"/>
                    <a:pt x="247144" y="105887"/>
                    <a:pt x="242933" y="100932"/>
                  </a:cubicBezTo>
                  <a:cubicBezTo>
                    <a:pt x="280489" y="109451"/>
                    <a:pt x="313733" y="129454"/>
                    <a:pt x="338759" y="157044"/>
                  </a:cubicBezTo>
                  <a:close/>
                  <a:moveTo>
                    <a:pt x="386412" y="272157"/>
                  </a:moveTo>
                  <a:lnTo>
                    <a:pt x="289742" y="272157"/>
                  </a:lnTo>
                  <a:cubicBezTo>
                    <a:pt x="289587" y="263620"/>
                    <a:pt x="289208" y="255097"/>
                    <a:pt x="288610" y="246711"/>
                  </a:cubicBezTo>
                  <a:cubicBezTo>
                    <a:pt x="288264" y="241888"/>
                    <a:pt x="284070" y="238247"/>
                    <a:pt x="279248" y="238598"/>
                  </a:cubicBezTo>
                  <a:cubicBezTo>
                    <a:pt x="274420" y="238945"/>
                    <a:pt x="270788" y="243134"/>
                    <a:pt x="271135" y="247961"/>
                  </a:cubicBezTo>
                  <a:cubicBezTo>
                    <a:pt x="271706" y="255932"/>
                    <a:pt x="272061" y="264040"/>
                    <a:pt x="272217" y="272157"/>
                  </a:cubicBezTo>
                  <a:lnTo>
                    <a:pt x="229313" y="272157"/>
                  </a:lnTo>
                  <a:cubicBezTo>
                    <a:pt x="225604" y="260650"/>
                    <a:pt x="214799" y="252300"/>
                    <a:pt x="202074" y="252300"/>
                  </a:cubicBezTo>
                  <a:cubicBezTo>
                    <a:pt x="189348" y="252300"/>
                    <a:pt x="178544" y="260650"/>
                    <a:pt x="174834" y="272157"/>
                  </a:cubicBezTo>
                  <a:lnTo>
                    <a:pt x="131931" y="272157"/>
                  </a:lnTo>
                  <a:cubicBezTo>
                    <a:pt x="132269" y="253715"/>
                    <a:pt x="133692" y="235696"/>
                    <a:pt x="136165" y="218386"/>
                  </a:cubicBezTo>
                  <a:cubicBezTo>
                    <a:pt x="147504" y="217646"/>
                    <a:pt x="157163" y="210665"/>
                    <a:pt x="161730" y="200846"/>
                  </a:cubicBezTo>
                  <a:cubicBezTo>
                    <a:pt x="175008" y="202229"/>
                    <a:pt x="188541" y="202936"/>
                    <a:pt x="202074" y="202936"/>
                  </a:cubicBezTo>
                  <a:cubicBezTo>
                    <a:pt x="223450" y="202936"/>
                    <a:pt x="244425" y="201216"/>
                    <a:pt x="264487" y="197899"/>
                  </a:cubicBezTo>
                  <a:cubicBezTo>
                    <a:pt x="265509" y="203009"/>
                    <a:pt x="266445" y="208261"/>
                    <a:pt x="267280" y="213640"/>
                  </a:cubicBezTo>
                  <a:cubicBezTo>
                    <a:pt x="267950" y="217966"/>
                    <a:pt x="271678" y="221059"/>
                    <a:pt x="275926" y="221059"/>
                  </a:cubicBezTo>
                  <a:cubicBezTo>
                    <a:pt x="276369" y="221059"/>
                    <a:pt x="276825" y="221023"/>
                    <a:pt x="277277" y="220954"/>
                  </a:cubicBezTo>
                  <a:cubicBezTo>
                    <a:pt x="282058" y="220211"/>
                    <a:pt x="285334" y="215735"/>
                    <a:pt x="284591" y="210953"/>
                  </a:cubicBezTo>
                  <a:cubicBezTo>
                    <a:pt x="283728" y="205377"/>
                    <a:pt x="282752" y="199938"/>
                    <a:pt x="281689" y="194614"/>
                  </a:cubicBezTo>
                  <a:cubicBezTo>
                    <a:pt x="306606" y="189202"/>
                    <a:pt x="329794" y="181231"/>
                    <a:pt x="350189" y="170942"/>
                  </a:cubicBezTo>
                  <a:cubicBezTo>
                    <a:pt x="371437" y="199487"/>
                    <a:pt x="384637" y="234350"/>
                    <a:pt x="386412" y="272157"/>
                  </a:cubicBezTo>
                  <a:close/>
                  <a:moveTo>
                    <a:pt x="350193" y="390888"/>
                  </a:moveTo>
                  <a:cubicBezTo>
                    <a:pt x="335543" y="383501"/>
                    <a:pt x="319349" y="377282"/>
                    <a:pt x="301906" y="372314"/>
                  </a:cubicBezTo>
                  <a:cubicBezTo>
                    <a:pt x="301363" y="361253"/>
                    <a:pt x="294633" y="351795"/>
                    <a:pt x="285115" y="347328"/>
                  </a:cubicBezTo>
                  <a:cubicBezTo>
                    <a:pt x="287835" y="328771"/>
                    <a:pt x="289386" y="309448"/>
                    <a:pt x="289737" y="289678"/>
                  </a:cubicBezTo>
                  <a:lnTo>
                    <a:pt x="386412" y="289678"/>
                  </a:lnTo>
                  <a:cubicBezTo>
                    <a:pt x="384637" y="327480"/>
                    <a:pt x="371437" y="362349"/>
                    <a:pt x="350193" y="390888"/>
                  </a:cubicBezTo>
                  <a:close/>
                  <a:moveTo>
                    <a:pt x="202074" y="465471"/>
                  </a:moveTo>
                  <a:cubicBezTo>
                    <a:pt x="182112" y="465471"/>
                    <a:pt x="161799" y="439636"/>
                    <a:pt x="148275" y="397554"/>
                  </a:cubicBezTo>
                  <a:cubicBezTo>
                    <a:pt x="154416" y="393183"/>
                    <a:pt x="158801" y="386504"/>
                    <a:pt x="160147" y="378788"/>
                  </a:cubicBezTo>
                  <a:cubicBezTo>
                    <a:pt x="187683" y="375663"/>
                    <a:pt x="216456" y="375663"/>
                    <a:pt x="243992" y="378788"/>
                  </a:cubicBezTo>
                  <a:cubicBezTo>
                    <a:pt x="245338" y="386508"/>
                    <a:pt x="249722" y="393193"/>
                    <a:pt x="255868" y="397564"/>
                  </a:cubicBezTo>
                  <a:cubicBezTo>
                    <a:pt x="242344" y="439636"/>
                    <a:pt x="222031" y="465471"/>
                    <a:pt x="202074" y="465471"/>
                  </a:cubicBezTo>
                  <a:close/>
                  <a:moveTo>
                    <a:pt x="120141" y="376771"/>
                  </a:moveTo>
                  <a:cubicBezTo>
                    <a:pt x="120127" y="376721"/>
                    <a:pt x="120123" y="376666"/>
                    <a:pt x="120109" y="376616"/>
                  </a:cubicBezTo>
                  <a:cubicBezTo>
                    <a:pt x="120095" y="376566"/>
                    <a:pt x="120077" y="376520"/>
                    <a:pt x="120063" y="376475"/>
                  </a:cubicBezTo>
                  <a:cubicBezTo>
                    <a:pt x="119858" y="375603"/>
                    <a:pt x="119735" y="374700"/>
                    <a:pt x="119735" y="373764"/>
                  </a:cubicBezTo>
                  <a:cubicBezTo>
                    <a:pt x="119735" y="367755"/>
                    <a:pt x="124307" y="362791"/>
                    <a:pt x="130156" y="362166"/>
                  </a:cubicBezTo>
                  <a:cubicBezTo>
                    <a:pt x="130197" y="362161"/>
                    <a:pt x="130238" y="362166"/>
                    <a:pt x="130284" y="362157"/>
                  </a:cubicBezTo>
                  <a:lnTo>
                    <a:pt x="130293" y="362157"/>
                  </a:lnTo>
                  <a:cubicBezTo>
                    <a:pt x="130658" y="362120"/>
                    <a:pt x="131028" y="362098"/>
                    <a:pt x="131402" y="362098"/>
                  </a:cubicBezTo>
                  <a:cubicBezTo>
                    <a:pt x="137251" y="362098"/>
                    <a:pt x="142097" y="366437"/>
                    <a:pt x="142927" y="372058"/>
                  </a:cubicBezTo>
                  <a:cubicBezTo>
                    <a:pt x="142932" y="372099"/>
                    <a:pt x="142932" y="372140"/>
                    <a:pt x="142936" y="372181"/>
                  </a:cubicBezTo>
                  <a:cubicBezTo>
                    <a:pt x="142950" y="372277"/>
                    <a:pt x="142973" y="372373"/>
                    <a:pt x="142991" y="372469"/>
                  </a:cubicBezTo>
                  <a:cubicBezTo>
                    <a:pt x="143041" y="372893"/>
                    <a:pt x="143069" y="373326"/>
                    <a:pt x="143069" y="373764"/>
                  </a:cubicBezTo>
                  <a:cubicBezTo>
                    <a:pt x="143069" y="380198"/>
                    <a:pt x="137835" y="385431"/>
                    <a:pt x="131402" y="385431"/>
                  </a:cubicBezTo>
                  <a:cubicBezTo>
                    <a:pt x="126009" y="385431"/>
                    <a:pt x="121473" y="381749"/>
                    <a:pt x="120141" y="376771"/>
                  </a:cubicBezTo>
                  <a:close/>
                  <a:moveTo>
                    <a:pt x="272750" y="385436"/>
                  </a:moveTo>
                  <a:cubicBezTo>
                    <a:pt x="266308" y="385436"/>
                    <a:pt x="261074" y="380202"/>
                    <a:pt x="261074" y="373764"/>
                  </a:cubicBezTo>
                  <a:cubicBezTo>
                    <a:pt x="261074" y="373313"/>
                    <a:pt x="261106" y="372866"/>
                    <a:pt x="261156" y="372428"/>
                  </a:cubicBezTo>
                  <a:cubicBezTo>
                    <a:pt x="261170" y="372345"/>
                    <a:pt x="261188" y="372263"/>
                    <a:pt x="261202" y="372181"/>
                  </a:cubicBezTo>
                  <a:cubicBezTo>
                    <a:pt x="261207" y="372140"/>
                    <a:pt x="261207" y="372099"/>
                    <a:pt x="261211" y="372058"/>
                  </a:cubicBezTo>
                  <a:cubicBezTo>
                    <a:pt x="262042" y="366428"/>
                    <a:pt x="266892" y="362088"/>
                    <a:pt x="272750" y="362088"/>
                  </a:cubicBezTo>
                  <a:cubicBezTo>
                    <a:pt x="273125" y="362088"/>
                    <a:pt x="273494" y="362111"/>
                    <a:pt x="273859" y="362148"/>
                  </a:cubicBezTo>
                  <a:lnTo>
                    <a:pt x="273868" y="362148"/>
                  </a:lnTo>
                  <a:cubicBezTo>
                    <a:pt x="273909" y="362157"/>
                    <a:pt x="273950" y="362152"/>
                    <a:pt x="273991" y="362161"/>
                  </a:cubicBezTo>
                  <a:cubicBezTo>
                    <a:pt x="279845" y="362782"/>
                    <a:pt x="284422" y="367751"/>
                    <a:pt x="284422" y="373764"/>
                  </a:cubicBezTo>
                  <a:cubicBezTo>
                    <a:pt x="284422" y="374700"/>
                    <a:pt x="284299" y="375608"/>
                    <a:pt x="284089" y="376484"/>
                  </a:cubicBezTo>
                  <a:cubicBezTo>
                    <a:pt x="284075" y="376529"/>
                    <a:pt x="284061" y="376571"/>
                    <a:pt x="284048" y="376621"/>
                  </a:cubicBezTo>
                  <a:cubicBezTo>
                    <a:pt x="284034" y="376671"/>
                    <a:pt x="284025" y="376721"/>
                    <a:pt x="284016" y="376771"/>
                  </a:cubicBezTo>
                  <a:cubicBezTo>
                    <a:pt x="282683" y="381754"/>
                    <a:pt x="278144" y="385436"/>
                    <a:pt x="272750" y="385436"/>
                  </a:cubicBezTo>
                  <a:close/>
                  <a:moveTo>
                    <a:pt x="213170" y="280918"/>
                  </a:moveTo>
                  <a:cubicBezTo>
                    <a:pt x="213170" y="287036"/>
                    <a:pt x="208192" y="292014"/>
                    <a:pt x="202074" y="292014"/>
                  </a:cubicBezTo>
                  <a:cubicBezTo>
                    <a:pt x="195955" y="292014"/>
                    <a:pt x="190977" y="287036"/>
                    <a:pt x="190977" y="280918"/>
                  </a:cubicBezTo>
                  <a:cubicBezTo>
                    <a:pt x="190977" y="274799"/>
                    <a:pt x="195955" y="269821"/>
                    <a:pt x="202074" y="269821"/>
                  </a:cubicBezTo>
                  <a:cubicBezTo>
                    <a:pt x="208192" y="269821"/>
                    <a:pt x="213170" y="274799"/>
                    <a:pt x="213170" y="280918"/>
                  </a:cubicBezTo>
                  <a:close/>
                  <a:moveTo>
                    <a:pt x="53959" y="170942"/>
                  </a:moveTo>
                  <a:cubicBezTo>
                    <a:pt x="69066" y="178558"/>
                    <a:pt x="85793" y="184932"/>
                    <a:pt x="103852" y="189973"/>
                  </a:cubicBezTo>
                  <a:cubicBezTo>
                    <a:pt x="104500" y="200427"/>
                    <a:pt x="110454" y="209456"/>
                    <a:pt x="119051" y="214411"/>
                  </a:cubicBezTo>
                  <a:cubicBezTo>
                    <a:pt x="116322" y="232995"/>
                    <a:pt x="114762" y="252350"/>
                    <a:pt x="114410" y="272157"/>
                  </a:cubicBezTo>
                  <a:lnTo>
                    <a:pt x="17735" y="272157"/>
                  </a:lnTo>
                  <a:cubicBezTo>
                    <a:pt x="19510" y="234350"/>
                    <a:pt x="32710" y="199487"/>
                    <a:pt x="53959" y="170942"/>
                  </a:cubicBezTo>
                  <a:close/>
                  <a:moveTo>
                    <a:pt x="202074" y="96365"/>
                  </a:moveTo>
                  <a:cubicBezTo>
                    <a:pt x="225106" y="96365"/>
                    <a:pt x="247541" y="129773"/>
                    <a:pt x="260600" y="180789"/>
                  </a:cubicBezTo>
                  <a:cubicBezTo>
                    <a:pt x="241801" y="183832"/>
                    <a:pt x="222145" y="185415"/>
                    <a:pt x="202074" y="185415"/>
                  </a:cubicBezTo>
                  <a:cubicBezTo>
                    <a:pt x="189376" y="185415"/>
                    <a:pt x="176673" y="184758"/>
                    <a:pt x="164212" y="183490"/>
                  </a:cubicBezTo>
                  <a:cubicBezTo>
                    <a:pt x="162784" y="174123"/>
                    <a:pt x="157067" y="166156"/>
                    <a:pt x="149137" y="161648"/>
                  </a:cubicBezTo>
                  <a:cubicBezTo>
                    <a:pt x="162647" y="121163"/>
                    <a:pt x="182591" y="96365"/>
                    <a:pt x="202074" y="96365"/>
                  </a:cubicBezTo>
                  <a:close/>
                  <a:moveTo>
                    <a:pt x="134171" y="175209"/>
                  </a:moveTo>
                  <a:cubicBezTo>
                    <a:pt x="135015" y="175209"/>
                    <a:pt x="135837" y="175295"/>
                    <a:pt x="136635" y="175450"/>
                  </a:cubicBezTo>
                  <a:cubicBezTo>
                    <a:pt x="136681" y="175459"/>
                    <a:pt x="136722" y="175464"/>
                    <a:pt x="136768" y="175473"/>
                  </a:cubicBezTo>
                  <a:cubicBezTo>
                    <a:pt x="142622" y="176678"/>
                    <a:pt x="147034" y="181870"/>
                    <a:pt x="147034" y="188071"/>
                  </a:cubicBezTo>
                  <a:cubicBezTo>
                    <a:pt x="147034" y="188737"/>
                    <a:pt x="146965" y="189385"/>
                    <a:pt x="146869" y="190024"/>
                  </a:cubicBezTo>
                  <a:cubicBezTo>
                    <a:pt x="146860" y="190101"/>
                    <a:pt x="146838" y="190179"/>
                    <a:pt x="146828" y="190256"/>
                  </a:cubicBezTo>
                  <a:cubicBezTo>
                    <a:pt x="146828" y="190279"/>
                    <a:pt x="146828" y="190302"/>
                    <a:pt x="146824" y="190325"/>
                  </a:cubicBezTo>
                  <a:cubicBezTo>
                    <a:pt x="145756" y="196348"/>
                    <a:pt x="140495" y="200938"/>
                    <a:pt x="134171" y="200938"/>
                  </a:cubicBezTo>
                  <a:cubicBezTo>
                    <a:pt x="133131" y="200938"/>
                    <a:pt x="132127" y="200801"/>
                    <a:pt x="131160" y="200568"/>
                  </a:cubicBezTo>
                  <a:cubicBezTo>
                    <a:pt x="131050" y="200536"/>
                    <a:pt x="130941" y="200509"/>
                    <a:pt x="130827" y="200481"/>
                  </a:cubicBezTo>
                  <a:cubicBezTo>
                    <a:pt x="125352" y="199003"/>
                    <a:pt x="121309" y="194007"/>
                    <a:pt x="121309" y="188075"/>
                  </a:cubicBezTo>
                  <a:cubicBezTo>
                    <a:pt x="121309" y="187213"/>
                    <a:pt x="121396" y="186373"/>
                    <a:pt x="121555" y="185557"/>
                  </a:cubicBezTo>
                  <a:cubicBezTo>
                    <a:pt x="121555" y="185557"/>
                    <a:pt x="121560" y="185557"/>
                    <a:pt x="121560" y="185552"/>
                  </a:cubicBezTo>
                  <a:cubicBezTo>
                    <a:pt x="121569" y="185507"/>
                    <a:pt x="121578" y="185456"/>
                    <a:pt x="121587" y="185406"/>
                  </a:cubicBezTo>
                  <a:cubicBezTo>
                    <a:pt x="122819" y="179589"/>
                    <a:pt x="127993" y="175209"/>
                    <a:pt x="134171" y="175209"/>
                  </a:cubicBezTo>
                  <a:close/>
                  <a:moveTo>
                    <a:pt x="161237" y="100927"/>
                  </a:moveTo>
                  <a:cubicBezTo>
                    <a:pt x="149835" y="114324"/>
                    <a:pt x="139861" y="133542"/>
                    <a:pt x="131968" y="157774"/>
                  </a:cubicBezTo>
                  <a:cubicBezTo>
                    <a:pt x="121660" y="158518"/>
                    <a:pt x="112768" y="164422"/>
                    <a:pt x="107858" y="172913"/>
                  </a:cubicBezTo>
                  <a:cubicBezTo>
                    <a:pt x="92568" y="168602"/>
                    <a:pt x="78369" y="163268"/>
                    <a:pt x="65411" y="157017"/>
                  </a:cubicBezTo>
                  <a:cubicBezTo>
                    <a:pt x="90442" y="129435"/>
                    <a:pt x="123686" y="109441"/>
                    <a:pt x="161237" y="100927"/>
                  </a:cubicBezTo>
                  <a:close/>
                  <a:moveTo>
                    <a:pt x="174834" y="289678"/>
                  </a:moveTo>
                  <a:cubicBezTo>
                    <a:pt x="178544" y="301185"/>
                    <a:pt x="189348" y="309535"/>
                    <a:pt x="202074" y="309535"/>
                  </a:cubicBezTo>
                  <a:cubicBezTo>
                    <a:pt x="214799" y="309535"/>
                    <a:pt x="225604" y="301185"/>
                    <a:pt x="229313" y="289678"/>
                  </a:cubicBezTo>
                  <a:lnTo>
                    <a:pt x="272217" y="289678"/>
                  </a:lnTo>
                  <a:cubicBezTo>
                    <a:pt x="271865" y="308673"/>
                    <a:pt x="270364" y="327216"/>
                    <a:pt x="267745" y="345006"/>
                  </a:cubicBezTo>
                  <a:cubicBezTo>
                    <a:pt x="258227" y="346657"/>
                    <a:pt x="250279" y="352927"/>
                    <a:pt x="246300" y="361413"/>
                  </a:cubicBezTo>
                  <a:cubicBezTo>
                    <a:pt x="217245" y="358092"/>
                    <a:pt x="186894" y="358092"/>
                    <a:pt x="157838" y="361413"/>
                  </a:cubicBezTo>
                  <a:cubicBezTo>
                    <a:pt x="153855" y="352931"/>
                    <a:pt x="145911" y="346666"/>
                    <a:pt x="136403" y="345015"/>
                  </a:cubicBezTo>
                  <a:cubicBezTo>
                    <a:pt x="133784" y="327225"/>
                    <a:pt x="132278" y="308677"/>
                    <a:pt x="131927" y="289678"/>
                  </a:cubicBezTo>
                  <a:close/>
                  <a:moveTo>
                    <a:pt x="65338" y="404855"/>
                  </a:moveTo>
                  <a:cubicBezTo>
                    <a:pt x="77981" y="398750"/>
                    <a:pt x="91811" y="393516"/>
                    <a:pt x="106686" y="389259"/>
                  </a:cubicBezTo>
                  <a:cubicBezTo>
                    <a:pt x="111855" y="397472"/>
                    <a:pt x="120994" y="402948"/>
                    <a:pt x="131397" y="402948"/>
                  </a:cubicBezTo>
                  <a:cubicBezTo>
                    <a:pt x="131470" y="402948"/>
                    <a:pt x="131534" y="402943"/>
                    <a:pt x="131607" y="402943"/>
                  </a:cubicBezTo>
                  <a:cubicBezTo>
                    <a:pt x="139546" y="427705"/>
                    <a:pt x="149634" y="447293"/>
                    <a:pt x="161196" y="460890"/>
                  </a:cubicBezTo>
                  <a:cubicBezTo>
                    <a:pt x="140769" y="456268"/>
                    <a:pt x="121213" y="448201"/>
                    <a:pt x="103373" y="436881"/>
                  </a:cubicBezTo>
                  <a:cubicBezTo>
                    <a:pt x="89238" y="427915"/>
                    <a:pt x="76467" y="417124"/>
                    <a:pt x="65338" y="404855"/>
                  </a:cubicBezTo>
                  <a:close/>
                  <a:moveTo>
                    <a:pt x="242938" y="460903"/>
                  </a:moveTo>
                  <a:cubicBezTo>
                    <a:pt x="254504" y="447306"/>
                    <a:pt x="264597" y="427719"/>
                    <a:pt x="272540" y="402952"/>
                  </a:cubicBezTo>
                  <a:cubicBezTo>
                    <a:pt x="272609" y="402952"/>
                    <a:pt x="272677" y="402957"/>
                    <a:pt x="272746" y="402957"/>
                  </a:cubicBezTo>
                  <a:cubicBezTo>
                    <a:pt x="283153" y="402957"/>
                    <a:pt x="292302" y="397481"/>
                    <a:pt x="297471" y="389259"/>
                  </a:cubicBezTo>
                  <a:cubicBezTo>
                    <a:pt x="312314" y="393512"/>
                    <a:pt x="326121" y="398727"/>
                    <a:pt x="338736" y="404814"/>
                  </a:cubicBezTo>
                  <a:cubicBezTo>
                    <a:pt x="313714" y="432391"/>
                    <a:pt x="280484" y="452385"/>
                    <a:pt x="242938" y="460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21"/>
            <p:cNvSpPr/>
            <p:nvPr/>
          </p:nvSpPr>
          <p:spPr>
            <a:xfrm>
              <a:off x="1109182" y="1578020"/>
              <a:ext cx="14410" cy="25939"/>
            </a:xfrm>
            <a:custGeom>
              <a:rect b="b" l="l" r="r" t="t"/>
              <a:pathLst>
                <a:path extrusionOk="0" h="31537" w="17520">
                  <a:moveTo>
                    <a:pt x="8760" y="0"/>
                  </a:moveTo>
                  <a:cubicBezTo>
                    <a:pt x="3919" y="0"/>
                    <a:pt x="0" y="3919"/>
                    <a:pt x="0" y="8760"/>
                  </a:cubicBezTo>
                  <a:lnTo>
                    <a:pt x="0" y="22777"/>
                  </a:lnTo>
                  <a:cubicBezTo>
                    <a:pt x="0" y="27618"/>
                    <a:pt x="3919" y="31538"/>
                    <a:pt x="8760" y="31538"/>
                  </a:cubicBezTo>
                  <a:cubicBezTo>
                    <a:pt x="13601" y="31538"/>
                    <a:pt x="17521" y="27618"/>
                    <a:pt x="17521" y="22777"/>
                  </a:cubicBezTo>
                  <a:lnTo>
                    <a:pt x="17521" y="8760"/>
                  </a:lnTo>
                  <a:cubicBezTo>
                    <a:pt x="17521" y="3919"/>
                    <a:pt x="13601" y="0"/>
                    <a:pt x="87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21"/>
            <p:cNvSpPr/>
            <p:nvPr/>
          </p:nvSpPr>
          <p:spPr>
            <a:xfrm>
              <a:off x="1096702" y="1467622"/>
              <a:ext cx="39390" cy="95111"/>
            </a:xfrm>
            <a:custGeom>
              <a:rect b="b" l="l" r="r" t="t"/>
              <a:pathLst>
                <a:path extrusionOk="0" h="115637" w="47890">
                  <a:moveTo>
                    <a:pt x="32418" y="0"/>
                  </a:moveTo>
                  <a:lnTo>
                    <a:pt x="15472" y="0"/>
                  </a:lnTo>
                  <a:cubicBezTo>
                    <a:pt x="6940" y="0"/>
                    <a:pt x="0" y="6940"/>
                    <a:pt x="0" y="15472"/>
                  </a:cubicBezTo>
                  <a:lnTo>
                    <a:pt x="0" y="32418"/>
                  </a:lnTo>
                  <a:cubicBezTo>
                    <a:pt x="0" y="40850"/>
                    <a:pt x="6789" y="47717"/>
                    <a:pt x="15185" y="47877"/>
                  </a:cubicBezTo>
                  <a:lnTo>
                    <a:pt x="15185" y="106877"/>
                  </a:lnTo>
                  <a:cubicBezTo>
                    <a:pt x="15185" y="111718"/>
                    <a:pt x="19104" y="115638"/>
                    <a:pt x="23945" y="115638"/>
                  </a:cubicBezTo>
                  <a:cubicBezTo>
                    <a:pt x="28786" y="115638"/>
                    <a:pt x="32706" y="111718"/>
                    <a:pt x="32706" y="106877"/>
                  </a:cubicBezTo>
                  <a:lnTo>
                    <a:pt x="32706" y="47877"/>
                  </a:lnTo>
                  <a:cubicBezTo>
                    <a:pt x="41101" y="47717"/>
                    <a:pt x="47890" y="40850"/>
                    <a:pt x="47890" y="32418"/>
                  </a:cubicBezTo>
                  <a:lnTo>
                    <a:pt x="47890" y="15472"/>
                  </a:lnTo>
                  <a:cubicBezTo>
                    <a:pt x="47890" y="6940"/>
                    <a:pt x="40950" y="0"/>
                    <a:pt x="32418" y="0"/>
                  </a:cubicBezTo>
                  <a:close/>
                  <a:moveTo>
                    <a:pt x="17521" y="17521"/>
                  </a:moveTo>
                  <a:lnTo>
                    <a:pt x="30369" y="17521"/>
                  </a:lnTo>
                  <a:lnTo>
                    <a:pt x="30369" y="30369"/>
                  </a:lnTo>
                  <a:lnTo>
                    <a:pt x="17521" y="303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21"/>
            <p:cNvSpPr/>
            <p:nvPr/>
          </p:nvSpPr>
          <p:spPr>
            <a:xfrm>
              <a:off x="833665" y="1138346"/>
              <a:ext cx="47075" cy="72054"/>
            </a:xfrm>
            <a:custGeom>
              <a:rect b="b" l="l" r="r" t="t"/>
              <a:pathLst>
                <a:path extrusionOk="0" h="87604" w="57234">
                  <a:moveTo>
                    <a:pt x="15472" y="57235"/>
                  </a:moveTo>
                  <a:lnTo>
                    <a:pt x="19857" y="57235"/>
                  </a:lnTo>
                  <a:lnTo>
                    <a:pt x="19857" y="78844"/>
                  </a:lnTo>
                  <a:cubicBezTo>
                    <a:pt x="19857" y="83685"/>
                    <a:pt x="23776" y="87604"/>
                    <a:pt x="28617" y="87604"/>
                  </a:cubicBezTo>
                  <a:cubicBezTo>
                    <a:pt x="33458" y="87604"/>
                    <a:pt x="37378" y="83685"/>
                    <a:pt x="37378" y="78844"/>
                  </a:cubicBezTo>
                  <a:lnTo>
                    <a:pt x="37378" y="57235"/>
                  </a:lnTo>
                  <a:lnTo>
                    <a:pt x="41763" y="57235"/>
                  </a:lnTo>
                  <a:cubicBezTo>
                    <a:pt x="50295" y="57235"/>
                    <a:pt x="57235" y="50295"/>
                    <a:pt x="57235" y="41763"/>
                  </a:cubicBezTo>
                  <a:lnTo>
                    <a:pt x="57235" y="15472"/>
                  </a:lnTo>
                  <a:cubicBezTo>
                    <a:pt x="57235" y="6940"/>
                    <a:pt x="50295" y="0"/>
                    <a:pt x="41763" y="0"/>
                  </a:cubicBezTo>
                  <a:lnTo>
                    <a:pt x="15472" y="0"/>
                  </a:lnTo>
                  <a:cubicBezTo>
                    <a:pt x="6940" y="0"/>
                    <a:pt x="0" y="6940"/>
                    <a:pt x="0" y="15472"/>
                  </a:cubicBezTo>
                  <a:lnTo>
                    <a:pt x="0" y="41763"/>
                  </a:lnTo>
                  <a:cubicBezTo>
                    <a:pt x="0" y="50295"/>
                    <a:pt x="6940" y="57235"/>
                    <a:pt x="15472" y="57235"/>
                  </a:cubicBezTo>
                  <a:close/>
                  <a:moveTo>
                    <a:pt x="17521" y="17521"/>
                  </a:moveTo>
                  <a:lnTo>
                    <a:pt x="39714" y="17521"/>
                  </a:lnTo>
                  <a:lnTo>
                    <a:pt x="39714" y="39714"/>
                  </a:lnTo>
                  <a:lnTo>
                    <a:pt x="17521" y="3971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21"/>
            <p:cNvSpPr/>
            <p:nvPr/>
          </p:nvSpPr>
          <p:spPr>
            <a:xfrm>
              <a:off x="682948" y="1528101"/>
              <a:ext cx="91269" cy="92229"/>
            </a:xfrm>
            <a:custGeom>
              <a:rect b="b" l="l" r="r" t="t"/>
              <a:pathLst>
                <a:path extrusionOk="0" h="112133" w="110965">
                  <a:moveTo>
                    <a:pt x="94339" y="0"/>
                  </a:moveTo>
                  <a:lnTo>
                    <a:pt x="63349" y="0"/>
                  </a:lnTo>
                  <a:cubicBezTo>
                    <a:pt x="54182" y="0"/>
                    <a:pt x="46722" y="7460"/>
                    <a:pt x="46722" y="16627"/>
                  </a:cubicBezTo>
                  <a:lnTo>
                    <a:pt x="46722" y="22193"/>
                  </a:lnTo>
                  <a:lnTo>
                    <a:pt x="17128" y="22193"/>
                  </a:lnTo>
                  <a:cubicBezTo>
                    <a:pt x="7684" y="22193"/>
                    <a:pt x="0" y="29877"/>
                    <a:pt x="0" y="39322"/>
                  </a:cubicBezTo>
                  <a:lnTo>
                    <a:pt x="0" y="95005"/>
                  </a:lnTo>
                  <a:cubicBezTo>
                    <a:pt x="0" y="104450"/>
                    <a:pt x="7684" y="112133"/>
                    <a:pt x="17128" y="112133"/>
                  </a:cubicBezTo>
                  <a:lnTo>
                    <a:pt x="72812" y="112133"/>
                  </a:lnTo>
                  <a:cubicBezTo>
                    <a:pt x="82257" y="112133"/>
                    <a:pt x="89940" y="104450"/>
                    <a:pt x="89940" y="95005"/>
                  </a:cubicBezTo>
                  <a:lnTo>
                    <a:pt x="89940" y="64243"/>
                  </a:lnTo>
                  <a:lnTo>
                    <a:pt x="94339" y="64243"/>
                  </a:lnTo>
                  <a:cubicBezTo>
                    <a:pt x="103510" y="64243"/>
                    <a:pt x="110965" y="56783"/>
                    <a:pt x="110965" y="47617"/>
                  </a:cubicBezTo>
                  <a:lnTo>
                    <a:pt x="110965" y="16627"/>
                  </a:lnTo>
                  <a:cubicBezTo>
                    <a:pt x="110965" y="7460"/>
                    <a:pt x="103505" y="0"/>
                    <a:pt x="94339" y="0"/>
                  </a:cubicBezTo>
                  <a:close/>
                  <a:moveTo>
                    <a:pt x="72420" y="94613"/>
                  </a:moveTo>
                  <a:lnTo>
                    <a:pt x="17521" y="94613"/>
                  </a:lnTo>
                  <a:lnTo>
                    <a:pt x="17521" y="39714"/>
                  </a:lnTo>
                  <a:lnTo>
                    <a:pt x="46722" y="39714"/>
                  </a:lnTo>
                  <a:lnTo>
                    <a:pt x="46722" y="47617"/>
                  </a:lnTo>
                  <a:cubicBezTo>
                    <a:pt x="46722" y="56783"/>
                    <a:pt x="54182" y="64243"/>
                    <a:pt x="63349" y="64243"/>
                  </a:cubicBezTo>
                  <a:lnTo>
                    <a:pt x="72420" y="64243"/>
                  </a:lnTo>
                  <a:close/>
                  <a:moveTo>
                    <a:pt x="93445" y="46722"/>
                  </a:moveTo>
                  <a:lnTo>
                    <a:pt x="64243" y="46722"/>
                  </a:lnTo>
                  <a:lnTo>
                    <a:pt x="64243" y="17521"/>
                  </a:lnTo>
                  <a:lnTo>
                    <a:pt x="93445" y="1752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21"/>
            <p:cNvSpPr/>
            <p:nvPr/>
          </p:nvSpPr>
          <p:spPr>
            <a:xfrm>
              <a:off x="1065022" y="1146025"/>
              <a:ext cx="92229" cy="91269"/>
            </a:xfrm>
            <a:custGeom>
              <a:rect b="b" l="l" r="r" t="t"/>
              <a:pathLst>
                <a:path extrusionOk="0" h="110965" w="112133">
                  <a:moveTo>
                    <a:pt x="95005" y="0"/>
                  </a:moveTo>
                  <a:lnTo>
                    <a:pt x="39322" y="0"/>
                  </a:lnTo>
                  <a:cubicBezTo>
                    <a:pt x="29877" y="0"/>
                    <a:pt x="22193" y="7684"/>
                    <a:pt x="22193" y="17128"/>
                  </a:cubicBezTo>
                  <a:lnTo>
                    <a:pt x="22193" y="46722"/>
                  </a:lnTo>
                  <a:lnTo>
                    <a:pt x="16627" y="46722"/>
                  </a:lnTo>
                  <a:cubicBezTo>
                    <a:pt x="7460" y="46722"/>
                    <a:pt x="0" y="54182"/>
                    <a:pt x="0" y="63349"/>
                  </a:cubicBezTo>
                  <a:lnTo>
                    <a:pt x="0" y="94339"/>
                  </a:lnTo>
                  <a:cubicBezTo>
                    <a:pt x="0" y="103505"/>
                    <a:pt x="7460" y="110965"/>
                    <a:pt x="16627" y="110965"/>
                  </a:cubicBezTo>
                  <a:lnTo>
                    <a:pt x="47617" y="110965"/>
                  </a:lnTo>
                  <a:cubicBezTo>
                    <a:pt x="56783" y="110965"/>
                    <a:pt x="64243" y="103505"/>
                    <a:pt x="64243" y="94339"/>
                  </a:cubicBezTo>
                  <a:lnTo>
                    <a:pt x="64243" y="89940"/>
                  </a:lnTo>
                  <a:lnTo>
                    <a:pt x="95005" y="89940"/>
                  </a:lnTo>
                  <a:cubicBezTo>
                    <a:pt x="104450" y="89940"/>
                    <a:pt x="112133" y="82257"/>
                    <a:pt x="112133" y="72812"/>
                  </a:cubicBezTo>
                  <a:lnTo>
                    <a:pt x="112133" y="17128"/>
                  </a:lnTo>
                  <a:cubicBezTo>
                    <a:pt x="112133" y="7684"/>
                    <a:pt x="104450" y="0"/>
                    <a:pt x="95005" y="0"/>
                  </a:cubicBezTo>
                  <a:close/>
                  <a:moveTo>
                    <a:pt x="46722" y="93445"/>
                  </a:moveTo>
                  <a:lnTo>
                    <a:pt x="17521" y="93445"/>
                  </a:lnTo>
                  <a:lnTo>
                    <a:pt x="17521" y="64243"/>
                  </a:lnTo>
                  <a:lnTo>
                    <a:pt x="46722" y="64243"/>
                  </a:lnTo>
                  <a:close/>
                  <a:moveTo>
                    <a:pt x="94613" y="72420"/>
                  </a:moveTo>
                  <a:lnTo>
                    <a:pt x="64243" y="72420"/>
                  </a:lnTo>
                  <a:lnTo>
                    <a:pt x="64243" y="63349"/>
                  </a:lnTo>
                  <a:cubicBezTo>
                    <a:pt x="64243" y="54182"/>
                    <a:pt x="56783" y="46722"/>
                    <a:pt x="47617" y="46722"/>
                  </a:cubicBezTo>
                  <a:lnTo>
                    <a:pt x="39714" y="46722"/>
                  </a:lnTo>
                  <a:lnTo>
                    <a:pt x="39714" y="17521"/>
                  </a:lnTo>
                  <a:lnTo>
                    <a:pt x="94613" y="1752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21"/>
            <p:cNvSpPr/>
            <p:nvPr/>
          </p:nvSpPr>
          <p:spPr>
            <a:xfrm>
              <a:off x="948864" y="1566501"/>
              <a:ext cx="14410" cy="63407"/>
            </a:xfrm>
            <a:custGeom>
              <a:rect b="b" l="l" r="r" t="t"/>
              <a:pathLst>
                <a:path extrusionOk="0" h="77091" w="17520">
                  <a:moveTo>
                    <a:pt x="8760" y="0"/>
                  </a:moveTo>
                  <a:cubicBezTo>
                    <a:pt x="3919" y="0"/>
                    <a:pt x="0" y="3919"/>
                    <a:pt x="0" y="8760"/>
                  </a:cubicBezTo>
                  <a:lnTo>
                    <a:pt x="0" y="68331"/>
                  </a:lnTo>
                  <a:cubicBezTo>
                    <a:pt x="0" y="73172"/>
                    <a:pt x="3919" y="77092"/>
                    <a:pt x="8760" y="77092"/>
                  </a:cubicBezTo>
                  <a:cubicBezTo>
                    <a:pt x="13601" y="77092"/>
                    <a:pt x="17521" y="73172"/>
                    <a:pt x="17521" y="68331"/>
                  </a:cubicBezTo>
                  <a:lnTo>
                    <a:pt x="17521" y="8760"/>
                  </a:lnTo>
                  <a:cubicBezTo>
                    <a:pt x="17521" y="3919"/>
                    <a:pt x="13601" y="0"/>
                    <a:pt x="87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21"/>
            <p:cNvSpPr/>
            <p:nvPr/>
          </p:nvSpPr>
          <p:spPr>
            <a:xfrm>
              <a:off x="819266" y="1543461"/>
              <a:ext cx="14410" cy="37468"/>
            </a:xfrm>
            <a:custGeom>
              <a:rect b="b" l="l" r="r" t="t"/>
              <a:pathLst>
                <a:path extrusionOk="0" h="45554" w="17520">
                  <a:moveTo>
                    <a:pt x="8760" y="0"/>
                  </a:moveTo>
                  <a:cubicBezTo>
                    <a:pt x="3919" y="0"/>
                    <a:pt x="0" y="3919"/>
                    <a:pt x="0" y="8760"/>
                  </a:cubicBezTo>
                  <a:lnTo>
                    <a:pt x="0" y="36794"/>
                  </a:lnTo>
                  <a:cubicBezTo>
                    <a:pt x="0" y="41635"/>
                    <a:pt x="3919" y="45554"/>
                    <a:pt x="8760" y="45554"/>
                  </a:cubicBezTo>
                  <a:cubicBezTo>
                    <a:pt x="13601" y="45554"/>
                    <a:pt x="17521" y="41635"/>
                    <a:pt x="17521" y="36794"/>
                  </a:cubicBezTo>
                  <a:lnTo>
                    <a:pt x="17521" y="8760"/>
                  </a:lnTo>
                  <a:cubicBezTo>
                    <a:pt x="17521" y="3919"/>
                    <a:pt x="13601" y="0"/>
                    <a:pt x="87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21"/>
            <p:cNvSpPr/>
            <p:nvPr/>
          </p:nvSpPr>
          <p:spPr>
            <a:xfrm>
              <a:off x="819266" y="1592420"/>
              <a:ext cx="14410" cy="28821"/>
            </a:xfrm>
            <a:custGeom>
              <a:rect b="b" l="l" r="r" t="t"/>
              <a:pathLst>
                <a:path extrusionOk="0" h="35041" w="17520">
                  <a:moveTo>
                    <a:pt x="8760" y="0"/>
                  </a:moveTo>
                  <a:cubicBezTo>
                    <a:pt x="3919" y="0"/>
                    <a:pt x="0" y="3919"/>
                    <a:pt x="0" y="8760"/>
                  </a:cubicBezTo>
                  <a:lnTo>
                    <a:pt x="0" y="26281"/>
                  </a:lnTo>
                  <a:cubicBezTo>
                    <a:pt x="0" y="31122"/>
                    <a:pt x="3919" y="35042"/>
                    <a:pt x="8760" y="35042"/>
                  </a:cubicBezTo>
                  <a:cubicBezTo>
                    <a:pt x="13601" y="35042"/>
                    <a:pt x="17521" y="31122"/>
                    <a:pt x="17521" y="26281"/>
                  </a:cubicBezTo>
                  <a:lnTo>
                    <a:pt x="17521" y="8760"/>
                  </a:lnTo>
                  <a:cubicBezTo>
                    <a:pt x="17521" y="3919"/>
                    <a:pt x="13601" y="0"/>
                    <a:pt x="87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21"/>
            <p:cNvSpPr/>
            <p:nvPr/>
          </p:nvSpPr>
          <p:spPr>
            <a:xfrm>
              <a:off x="1113022" y="1244904"/>
              <a:ext cx="14410" cy="95111"/>
            </a:xfrm>
            <a:custGeom>
              <a:rect b="b" l="l" r="r" t="t"/>
              <a:pathLst>
                <a:path extrusionOk="0" h="115637" w="17520">
                  <a:moveTo>
                    <a:pt x="8760" y="115638"/>
                  </a:moveTo>
                  <a:cubicBezTo>
                    <a:pt x="13601" y="115638"/>
                    <a:pt x="17521" y="111718"/>
                    <a:pt x="17521" y="106877"/>
                  </a:cubicBezTo>
                  <a:lnTo>
                    <a:pt x="17521" y="8760"/>
                  </a:lnTo>
                  <a:cubicBezTo>
                    <a:pt x="17521" y="3919"/>
                    <a:pt x="13601" y="0"/>
                    <a:pt x="8760" y="0"/>
                  </a:cubicBezTo>
                  <a:cubicBezTo>
                    <a:pt x="3919" y="0"/>
                    <a:pt x="0" y="3919"/>
                    <a:pt x="0" y="8760"/>
                  </a:cubicBezTo>
                  <a:lnTo>
                    <a:pt x="0" y="106877"/>
                  </a:lnTo>
                  <a:cubicBezTo>
                    <a:pt x="0" y="111718"/>
                    <a:pt x="3919" y="115638"/>
                    <a:pt x="8760" y="1156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21"/>
            <p:cNvSpPr/>
            <p:nvPr/>
          </p:nvSpPr>
          <p:spPr>
            <a:xfrm>
              <a:off x="1113022" y="1348583"/>
              <a:ext cx="14410" cy="31703"/>
            </a:xfrm>
            <a:custGeom>
              <a:rect b="b" l="l" r="r" t="t"/>
              <a:pathLst>
                <a:path extrusionOk="0" h="38545" w="17520">
                  <a:moveTo>
                    <a:pt x="0" y="29785"/>
                  </a:moveTo>
                  <a:cubicBezTo>
                    <a:pt x="0" y="34626"/>
                    <a:pt x="3919" y="38546"/>
                    <a:pt x="8760" y="38546"/>
                  </a:cubicBezTo>
                  <a:cubicBezTo>
                    <a:pt x="13601" y="38546"/>
                    <a:pt x="17521" y="34626"/>
                    <a:pt x="17521" y="29785"/>
                  </a:cubicBezTo>
                  <a:lnTo>
                    <a:pt x="17521" y="8760"/>
                  </a:lnTo>
                  <a:cubicBezTo>
                    <a:pt x="17521" y="3919"/>
                    <a:pt x="13601" y="0"/>
                    <a:pt x="8760" y="0"/>
                  </a:cubicBezTo>
                  <a:cubicBezTo>
                    <a:pt x="3919" y="0"/>
                    <a:pt x="0" y="3919"/>
                    <a:pt x="0" y="87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21"/>
            <p:cNvSpPr/>
            <p:nvPr/>
          </p:nvSpPr>
          <p:spPr>
            <a:xfrm>
              <a:off x="712707" y="1288103"/>
              <a:ext cx="14410" cy="219045"/>
            </a:xfrm>
            <a:custGeom>
              <a:rect b="b" l="l" r="r" t="t"/>
              <a:pathLst>
                <a:path extrusionOk="0" h="266316" w="17520">
                  <a:moveTo>
                    <a:pt x="8760" y="0"/>
                  </a:moveTo>
                  <a:cubicBezTo>
                    <a:pt x="3919" y="0"/>
                    <a:pt x="0" y="3919"/>
                    <a:pt x="0" y="8760"/>
                  </a:cubicBezTo>
                  <a:lnTo>
                    <a:pt x="0" y="257556"/>
                  </a:lnTo>
                  <a:cubicBezTo>
                    <a:pt x="0" y="262398"/>
                    <a:pt x="3919" y="266317"/>
                    <a:pt x="8760" y="266317"/>
                  </a:cubicBezTo>
                  <a:cubicBezTo>
                    <a:pt x="13601" y="266317"/>
                    <a:pt x="17521" y="262398"/>
                    <a:pt x="17521" y="257556"/>
                  </a:cubicBezTo>
                  <a:lnTo>
                    <a:pt x="17521" y="8760"/>
                  </a:lnTo>
                  <a:cubicBezTo>
                    <a:pt x="17521" y="3919"/>
                    <a:pt x="13601" y="0"/>
                    <a:pt x="87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21"/>
            <p:cNvSpPr/>
            <p:nvPr/>
          </p:nvSpPr>
          <p:spPr>
            <a:xfrm>
              <a:off x="696387" y="1214185"/>
              <a:ext cx="47075" cy="64368"/>
            </a:xfrm>
            <a:custGeom>
              <a:rect b="b" l="l" r="r" t="t"/>
              <a:pathLst>
                <a:path extrusionOk="0" h="78259" w="57234">
                  <a:moveTo>
                    <a:pt x="17101" y="57235"/>
                  </a:moveTo>
                  <a:lnTo>
                    <a:pt x="19857" y="57235"/>
                  </a:lnTo>
                  <a:lnTo>
                    <a:pt x="19857" y="69499"/>
                  </a:lnTo>
                  <a:cubicBezTo>
                    <a:pt x="19857" y="74340"/>
                    <a:pt x="23776" y="78260"/>
                    <a:pt x="28617" y="78260"/>
                  </a:cubicBezTo>
                  <a:cubicBezTo>
                    <a:pt x="33458" y="78260"/>
                    <a:pt x="37378" y="74340"/>
                    <a:pt x="37378" y="69499"/>
                  </a:cubicBezTo>
                  <a:lnTo>
                    <a:pt x="37378" y="57235"/>
                  </a:lnTo>
                  <a:lnTo>
                    <a:pt x="40134" y="57235"/>
                  </a:lnTo>
                  <a:cubicBezTo>
                    <a:pt x="49565" y="57235"/>
                    <a:pt x="57235" y="49565"/>
                    <a:pt x="57235" y="40134"/>
                  </a:cubicBezTo>
                  <a:lnTo>
                    <a:pt x="57235" y="17101"/>
                  </a:lnTo>
                  <a:cubicBezTo>
                    <a:pt x="57235" y="7670"/>
                    <a:pt x="49565" y="0"/>
                    <a:pt x="40134" y="0"/>
                  </a:cubicBezTo>
                  <a:lnTo>
                    <a:pt x="17101" y="0"/>
                  </a:lnTo>
                  <a:cubicBezTo>
                    <a:pt x="7670" y="0"/>
                    <a:pt x="0" y="7670"/>
                    <a:pt x="0" y="17101"/>
                  </a:cubicBezTo>
                  <a:lnTo>
                    <a:pt x="0" y="40138"/>
                  </a:lnTo>
                  <a:cubicBezTo>
                    <a:pt x="0" y="49565"/>
                    <a:pt x="7670" y="57235"/>
                    <a:pt x="17101" y="57235"/>
                  </a:cubicBezTo>
                  <a:close/>
                  <a:moveTo>
                    <a:pt x="17521" y="17521"/>
                  </a:moveTo>
                  <a:lnTo>
                    <a:pt x="39714" y="17521"/>
                  </a:lnTo>
                  <a:lnTo>
                    <a:pt x="39714" y="39714"/>
                  </a:lnTo>
                  <a:lnTo>
                    <a:pt x="17521" y="3971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3" name="Google Shape;603;p22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/>
              <a:t>Four rounds, each earning the next</a:t>
            </a:r>
            <a:endParaRPr/>
          </a:p>
        </p:txBody>
      </p:sp>
      <p:sp xmlns:ahyp="http://schemas.microsoft.com/office/drawing/2018/hyperlinkcolor">
        <p:nvSpPr>
          <p:cNvPr id="604" name="Google Shape;604;p22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ahyp="http://schemas.microsoft.com/office/drawing/2018/hyperlinkcolor">
        <p:nvSpPr>
          <p:cNvPr id="605" name="Google Shape;605;p22"/>
          <p:cNvSpPr txBox="1"/>
          <p:nvPr/>
        </p:nvSpPr>
        <p:spPr>
          <a:xfrm>
            <a:off x="1027950" y="4555450"/>
            <a:ext cx="7088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pic>
        <p:nvPicPr>
          <p:cNvPr id="606" name="Google Shape;606;p22" title="Chart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" y="1015338"/>
            <a:ext cx="5037701" cy="242985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22"/>
          <p:cNvSpPr txBox="1"/>
          <p:nvPr/>
        </p:nvSpPr>
        <p:spPr>
          <a:xfrm>
            <a:off x="457200" y="3971988"/>
            <a:ext cx="20493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/>
              <a:t>v0.1-0.3: clone-and-inject engine, 6 layouts, Vietnamese font-safety, font-size balancing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08" name="Google Shape;608;p22"/>
          <p:cNvSpPr txBox="1"/>
          <p:nvPr/>
        </p:nvSpPr>
        <p:spPr>
          <a:xfrm>
            <a:off x="457200" y="3445188"/>
            <a:ext cx="20493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/>
              <a:t>Four hardening rounds, one real deck compiled and rendered each time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09" name="Google Shape;609;p22"/>
          <p:cNvSpPr/>
          <p:nvPr/>
        </p:nvSpPr>
        <p:spPr>
          <a:xfrm flipH="1">
            <a:off x="3359492" y="3565488"/>
            <a:ext cx="362400" cy="36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01</a:t>
            </a:r>
            <a:endParaRPr sz="1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0" name="Google Shape;610;p22"/>
          <p:cNvSpPr txBox="1"/>
          <p:nvPr/>
        </p:nvSpPr>
        <p:spPr>
          <a:xfrm>
            <a:off x="2516042" y="3971988"/>
            <a:ext cx="20493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/>
              <a:t>v0.4: real OOXML group support -- text and pictures nested in a group finally became visible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11" name="Google Shape;611;p22"/>
          <p:cNvSpPr/>
          <p:nvPr/>
        </p:nvSpPr>
        <p:spPr>
          <a:xfrm flipH="1">
            <a:off x="5418333" y="3565488"/>
            <a:ext cx="362400" cy="36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02</a:t>
            </a:r>
            <a:endParaRPr sz="1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2" name="Google Shape;612;p22"/>
          <p:cNvSpPr txBox="1"/>
          <p:nvPr/>
        </p:nvSpPr>
        <p:spPr>
          <a:xfrm>
            <a:off x="4574883" y="3971988"/>
            <a:ext cx="20493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/>
              <a:t>v0.5: a cold agent's real client brief found 2 real bugs no self-test had caught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13" name="Google Shape;613;p22"/>
          <p:cNvSpPr/>
          <p:nvPr/>
        </p:nvSpPr>
        <p:spPr>
          <a:xfrm flipH="1">
            <a:off x="7477175" y="3565488"/>
            <a:ext cx="362400" cy="36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03</a:t>
            </a:r>
            <a:endParaRPr sz="1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4" name="Google Shape;614;p22"/>
          <p:cNvSpPr txBox="1"/>
          <p:nvPr/>
        </p:nvSpPr>
        <p:spPr>
          <a:xfrm>
            <a:off x="6633725" y="3971988"/>
            <a:ext cx="20493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/>
              <a:t>v0.6-0.7: per-shape font resolution, then real ECMA-376 schema validation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15" name="Google Shape;615;p22"/>
          <p:cNvCxnSpPr>
            <a:stCxn id="608" idx="3"/>
            <a:endCxn id="609" idx="6"/>
          </p:cNvCxnSpPr>
          <p:nvPr/>
        </p:nvCxnSpPr>
        <p:spPr>
          <a:xfrm>
            <a:off x="2506500" y="3746688"/>
            <a:ext cx="85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16" name="Google Shape;616;p22"/>
          <p:cNvCxnSpPr>
            <a:stCxn id="609" idx="2"/>
            <a:endCxn id="611" idx="6"/>
          </p:cNvCxnSpPr>
          <p:nvPr/>
        </p:nvCxnSpPr>
        <p:spPr>
          <a:xfrm>
            <a:off x="3721892" y="3746688"/>
            <a:ext cx="169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17" name="Google Shape;617;p22"/>
          <p:cNvCxnSpPr>
            <a:stCxn id="611" idx="2"/>
            <a:endCxn id="613" idx="6"/>
          </p:cNvCxnSpPr>
          <p:nvPr/>
        </p:nvCxnSpPr>
        <p:spPr>
          <a:xfrm>
            <a:off x="5780733" y="3746688"/>
            <a:ext cx="169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graphicFrame>
        <p:nvGraphicFramePr>
          <p:cNvPr id="618" name="Google Shape;618;p22"/>
          <p:cNvGraphicFramePr/>
          <p:nvPr/>
        </p:nvGraphicFramePr>
        <p:xfrm>
          <a:off x="5605425" y="10416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{6BC8F98E-B9F6-44A6-86D7-D2F11FE4B0D5}</a:tableStyleId>
              </a:tblPr>
              <a:tblGrid>
                <a:gridCol w="1025875"/>
                <a:gridCol w="1025875"/>
                <a:gridCol w="1025875"/>
              </a:tblGrid>
              <a:tr h="36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Success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914D">
                        <a:alpha val="806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Failed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5659">
                        <a:alpha val="81250"/>
                      </a:srgbClr>
                    </a:solidFill>
                  </a:tcPr>
                </a:tc>
              </a:tr>
              <a:tr h="36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Group A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75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30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Group 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60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40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Group C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100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50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Group D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90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40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Group E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150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60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53" name="Google Shape;753;p28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Every number here is real</a:t>
            </a:r>
            <a:endParaRPr/>
          </a:p>
        </p:txBody>
      </p:sp>
      <p:sp xmlns:ahyp="http://schemas.microsoft.com/office/drawing/2018/hyperlinkcolor">
        <p:nvSpPr>
          <p:cNvPr id="754" name="Google Shape;754;p28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ahyp="http://schemas.microsoft.com/office/drawing/2018/hyperlinkcolor">
        <p:nvSpPr>
          <p:cNvPr id="755" name="Google Shape;755;p28"/>
          <p:cNvSpPr txBox="1"/>
          <p:nvPr/>
        </p:nvSpPr>
        <p:spPr>
          <a:xfrm>
            <a:off x="1027950" y="4555450"/>
            <a:ext cx="7088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756" name="Google Shape;756;p28"/>
          <p:cNvSpPr/>
          <p:nvPr/>
        </p:nvSpPr>
        <p:spPr>
          <a:xfrm>
            <a:off x="450300" y="1037063"/>
            <a:ext cx="1947300" cy="1119300"/>
          </a:xfrm>
          <a:prstGeom prst="roundRect">
            <a:avLst>
              <a:gd fmla="val 7381" name="adj"/>
            </a:avLst>
          </a:prstGeom>
          <a:solidFill>
            <a:srgbClr val="FC914D">
              <a:alpha val="80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57" name="Google Shape;757;p28"/>
          <p:cNvSpPr/>
          <p:nvPr/>
        </p:nvSpPr>
        <p:spPr>
          <a:xfrm>
            <a:off x="2548250" y="1037063"/>
            <a:ext cx="1947300" cy="1119300"/>
          </a:xfrm>
          <a:prstGeom prst="roundRect">
            <a:avLst>
              <a:gd fmla="val 7381" name="adj"/>
            </a:avLst>
          </a:prstGeom>
          <a:solidFill>
            <a:srgbClr val="FC5659">
              <a:alpha val="7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58" name="Google Shape;758;p28"/>
          <p:cNvSpPr/>
          <p:nvPr/>
        </p:nvSpPr>
        <p:spPr>
          <a:xfrm>
            <a:off x="4646200" y="1037063"/>
            <a:ext cx="1947300" cy="1119300"/>
          </a:xfrm>
          <a:prstGeom prst="roundRect">
            <a:avLst>
              <a:gd fmla="val 738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59" name="Google Shape;759;p28"/>
          <p:cNvSpPr/>
          <p:nvPr/>
        </p:nvSpPr>
        <p:spPr>
          <a:xfrm>
            <a:off x="6744150" y="1037063"/>
            <a:ext cx="1947300" cy="1119300"/>
          </a:xfrm>
          <a:prstGeom prst="roundRect">
            <a:avLst>
              <a:gd fmla="val 738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60" name="Google Shape;760;p28" title="Chart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0300" y="2232563"/>
            <a:ext cx="4683289" cy="22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28"/>
          <p:cNvSpPr/>
          <p:nvPr/>
        </p:nvSpPr>
        <p:spPr>
          <a:xfrm>
            <a:off x="5285988" y="2449900"/>
            <a:ext cx="209100" cy="209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62" name="Google Shape;762;p28"/>
          <p:cNvSpPr txBox="1"/>
          <p:nvPr/>
        </p:nvSpPr>
        <p:spPr>
          <a:xfrm>
            <a:off x="5585925" y="2287313"/>
            <a:ext cx="31056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/>
              <a:t>Grouped shapes were invisible to this engine until v0.4 -- real templates hide content in them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63" name="Google Shape;763;p28"/>
          <p:cNvSpPr/>
          <p:nvPr/>
        </p:nvSpPr>
        <p:spPr>
          <a:xfrm>
            <a:off x="5285988" y="2984196"/>
            <a:ext cx="209100" cy="20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64" name="Google Shape;764;p28"/>
          <p:cNvSpPr txBox="1"/>
          <p:nvPr/>
        </p:nvSpPr>
        <p:spPr>
          <a:xfrm>
            <a:off x="5585925" y="2821613"/>
            <a:ext cx="31056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/>
              <a:t>A cold agent chose the custom layout for 5 of 9 slides on its first real client brief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65" name="Google Shape;765;p28"/>
          <p:cNvSpPr/>
          <p:nvPr/>
        </p:nvSpPr>
        <p:spPr>
          <a:xfrm>
            <a:off x="5285988" y="3518492"/>
            <a:ext cx="209100" cy="209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66" name="Google Shape;766;p28"/>
          <p:cNvSpPr txBox="1"/>
          <p:nvPr/>
        </p:nvSpPr>
        <p:spPr>
          <a:xfrm>
            <a:off x="5585925" y="3355900"/>
            <a:ext cx="31056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/>
              <a:t>Font safety used to check only the theme -- a real template's font hid one layer deeper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67" name="Google Shape;767;p28"/>
          <p:cNvSpPr/>
          <p:nvPr/>
        </p:nvSpPr>
        <p:spPr>
          <a:xfrm>
            <a:off x="5285988" y="4052788"/>
            <a:ext cx="209100" cy="20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68" name="Google Shape;768;p28"/>
          <p:cNvSpPr txBox="1"/>
          <p:nvPr/>
        </p:nvSpPr>
        <p:spPr>
          <a:xfrm>
            <a:off x="5585925" y="3890200"/>
            <a:ext cx="31056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/>
              <a:t>Every fix here was verified by rendering the output, not by trusting a clean report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69" name="Google Shape;769;p28"/>
          <p:cNvSpPr txBox="1"/>
          <p:nvPr/>
        </p:nvSpPr>
        <p:spPr>
          <a:xfrm>
            <a:off x="527575" y="1093525"/>
            <a:ext cx="1792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600"/>
              <a:t>Layout types available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70" name="Google Shape;770;p28"/>
          <p:cNvSpPr txBox="1"/>
          <p:nvPr/>
        </p:nvSpPr>
        <p:spPr>
          <a:xfrm>
            <a:off x="527575" y="1384625"/>
            <a:ext cx="1792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3000"/>
              <a:t>7</a:t>
            </a:r>
            <a:endParaRPr sz="3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71" name="Google Shape;771;p28"/>
          <p:cNvSpPr txBox="1"/>
          <p:nvPr/>
        </p:nvSpPr>
        <p:spPr>
          <a:xfrm>
            <a:off x="527575" y="1798451"/>
            <a:ext cx="17928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/>
              <a:t>+1 custom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2" name="Google Shape;772;p28"/>
          <p:cNvSpPr txBox="1"/>
          <p:nvPr/>
        </p:nvSpPr>
        <p:spPr>
          <a:xfrm>
            <a:off x="2625500" y="1093525"/>
            <a:ext cx="1792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400"/>
              <a:t>Real bugs found and fixed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73" name="Google Shape;773;p28"/>
          <p:cNvSpPr txBox="1"/>
          <p:nvPr/>
        </p:nvSpPr>
        <p:spPr>
          <a:xfrm>
            <a:off x="2625500" y="1384625"/>
            <a:ext cx="1792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3000"/>
              <a:t>13</a:t>
            </a:r>
            <a:endParaRPr sz="3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74" name="Google Shape;774;p28"/>
          <p:cNvSpPr txBox="1"/>
          <p:nvPr/>
        </p:nvSpPr>
        <p:spPr>
          <a:xfrm>
            <a:off x="2625500" y="1798451"/>
            <a:ext cx="17928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/>
              <a:t>3 rounds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5" name="Google Shape;775;p28"/>
          <p:cNvSpPr txBox="1"/>
          <p:nvPr/>
        </p:nvSpPr>
        <p:spPr>
          <a:xfrm>
            <a:off x="4723450" y="1093525"/>
            <a:ext cx="1792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400"/>
              <a:t>Schema checks passed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76" name="Google Shape;776;p28"/>
          <p:cNvSpPr txBox="1"/>
          <p:nvPr/>
        </p:nvSpPr>
        <p:spPr>
          <a:xfrm>
            <a:off x="4723450" y="1384625"/>
            <a:ext cx="1792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3000"/>
              <a:t>24/24</a:t>
            </a:r>
            <a:endParaRPr sz="3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77" name="Google Shape;777;p28"/>
          <p:cNvSpPr txBox="1"/>
          <p:nvPr/>
        </p:nvSpPr>
        <p:spPr>
          <a:xfrm>
            <a:off x="4723450" y="1798451"/>
            <a:ext cx="17928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/>
              <a:t>0 false positives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8" name="Google Shape;778;p28"/>
          <p:cNvSpPr txBox="1"/>
          <p:nvPr/>
        </p:nvSpPr>
        <p:spPr>
          <a:xfrm>
            <a:off x="6821400" y="1093525"/>
            <a:ext cx="1792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/>
              <a:t>Templates in the test corpus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79" name="Google Shape;779;p28"/>
          <p:cNvSpPr txBox="1"/>
          <p:nvPr/>
        </p:nvSpPr>
        <p:spPr>
          <a:xfrm>
            <a:off x="6821400" y="1384625"/>
            <a:ext cx="1792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2800"/>
              <a:t>149</a:t>
            </a:r>
            <a:endParaRPr sz="3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80" name="Google Shape;780;p28"/>
          <p:cNvSpPr txBox="1"/>
          <p:nvPr/>
        </p:nvSpPr>
        <p:spPr>
          <a:xfrm>
            <a:off x="6821400" y="1798451"/>
            <a:ext cx="17928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/>
              <a:t>real files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8" name="Google Shape;238;p20"/>
          <p:cNvSpPr/>
          <p:nvPr/>
        </p:nvSpPr>
        <p:spPr>
          <a:xfrm>
            <a:off x="2590200" y="1080788"/>
            <a:ext cx="2014500" cy="1665000"/>
          </a:xfrm>
          <a:prstGeom prst="roundRect">
            <a:avLst>
              <a:gd fmla="val 7412" name="adj"/>
            </a:avLst>
          </a:prstGeom>
          <a:solidFill>
            <a:srgbClr val="FC5659">
              <a:alpha val="7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452575" y="1080788"/>
            <a:ext cx="2014500" cy="1665000"/>
          </a:xfrm>
          <a:prstGeom prst="roundRect">
            <a:avLst>
              <a:gd fmla="val 7412" name="adj"/>
            </a:avLst>
          </a:prstGeom>
          <a:solidFill>
            <a:srgbClr val="FC914D">
              <a:alpha val="80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0" name="Google Shape;240;p20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/>
              <a:t>Two things this build got right</a:t>
            </a:r>
            <a:endParaRPr/>
          </a:p>
        </p:txBody>
      </p:sp>
      <p:sp xmlns:ahyp="http://schemas.microsoft.com/office/drawing/2018/hyperlinkcolor">
        <p:nvSpPr>
          <p:cNvPr id="241" name="Google Shape;241;p20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ahyp="http://schemas.microsoft.com/office/drawing/2018/hyperlinkcolor">
        <p:nvSpPr>
          <p:cNvPr id="242" name="Google Shape;242;p20"/>
          <p:cNvSpPr txBox="1"/>
          <p:nvPr/>
        </p:nvSpPr>
        <p:spPr>
          <a:xfrm>
            <a:off x="1027950" y="4555450"/>
            <a:ext cx="7088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1685344" y="2986594"/>
            <a:ext cx="1686300" cy="351300"/>
          </a:xfrm>
          <a:prstGeom prst="roundRect">
            <a:avLst>
              <a:gd fmla="val 16667" name="adj"/>
            </a:avLst>
          </a:prstGeom>
          <a:solidFill>
            <a:srgbClr val="AD4958">
              <a:alpha val="7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2652675" y="1186450"/>
            <a:ext cx="18894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452500" y="3578700"/>
            <a:ext cx="4152000" cy="915300"/>
          </a:xfrm>
          <a:prstGeom prst="roundRect">
            <a:avLst>
              <a:gd fmla="val 741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/>
              <a:t>Infrastructure, not judgment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r>
              <a:rPr sz="1200"/>
              <a:t>A thumbnail grid, not a heuristic guessing the right slide</a:t>
            </a:r>
          </a:p>
          <a:p>
            <a:r>
              <a:rPr sz="1200"/>
              <a:t>shape_roles scores real geometry; the agent decides which slide actually fits</a:t>
            </a:r>
          </a:p>
        </p:txBody>
      </p:sp>
      <p:sp>
        <p:nvSpPr>
          <p:cNvPr id="246" name="Google Shape;246;p20"/>
          <p:cNvSpPr txBox="1"/>
          <p:nvPr/>
        </p:nvSpPr>
        <p:spPr>
          <a:xfrm>
            <a:off x="515050" y="1186450"/>
            <a:ext cx="18894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2652675" y="1419488"/>
            <a:ext cx="1889400" cy="12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/>
              <a:t>Verify before trusting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r>
              <a:rPr sz="1200"/>
              <a:t>Every claim in this deck was rendered and looked at, not assumed from a JSON report</a:t>
            </a:r>
          </a:p>
          <a:p>
            <a:r>
              <a:rPr sz="1200"/>
              <a:t>A cold agent with a real brief found two real bugs no self-test caught</a:t>
            </a:r>
          </a:p>
        </p:txBody>
      </p:sp>
      <p:sp>
        <p:nvSpPr>
          <p:cNvPr id="248" name="Google Shape;248;p20"/>
          <p:cNvSpPr txBox="1"/>
          <p:nvPr/>
        </p:nvSpPr>
        <p:spPr>
          <a:xfrm>
            <a:off x="515050" y="1419488"/>
            <a:ext cx="1889400" cy="12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/>
          </a:p>
        </p:txBody>
      </p:sp>
      <p:pic>
        <p:nvPicPr>
          <p:cNvPr id="249" name="Google Shape;249;p20" title="Chart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7750" y="1080800"/>
            <a:ext cx="3733700" cy="27707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20"/>
          <p:cNvCxnSpPr>
            <a:stCxn id="245" idx="3"/>
            <a:endCxn id="249" idx="1"/>
          </p:cNvCxnSpPr>
          <p:nvPr/>
        </p:nvCxnSpPr>
        <p:spPr>
          <a:xfrm flipH="1" rot="10800000">
            <a:off x="4604500" y="2466150"/>
            <a:ext cx="353400" cy="1570200"/>
          </a:xfrm>
          <a:prstGeom prst="bentConnector3">
            <a:avLst>
              <a:gd fmla="val 49979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51" name="Google Shape;251;p20"/>
          <p:cNvCxnSpPr>
            <a:stCxn id="239" idx="2"/>
            <a:endCxn id="243" idx="0"/>
          </p:cNvCxnSpPr>
          <p:nvPr/>
        </p:nvCxnSpPr>
        <p:spPr>
          <a:xfrm flipH="1" rot="-5400000">
            <a:off x="1873675" y="2331938"/>
            <a:ext cx="240900" cy="1068600"/>
          </a:xfrm>
          <a:prstGeom prst="bentConnector3">
            <a:avLst>
              <a:gd fmla="val 49981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20"/>
          <p:cNvCxnSpPr>
            <a:stCxn id="238" idx="2"/>
            <a:endCxn id="243" idx="0"/>
          </p:cNvCxnSpPr>
          <p:nvPr/>
        </p:nvCxnSpPr>
        <p:spPr>
          <a:xfrm rot="5400000">
            <a:off x="2942550" y="2331788"/>
            <a:ext cx="240900" cy="1068900"/>
          </a:xfrm>
          <a:prstGeom prst="bentConnector3">
            <a:avLst>
              <a:gd fmla="val 49981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20"/>
          <p:cNvCxnSpPr>
            <a:stCxn id="243" idx="2"/>
            <a:endCxn id="245" idx="0"/>
          </p:cNvCxnSpPr>
          <p:nvPr/>
        </p:nvCxnSpPr>
        <p:spPr>
          <a:xfrm flipH="1" rot="-5400000">
            <a:off x="2408344" y="3458044"/>
            <a:ext cx="240900" cy="600"/>
          </a:xfrm>
          <a:prstGeom prst="bentConnector3">
            <a:avLst>
              <a:gd fmla="val 49981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54" name="Google Shape;254;p20"/>
          <p:cNvSpPr txBox="1"/>
          <p:nvPr/>
        </p:nvSpPr>
        <p:spPr>
          <a:xfrm>
            <a:off x="4957700" y="3922700"/>
            <a:ext cx="37338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23" name="Google Shape;623;p23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One working, audited skill beats ten unused ones in the registry</a:t>
            </a:r>
            <a:endParaRPr/>
          </a:p>
        </p:txBody>
      </p:sp>
      <p:sp xmlns:ahyp="http://schemas.microsoft.com/office/drawing/2018/hyperlinkcolor">
        <p:nvSpPr>
          <p:cNvPr id="624" name="Google Shape;624;p23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ahyp="http://schemas.microsoft.com/office/drawing/2018/hyperlinkcolor">
        <p:nvSpPr>
          <p:cNvPr id="625" name="Google Shape;625;p23"/>
          <p:cNvSpPr txBox="1"/>
          <p:nvPr/>
        </p:nvSpPr>
        <p:spPr>
          <a:xfrm>
            <a:off x="1027950" y="4555450"/>
            <a:ext cx="7088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graphicFrame>
        <p:nvGraphicFramePr>
          <p:cNvPr id="626" name="Google Shape;626;p23"/>
          <p:cNvGraphicFramePr/>
          <p:nvPr/>
        </p:nvGraphicFramePr>
        <p:xfrm>
          <a:off x="3680700" y="98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{6BC8F98E-B9F6-44A6-86D7-D2F11FE4B0D5}</a:tableStyleId>
              </a:tblPr>
              <a:tblGrid>
                <a:gridCol w="1671750"/>
                <a:gridCol w="1671750"/>
                <a:gridCol w="1671750"/>
              </a:tblGrid>
              <a:tr h="33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Our company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5659">
                        <a:alpha val="812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Competitor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4958">
                        <a:alpha val="81880"/>
                      </a:srgbClr>
                    </a:solidFill>
                  </a:tcPr>
                </a:tc>
              </a:tr>
              <a:tr h="33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Product service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Eco-friendly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565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Smart features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Market share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25% regionally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565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40% nationally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Growth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18% growth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565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12% growth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Target audience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Homeowners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565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Tech-savvy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Marketing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Digital campaigns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565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TV ads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CSAT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High satisfaction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565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High satisfaction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Strengths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Brand loyalty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565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Established brand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Weakness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Limited product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5659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Higher pricing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27" name="Google Shape;627;p23" title="Chart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550" y="1377550"/>
            <a:ext cx="3150401" cy="2437005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23"/>
          <p:cNvSpPr txBox="1"/>
          <p:nvPr/>
        </p:nvSpPr>
        <p:spPr>
          <a:xfrm>
            <a:off x="452550" y="981350"/>
            <a:ext cx="3150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629" name="Google Shape;629;p23"/>
          <p:cNvSpPr txBox="1"/>
          <p:nvPr/>
        </p:nvSpPr>
        <p:spPr>
          <a:xfrm>
            <a:off x="452550" y="3811950"/>
            <a:ext cx="31503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5" name="Google Shape;675;p25"/>
          <p:cNvSpPr/>
          <p:nvPr/>
        </p:nvSpPr>
        <p:spPr>
          <a:xfrm>
            <a:off x="452550" y="3349000"/>
            <a:ext cx="4201200" cy="1176600"/>
          </a:xfrm>
          <a:prstGeom prst="roundRect">
            <a:avLst>
              <a:gd fmla="val 738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76" name="Google Shape;676;p25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What's next</a:t>
            </a:r>
            <a:endParaRPr/>
          </a:p>
        </p:txBody>
      </p:sp>
      <p:sp xmlns:ahyp="http://schemas.microsoft.com/office/drawing/2018/hyperlinkcolor">
        <p:nvSpPr>
          <p:cNvPr id="677" name="Google Shape;677;p25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ahyp="http://schemas.microsoft.com/office/drawing/2018/hyperlinkcolor">
        <p:nvSpPr>
          <p:cNvPr id="678" name="Google Shape;678;p25"/>
          <p:cNvSpPr txBox="1"/>
          <p:nvPr/>
        </p:nvSpPr>
        <p:spPr>
          <a:xfrm>
            <a:off x="1027950" y="4555450"/>
            <a:ext cx="7088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pic>
        <p:nvPicPr>
          <p:cNvPr id="679" name="Google Shape;679;p25" title="Chart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" y="1293175"/>
            <a:ext cx="4201227" cy="1979626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25"/>
          <p:cNvSpPr/>
          <p:nvPr/>
        </p:nvSpPr>
        <p:spPr>
          <a:xfrm>
            <a:off x="4836450" y="3349000"/>
            <a:ext cx="3859500" cy="1176600"/>
          </a:xfrm>
          <a:prstGeom prst="roundRect">
            <a:avLst>
              <a:gd fmla="val 7381" name="adj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81" name="Google Shape;681;p25"/>
          <p:cNvSpPr txBox="1"/>
          <p:nvPr/>
        </p:nvSpPr>
        <p:spPr>
          <a:xfrm>
            <a:off x="562838" y="3450613"/>
            <a:ext cx="19434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682" name="Google Shape;682;p25"/>
          <p:cNvSpPr txBox="1"/>
          <p:nvPr/>
        </p:nvSpPr>
        <p:spPr>
          <a:xfrm>
            <a:off x="562838" y="3787988"/>
            <a:ext cx="19434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683" name="Google Shape;683;p25"/>
          <p:cNvSpPr txBox="1"/>
          <p:nvPr/>
        </p:nvSpPr>
        <p:spPr>
          <a:xfrm>
            <a:off x="452538" y="973075"/>
            <a:ext cx="82389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684" name="Google Shape;684;p25"/>
          <p:cNvSpPr txBox="1"/>
          <p:nvPr/>
        </p:nvSpPr>
        <p:spPr>
          <a:xfrm>
            <a:off x="4933050" y="3413750"/>
            <a:ext cx="3666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685" name="Google Shape;685;p25"/>
          <p:cNvSpPr txBox="1"/>
          <p:nvPr/>
        </p:nvSpPr>
        <p:spPr>
          <a:xfrm>
            <a:off x="4933050" y="3719000"/>
            <a:ext cx="36663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/>
              <a:t>Layout coverage for stat callouts and icon grids -- now that custom has proven exactly where the real demand is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86" name="Google Shape;686;p25"/>
          <p:cNvSpPr txBox="1"/>
          <p:nvPr/>
        </p:nvSpPr>
        <p:spPr>
          <a:xfrm>
            <a:off x="5045575" y="1407700"/>
            <a:ext cx="1150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Poor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87" name="Google Shape;687;p25"/>
          <p:cNvSpPr/>
          <p:nvPr/>
        </p:nvSpPr>
        <p:spPr>
          <a:xfrm>
            <a:off x="4836438" y="1459289"/>
            <a:ext cx="209100" cy="209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88" name="Google Shape;688;p25"/>
          <p:cNvSpPr txBox="1"/>
          <p:nvPr/>
        </p:nvSpPr>
        <p:spPr>
          <a:xfrm>
            <a:off x="6196075" y="1407700"/>
            <a:ext cx="24954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689" name="Google Shape;689;p25"/>
          <p:cNvSpPr txBox="1"/>
          <p:nvPr/>
        </p:nvSpPr>
        <p:spPr>
          <a:xfrm>
            <a:off x="5045575" y="1887125"/>
            <a:ext cx="1150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Okay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90" name="Google Shape;690;p25"/>
          <p:cNvSpPr/>
          <p:nvPr/>
        </p:nvSpPr>
        <p:spPr>
          <a:xfrm>
            <a:off x="4836438" y="1938714"/>
            <a:ext cx="209100" cy="20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91" name="Google Shape;691;p25"/>
          <p:cNvSpPr txBox="1"/>
          <p:nvPr/>
        </p:nvSpPr>
        <p:spPr>
          <a:xfrm>
            <a:off x="6196075" y="1887125"/>
            <a:ext cx="24954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692" name="Google Shape;692;p25"/>
          <p:cNvSpPr txBox="1"/>
          <p:nvPr/>
        </p:nvSpPr>
        <p:spPr>
          <a:xfrm>
            <a:off x="5045575" y="2366550"/>
            <a:ext cx="1150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Good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93" name="Google Shape;693;p25"/>
          <p:cNvSpPr/>
          <p:nvPr/>
        </p:nvSpPr>
        <p:spPr>
          <a:xfrm>
            <a:off x="4836438" y="2418139"/>
            <a:ext cx="209100" cy="20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94" name="Google Shape;694;p25"/>
          <p:cNvSpPr txBox="1"/>
          <p:nvPr/>
        </p:nvSpPr>
        <p:spPr>
          <a:xfrm>
            <a:off x="6196075" y="2366550"/>
            <a:ext cx="24954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695" name="Google Shape;695;p25"/>
          <p:cNvSpPr txBox="1"/>
          <p:nvPr/>
        </p:nvSpPr>
        <p:spPr>
          <a:xfrm>
            <a:off x="5045575" y="2845975"/>
            <a:ext cx="1150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Excellent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96" name="Google Shape;696;p25"/>
          <p:cNvSpPr/>
          <p:nvPr/>
        </p:nvSpPr>
        <p:spPr>
          <a:xfrm>
            <a:off x="4836438" y="2897564"/>
            <a:ext cx="209100" cy="20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97" name="Google Shape;697;p25"/>
          <p:cNvSpPr txBox="1"/>
          <p:nvPr/>
        </p:nvSpPr>
        <p:spPr>
          <a:xfrm>
            <a:off x="6196075" y="2845975"/>
            <a:ext cx="24954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698" name="Google Shape;698;p25"/>
          <p:cNvSpPr txBox="1"/>
          <p:nvPr/>
        </p:nvSpPr>
        <p:spPr>
          <a:xfrm>
            <a:off x="2600063" y="3450613"/>
            <a:ext cx="19434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699" name="Google Shape;699;p25"/>
          <p:cNvSpPr txBox="1"/>
          <p:nvPr/>
        </p:nvSpPr>
        <p:spPr>
          <a:xfrm>
            <a:off x="2600063" y="3787988"/>
            <a:ext cx="19434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ta Infographics by Slidesgo">
  <a:themeElements>
    <a:clrScheme name="Simple Light">
      <a:dk1>
        <a:srgbClr val="000000"/>
      </a:dk1>
      <a:lt1>
        <a:srgbClr val="FFFFFF"/>
      </a:lt1>
      <a:dk2>
        <a:srgbClr val="F3F3F3"/>
      </a:dk2>
      <a:lt2>
        <a:srgbClr val="FC914D"/>
      </a:lt2>
      <a:accent1>
        <a:srgbClr val="FC5659"/>
      </a:accent1>
      <a:accent2>
        <a:srgbClr val="AD4958"/>
      </a:accent2>
      <a:accent3>
        <a:srgbClr val="643D63"/>
      </a:accent3>
      <a:accent4>
        <a:srgbClr val="FFB384"/>
      </a:accent4>
      <a:accent5>
        <a:srgbClr val="FD7274"/>
      </a:accent5>
      <a:accent6>
        <a:srgbClr val="D65E7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